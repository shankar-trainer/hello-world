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C5C970-DA74-4D82-AAE3-9D7783EC7C3D}" v="37" dt="2025-10-30T04:22:40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715A71CE-967C-41F9-8557-9EA2E601B47A}"/>
    <pc:docChg chg="undo custSel addSld modSld">
      <pc:chgData name="Kumar, Shankar (Contractor)" userId="d7d2038c-4287-4a61-af48-330653fba828" providerId="ADAL" clId="{715A71CE-967C-41F9-8557-9EA2E601B47A}" dt="2025-10-30T04:23:05.124" v="433" actId="5793"/>
      <pc:docMkLst>
        <pc:docMk/>
      </pc:docMkLst>
      <pc:sldChg chg="delSp modSp mod">
        <pc:chgData name="Kumar, Shankar (Contractor)" userId="d7d2038c-4287-4a61-af48-330653fba828" providerId="ADAL" clId="{715A71CE-967C-41F9-8557-9EA2E601B47A}" dt="2025-10-30T04:10:58.991" v="25" actId="478"/>
        <pc:sldMkLst>
          <pc:docMk/>
          <pc:sldMk cId="3680590700" sldId="256"/>
        </pc:sldMkLst>
        <pc:spChg chg="mod">
          <ac:chgData name="Kumar, Shankar (Contractor)" userId="d7d2038c-4287-4a61-af48-330653fba828" providerId="ADAL" clId="{715A71CE-967C-41F9-8557-9EA2E601B47A}" dt="2025-10-30T04:09:19.051" v="10" actId="20577"/>
          <ac:spMkLst>
            <pc:docMk/>
            <pc:sldMk cId="3680590700" sldId="256"/>
            <ac:spMk id="2" creationId="{1A9F8208-3A81-D782-5899-8FC0042C5175}"/>
          </ac:spMkLst>
        </pc:spChg>
        <pc:spChg chg="del">
          <ac:chgData name="Kumar, Shankar (Contractor)" userId="d7d2038c-4287-4a61-af48-330653fba828" providerId="ADAL" clId="{715A71CE-967C-41F9-8557-9EA2E601B47A}" dt="2025-10-30T04:10:58.991" v="25" actId="478"/>
          <ac:spMkLst>
            <pc:docMk/>
            <pc:sldMk cId="3680590700" sldId="256"/>
            <ac:spMk id="3" creationId="{FCD3A18E-A861-4C2F-C4C6-A13DA42013A1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30T04:11:51.129" v="64" actId="20577"/>
        <pc:sldMkLst>
          <pc:docMk/>
          <pc:sldMk cId="2872007270" sldId="257"/>
        </pc:sldMkLst>
        <pc:spChg chg="mod">
          <ac:chgData name="Kumar, Shankar (Contractor)" userId="d7d2038c-4287-4a61-af48-330653fba828" providerId="ADAL" clId="{715A71CE-967C-41F9-8557-9EA2E601B47A}" dt="2025-10-30T04:11:51.129" v="64" actId="20577"/>
          <ac:spMkLst>
            <pc:docMk/>
            <pc:sldMk cId="2872007270" sldId="257"/>
            <ac:spMk id="2" creationId="{0898DC79-EE44-C17D-00AB-0852FB364EC2}"/>
          </ac:spMkLst>
        </pc:spChg>
        <pc:spChg chg="mod">
          <ac:chgData name="Kumar, Shankar (Contractor)" userId="d7d2038c-4287-4a61-af48-330653fba828" providerId="ADAL" clId="{715A71CE-967C-41F9-8557-9EA2E601B47A}" dt="2025-10-30T04:11:21.862" v="36" actId="27636"/>
          <ac:spMkLst>
            <pc:docMk/>
            <pc:sldMk cId="2872007270" sldId="257"/>
            <ac:spMk id="3" creationId="{4273BDA2-4663-4941-DC6D-AF8A4EADF4BC}"/>
          </ac:spMkLst>
        </pc:spChg>
        <pc:spChg chg="add del mod">
          <ac:chgData name="Kumar, Shankar (Contractor)" userId="d7d2038c-4287-4a61-af48-330653fba828" providerId="ADAL" clId="{715A71CE-967C-41F9-8557-9EA2E601B47A}" dt="2025-10-30T04:11:38.226" v="38" actId="478"/>
          <ac:spMkLst>
            <pc:docMk/>
            <pc:sldMk cId="2872007270" sldId="257"/>
            <ac:spMk id="4" creationId="{7277D105-3088-5D7D-8E3B-61A88371E7E2}"/>
          </ac:spMkLst>
        </pc:spChg>
        <pc:spChg chg="add del">
          <ac:chgData name="Kumar, Shankar (Contractor)" userId="d7d2038c-4287-4a61-af48-330653fba828" providerId="ADAL" clId="{715A71CE-967C-41F9-8557-9EA2E601B47A}" dt="2025-10-30T04:10:37.652" v="20" actId="22"/>
          <ac:spMkLst>
            <pc:docMk/>
            <pc:sldMk cId="2872007270" sldId="257"/>
            <ac:spMk id="6" creationId="{79B8505F-3124-53BF-6BF5-C8B80B898F94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30T04:12:29.645" v="73"/>
        <pc:sldMkLst>
          <pc:docMk/>
          <pc:sldMk cId="816897729" sldId="258"/>
        </pc:sldMkLst>
        <pc:spChg chg="add del mod">
          <ac:chgData name="Kumar, Shankar (Contractor)" userId="d7d2038c-4287-4a61-af48-330653fba828" providerId="ADAL" clId="{715A71CE-967C-41F9-8557-9EA2E601B47A}" dt="2025-10-30T04:12:12.850" v="71" actId="20577"/>
          <ac:spMkLst>
            <pc:docMk/>
            <pc:sldMk cId="816897729" sldId="258"/>
            <ac:spMk id="2" creationId="{6A92EF69-7A62-B26E-2D59-1DAF8955C78C}"/>
          </ac:spMkLst>
        </pc:spChg>
        <pc:spChg chg="mod">
          <ac:chgData name="Kumar, Shankar (Contractor)" userId="d7d2038c-4287-4a61-af48-330653fba828" providerId="ADAL" clId="{715A71CE-967C-41F9-8557-9EA2E601B47A}" dt="2025-10-30T04:12:29.645" v="73"/>
          <ac:spMkLst>
            <pc:docMk/>
            <pc:sldMk cId="816897729" sldId="258"/>
            <ac:spMk id="3" creationId="{9E553BF4-CD2E-C204-AF00-EE2D5C34A151}"/>
          </ac:spMkLst>
        </pc:spChg>
        <pc:spChg chg="add mod">
          <ac:chgData name="Kumar, Shankar (Contractor)" userId="d7d2038c-4287-4a61-af48-330653fba828" providerId="ADAL" clId="{715A71CE-967C-41F9-8557-9EA2E601B47A}" dt="2025-10-30T04:12:08.224" v="67"/>
          <ac:spMkLst>
            <pc:docMk/>
            <pc:sldMk cId="816897729" sldId="258"/>
            <ac:spMk id="4" creationId="{D3EA48A1-A0EE-5DC9-AF36-48091A972B37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30T04:13:03.586" v="80" actId="27636"/>
        <pc:sldMkLst>
          <pc:docMk/>
          <pc:sldMk cId="1860903596" sldId="259"/>
        </pc:sldMkLst>
        <pc:spChg chg="add del mod">
          <ac:chgData name="Kumar, Shankar (Contractor)" userId="d7d2038c-4287-4a61-af48-330653fba828" providerId="ADAL" clId="{715A71CE-967C-41F9-8557-9EA2E601B47A}" dt="2025-10-30T04:12:51.241" v="78"/>
          <ac:spMkLst>
            <pc:docMk/>
            <pc:sldMk cId="1860903596" sldId="259"/>
            <ac:spMk id="2" creationId="{444268EC-2837-AB60-46E1-D557C4BC6646}"/>
          </ac:spMkLst>
        </pc:spChg>
        <pc:spChg chg="mod">
          <ac:chgData name="Kumar, Shankar (Contractor)" userId="d7d2038c-4287-4a61-af48-330653fba828" providerId="ADAL" clId="{715A71CE-967C-41F9-8557-9EA2E601B47A}" dt="2025-10-30T04:13:03.586" v="80" actId="27636"/>
          <ac:spMkLst>
            <pc:docMk/>
            <pc:sldMk cId="1860903596" sldId="259"/>
            <ac:spMk id="3" creationId="{8AC51196-8695-CF14-AB61-BECAAAF7FC94}"/>
          </ac:spMkLst>
        </pc:spChg>
        <pc:spChg chg="add mod">
          <ac:chgData name="Kumar, Shankar (Contractor)" userId="d7d2038c-4287-4a61-af48-330653fba828" providerId="ADAL" clId="{715A71CE-967C-41F9-8557-9EA2E601B47A}" dt="2025-10-30T04:12:48.080" v="76"/>
          <ac:spMkLst>
            <pc:docMk/>
            <pc:sldMk cId="1860903596" sldId="259"/>
            <ac:spMk id="4" creationId="{61ECAA7B-B77E-ADDF-93FE-BA8D3272ECED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30T04:13:33.746" v="86"/>
        <pc:sldMkLst>
          <pc:docMk/>
          <pc:sldMk cId="2551601115" sldId="260"/>
        </pc:sldMkLst>
        <pc:spChg chg="mod">
          <ac:chgData name="Kumar, Shankar (Contractor)" userId="d7d2038c-4287-4a61-af48-330653fba828" providerId="ADAL" clId="{715A71CE-967C-41F9-8557-9EA2E601B47A}" dt="2025-10-30T04:13:17.760" v="82"/>
          <ac:spMkLst>
            <pc:docMk/>
            <pc:sldMk cId="2551601115" sldId="260"/>
            <ac:spMk id="2" creationId="{3CD5EF5E-1822-B6FA-B570-FE405DCCB61B}"/>
          </ac:spMkLst>
        </pc:spChg>
        <pc:spChg chg="add del mod">
          <ac:chgData name="Kumar, Shankar (Contractor)" userId="d7d2038c-4287-4a61-af48-330653fba828" providerId="ADAL" clId="{715A71CE-967C-41F9-8557-9EA2E601B47A}" dt="2025-10-30T04:13:33.746" v="86"/>
          <ac:spMkLst>
            <pc:docMk/>
            <pc:sldMk cId="2551601115" sldId="260"/>
            <ac:spMk id="3" creationId="{3151D4C0-2405-2140-8796-0F971E37C18B}"/>
          </ac:spMkLst>
        </pc:spChg>
        <pc:spChg chg="add mod">
          <ac:chgData name="Kumar, Shankar (Contractor)" userId="d7d2038c-4287-4a61-af48-330653fba828" providerId="ADAL" clId="{715A71CE-967C-41F9-8557-9EA2E601B47A}" dt="2025-10-30T04:13:31.190" v="84"/>
          <ac:spMkLst>
            <pc:docMk/>
            <pc:sldMk cId="2551601115" sldId="260"/>
            <ac:spMk id="4" creationId="{861A6EF0-9291-248F-7BE6-6B032B597A45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30T04:14:02.386" v="92"/>
        <pc:sldMkLst>
          <pc:docMk/>
          <pc:sldMk cId="3912616031" sldId="261"/>
        </pc:sldMkLst>
        <pc:spChg chg="add del mod">
          <ac:chgData name="Kumar, Shankar (Contractor)" userId="d7d2038c-4287-4a61-af48-330653fba828" providerId="ADAL" clId="{715A71CE-967C-41F9-8557-9EA2E601B47A}" dt="2025-10-30T04:13:51.413" v="91"/>
          <ac:spMkLst>
            <pc:docMk/>
            <pc:sldMk cId="3912616031" sldId="261"/>
            <ac:spMk id="2" creationId="{61941228-C071-B113-684B-45EE7E07BBB9}"/>
          </ac:spMkLst>
        </pc:spChg>
        <pc:spChg chg="mod">
          <ac:chgData name="Kumar, Shankar (Contractor)" userId="d7d2038c-4287-4a61-af48-330653fba828" providerId="ADAL" clId="{715A71CE-967C-41F9-8557-9EA2E601B47A}" dt="2025-10-30T04:14:02.386" v="92"/>
          <ac:spMkLst>
            <pc:docMk/>
            <pc:sldMk cId="3912616031" sldId="261"/>
            <ac:spMk id="3" creationId="{E2282120-B8EF-7BA7-FAF7-C5EB61E7CEF3}"/>
          </ac:spMkLst>
        </pc:spChg>
        <pc:spChg chg="add mod">
          <ac:chgData name="Kumar, Shankar (Contractor)" userId="d7d2038c-4287-4a61-af48-330653fba828" providerId="ADAL" clId="{715A71CE-967C-41F9-8557-9EA2E601B47A}" dt="2025-10-30T04:13:49.272" v="89"/>
          <ac:spMkLst>
            <pc:docMk/>
            <pc:sldMk cId="3912616031" sldId="261"/>
            <ac:spMk id="4" creationId="{9209688A-AB92-36F7-00AC-43F3ED4F8039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30T04:15:01.227" v="105" actId="12"/>
        <pc:sldMkLst>
          <pc:docMk/>
          <pc:sldMk cId="2903184255" sldId="262"/>
        </pc:sldMkLst>
        <pc:spChg chg="mod">
          <ac:chgData name="Kumar, Shankar (Contractor)" userId="d7d2038c-4287-4a61-af48-330653fba828" providerId="ADAL" clId="{715A71CE-967C-41F9-8557-9EA2E601B47A}" dt="2025-10-30T04:14:23.361" v="94"/>
          <ac:spMkLst>
            <pc:docMk/>
            <pc:sldMk cId="2903184255" sldId="262"/>
            <ac:spMk id="2" creationId="{47266930-D132-732B-CCEB-587EF268A9B9}"/>
          </ac:spMkLst>
        </pc:spChg>
        <pc:spChg chg="mod">
          <ac:chgData name="Kumar, Shankar (Contractor)" userId="d7d2038c-4287-4a61-af48-330653fba828" providerId="ADAL" clId="{715A71CE-967C-41F9-8557-9EA2E601B47A}" dt="2025-10-30T04:15:01.227" v="105" actId="12"/>
          <ac:spMkLst>
            <pc:docMk/>
            <pc:sldMk cId="2903184255" sldId="262"/>
            <ac:spMk id="3" creationId="{2FA95D64-4F55-B59E-EB4A-8DCE881AF8E3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30T04:16:01.490" v="118" actId="27636"/>
        <pc:sldMkLst>
          <pc:docMk/>
          <pc:sldMk cId="1894687257" sldId="263"/>
        </pc:sldMkLst>
        <pc:spChg chg="mod">
          <ac:chgData name="Kumar, Shankar (Contractor)" userId="d7d2038c-4287-4a61-af48-330653fba828" providerId="ADAL" clId="{715A71CE-967C-41F9-8557-9EA2E601B47A}" dt="2025-10-30T04:15:39.065" v="113" actId="404"/>
          <ac:spMkLst>
            <pc:docMk/>
            <pc:sldMk cId="1894687257" sldId="263"/>
            <ac:spMk id="2" creationId="{B4A36514-E0ED-ED63-2145-428D805D6F94}"/>
          </ac:spMkLst>
        </pc:spChg>
        <pc:spChg chg="mod">
          <ac:chgData name="Kumar, Shankar (Contractor)" userId="d7d2038c-4287-4a61-af48-330653fba828" providerId="ADAL" clId="{715A71CE-967C-41F9-8557-9EA2E601B47A}" dt="2025-10-30T04:16:01.490" v="118" actId="27636"/>
          <ac:spMkLst>
            <pc:docMk/>
            <pc:sldMk cId="1894687257" sldId="263"/>
            <ac:spMk id="3" creationId="{4D705F33-55CD-F37F-4633-020174632949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30T04:16:43.192" v="127" actId="5793"/>
        <pc:sldMkLst>
          <pc:docMk/>
          <pc:sldMk cId="1246648680" sldId="264"/>
        </pc:sldMkLst>
        <pc:spChg chg="mod">
          <ac:chgData name="Kumar, Shankar (Contractor)" userId="d7d2038c-4287-4a61-af48-330653fba828" providerId="ADAL" clId="{715A71CE-967C-41F9-8557-9EA2E601B47A}" dt="2025-10-30T04:16:43.192" v="127" actId="5793"/>
          <ac:spMkLst>
            <pc:docMk/>
            <pc:sldMk cId="1246648680" sldId="264"/>
            <ac:spMk id="3" creationId="{AF513C1B-7718-ACBB-DF41-4EDB6954B070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30T04:17:18.764" v="131" actId="20577"/>
        <pc:sldMkLst>
          <pc:docMk/>
          <pc:sldMk cId="229207837" sldId="265"/>
        </pc:sldMkLst>
        <pc:spChg chg="mod">
          <ac:chgData name="Kumar, Shankar (Contractor)" userId="d7d2038c-4287-4a61-af48-330653fba828" providerId="ADAL" clId="{715A71CE-967C-41F9-8557-9EA2E601B47A}" dt="2025-10-30T04:17:05.317" v="129"/>
          <ac:spMkLst>
            <pc:docMk/>
            <pc:sldMk cId="229207837" sldId="265"/>
            <ac:spMk id="2" creationId="{B0A91996-2B58-1537-BED8-8AA981252955}"/>
          </ac:spMkLst>
        </pc:spChg>
        <pc:spChg chg="mod">
          <ac:chgData name="Kumar, Shankar (Contractor)" userId="d7d2038c-4287-4a61-af48-330653fba828" providerId="ADAL" clId="{715A71CE-967C-41F9-8557-9EA2E601B47A}" dt="2025-10-30T04:17:18.764" v="131" actId="20577"/>
          <ac:spMkLst>
            <pc:docMk/>
            <pc:sldMk cId="229207837" sldId="265"/>
            <ac:spMk id="3" creationId="{DF087F30-C273-3C12-0257-BED9C167004A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30T04:21:42.736" v="327" actId="6549"/>
        <pc:sldMkLst>
          <pc:docMk/>
          <pc:sldMk cId="1434698658" sldId="266"/>
        </pc:sldMkLst>
        <pc:spChg chg="mod">
          <ac:chgData name="Kumar, Shankar (Contractor)" userId="d7d2038c-4287-4a61-af48-330653fba828" providerId="ADAL" clId="{715A71CE-967C-41F9-8557-9EA2E601B47A}" dt="2025-10-30T04:18:35.353" v="172" actId="20577"/>
          <ac:spMkLst>
            <pc:docMk/>
            <pc:sldMk cId="1434698658" sldId="266"/>
            <ac:spMk id="2" creationId="{C06FDC40-6C47-4A90-AC18-4939DC8C6BDC}"/>
          </ac:spMkLst>
        </pc:spChg>
        <pc:spChg chg="mod">
          <ac:chgData name="Kumar, Shankar (Contractor)" userId="d7d2038c-4287-4a61-af48-330653fba828" providerId="ADAL" clId="{715A71CE-967C-41F9-8557-9EA2E601B47A}" dt="2025-10-30T04:21:42.736" v="327" actId="6549"/>
          <ac:spMkLst>
            <pc:docMk/>
            <pc:sldMk cId="1434698658" sldId="266"/>
            <ac:spMk id="3" creationId="{CA1E8AA0-A72D-403F-1C95-036140769861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30T04:23:05.124" v="433" actId="5793"/>
        <pc:sldMkLst>
          <pc:docMk/>
          <pc:sldMk cId="1768482408" sldId="267"/>
        </pc:sldMkLst>
        <pc:spChg chg="mod">
          <ac:chgData name="Kumar, Shankar (Contractor)" userId="d7d2038c-4287-4a61-af48-330653fba828" providerId="ADAL" clId="{715A71CE-967C-41F9-8557-9EA2E601B47A}" dt="2025-10-30T04:22:02.045" v="343" actId="20577"/>
          <ac:spMkLst>
            <pc:docMk/>
            <pc:sldMk cId="1768482408" sldId="267"/>
            <ac:spMk id="2" creationId="{215AEAF2-2521-FF61-1C38-42BD36F8F323}"/>
          </ac:spMkLst>
        </pc:spChg>
        <pc:spChg chg="mod">
          <ac:chgData name="Kumar, Shankar (Contractor)" userId="d7d2038c-4287-4a61-af48-330653fba828" providerId="ADAL" clId="{715A71CE-967C-41F9-8557-9EA2E601B47A}" dt="2025-10-30T04:23:05.124" v="433" actId="5793"/>
          <ac:spMkLst>
            <pc:docMk/>
            <pc:sldMk cId="1768482408" sldId="267"/>
            <ac:spMk id="3" creationId="{289FD03A-EB66-6DD4-3A77-5544EE51D4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F6D3-8CC3-721B-9378-E1709AA9B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8F792-AE15-9D8A-5B87-0E2038B59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6A0CB-ED8E-B7CA-F606-E03ADCEE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1621B-EDA5-DD73-4482-87E651F5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708C1-7306-B756-C935-ACD5DE58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9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B860D-5D40-5C54-3DF3-691FA0758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9072-ED76-6FDC-5832-CCFFCA3E1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BDBC-EC80-610A-CE41-7125CE7B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0F91C-C27C-6C76-CBEC-B65274F4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8AE0A-EC87-CC6B-D6EB-24763DD4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2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38CA-5B55-5F84-8CAE-8567BBFF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7A670-5FF3-5ADF-A61E-47A30131D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79B3A-1482-DAAF-7FC7-B01B63E7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2C34-E53D-CDF3-6C9E-D72ABB5F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C0800-6FBF-B63D-D5A5-584CA3AD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D54A7-EA2E-126C-B3CF-689530D5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5D0D-2268-75C8-6D21-A7BB3DCA1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E0B59-4B44-ABD4-B046-3980BB6AC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6A98C-0238-360B-174A-C8C332A2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A86BD-E849-BBD8-A84E-0F491CC1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13379-61C6-27B2-83CC-C478341E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46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A38C-7C69-EE5B-657C-04A8713D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6E6E2-1981-7E81-DE46-2E0EE3C0B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0310D-E93F-47C1-3426-5F4C38056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EB548-ADF5-C65C-9019-3819A7F84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979F8-200C-C59C-2FF4-1205922ED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78307-E25F-80F9-63BE-80C43662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5D35A0-029C-502C-ABFA-0FFC83FA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3149B-894F-796C-9D96-453609C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65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B124-67AA-612E-073C-E775380A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4B97D-916F-4208-6CA5-5B750E12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D8745-6FE2-D197-3DB4-C80FF746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36AFF-F5D0-8A3B-E859-FACB5FE3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52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EFFA1-3A0A-B61B-59BB-5D56A6C7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F3888A-9015-54D1-6F02-08844ABE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F3134-A095-274F-60BF-DF5F7FD9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41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9F4B-BD40-5749-F45E-7A4640AE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4405C-E304-0533-CB52-9D5F7EE68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6F4AC-6257-B372-C937-61D21C9ED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2C6C2-81D7-6EC4-A2A2-2033C152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409DC-5881-9B98-EA38-333A5092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D2957-E287-D843-26F5-A9AD8B9C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22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BB17-1384-9EE2-5641-09F6BC66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2D8B0-1B8F-C677-AB71-8AA885A15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2D4E1-D21D-D74C-296D-1B25C5ECD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04345-DA8F-6758-98F4-764AC8BC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7123B-81A7-AFB5-BD1F-47466DF7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55A94-83DF-DBFE-AEB4-85AE53D4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4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EF3F-A392-B9F4-7948-1D1788EEA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0D37E-6B28-4A25-B452-79C470D4A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65CAB-66B1-08B2-66C9-EFCE10B43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041D8-5576-9F42-E453-5D68713F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E4D35-01C3-ECB2-04EC-8C137CD4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63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5E09FA-E575-EB1C-8F35-32819CBF4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D27B2-EE02-704A-48D9-074A44932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E98CF-D724-F229-FB1A-ACF8D05F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859EB-C1BE-D27C-075F-E8CFD64D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E3F2-409C-F8E6-790A-F80ABC4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23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0BF8C9-B450-7CDA-72B4-E183ED7B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3C3CC-FAFE-9AD6-C46D-B0EED5F21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3A480-52A0-461A-F94C-DAD0BAF32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9C866-4006-4866-9719-38519969DE6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03159-914E-0AEE-9360-1829A7063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27B4-5180-3B34-CCA2-4AFBE79D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D6302-FED2-4DB3-852D-F6F109EB0B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8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8208-3A81-D782-5899-8FC0042C5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Sonar </a:t>
            </a:r>
            <a:r>
              <a:rPr lang="en-US" dirty="0" err="1"/>
              <a:t>qube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590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DC79-EE44-C17D-00AB-0852FB36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sonarqube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3BDA2-4663-4941-DC6D-AF8A4EADF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 A</a:t>
            </a:r>
            <a:r>
              <a:rPr lang="en-US" dirty="0">
                <a:effectLst/>
              </a:rPr>
              <a:t> static code analysis platform that performs continuous inspection of a codebase to detect bugs, vulnerabilities, and code smells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Definition: An open-source platform for continuous code quality inspection.</a:t>
            </a:r>
          </a:p>
          <a:p>
            <a:endParaRPr lang="en-US" dirty="0"/>
          </a:p>
          <a:p>
            <a:r>
              <a:rPr lang="en-US" dirty="0"/>
              <a:t>Purpose: To help development teams manage and improve the reliability, security, and maintainability of their code.</a:t>
            </a:r>
          </a:p>
          <a:p>
            <a:endParaRPr lang="en-US" dirty="0"/>
          </a:p>
          <a:p>
            <a:r>
              <a:rPr lang="en-US" dirty="0"/>
              <a:t>Key benefit: Automates static code analysis to find bugs, vulnerabilities, and code smells.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00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EF69-7A62-B26E-2D59-1DAF8955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Why use SonarQube?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3BF4-CD2E-C204-AF00-EE2D5C34A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issue detection: Identifies and fixes problems during development rather than in production.</a:t>
            </a:r>
          </a:p>
          <a:p>
            <a:r>
              <a:rPr lang="en-US" dirty="0"/>
              <a:t>Improved code quality: Enforces coding standards to reduce technical debt and ensure clean code.</a:t>
            </a:r>
          </a:p>
          <a:p>
            <a:r>
              <a:rPr lang="en-US" dirty="0"/>
              <a:t>Reduced risk: Catches security vulnerabilities and potential bugs that could cause crashes.</a:t>
            </a:r>
          </a:p>
          <a:p>
            <a:r>
              <a:rPr lang="en-US" dirty="0"/>
              <a:t>Shift-left approach: Integrates analysis into the CI/CD pipeline and even the IDE (with </a:t>
            </a:r>
            <a:r>
              <a:rPr lang="en-US" dirty="0" err="1"/>
              <a:t>SonarLint</a:t>
            </a:r>
            <a:r>
              <a:rPr lang="en-US" dirty="0"/>
              <a:t>) to provide instant feedback.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6897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68EC-2837-AB60-46E1-D557C4BC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features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1196-8695-CF14-AB61-BECAAAF7F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Multi-language support: Scans code in dozens of languages, including Java, C#, Python, and JavaScript.</a:t>
            </a:r>
          </a:p>
          <a:p>
            <a:r>
              <a:rPr lang="en-US" dirty="0"/>
              <a:t>Quality Gates: A pass/fail quality-control mechanism for your project based on a predefined set of metrics.</a:t>
            </a:r>
          </a:p>
          <a:p>
            <a:r>
              <a:rPr lang="en-US" dirty="0"/>
              <a:t>Quality Profiles: Manage the collection of coding rules for a specific language.</a:t>
            </a:r>
          </a:p>
          <a:p>
            <a:r>
              <a:rPr lang="en-US" dirty="0"/>
              <a:t>Code security: Finds security vulnerabilities and highlights security-sensitive areas for manual review (Security Hotspots).</a:t>
            </a:r>
          </a:p>
          <a:p>
            <a:r>
              <a:rPr lang="en-US" dirty="0"/>
              <a:t>Metrics reporting: Provides a centralized dashboard with metrics on code complexity, duplication, and test coverage.</a:t>
            </a:r>
          </a:p>
          <a:p>
            <a:r>
              <a:rPr lang="en-US" dirty="0"/>
              <a:t>Integration: Connects with popular tools like Jenkins, Maven, Gradle, GitHub Actions, and Azure DevOps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90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EF5E-1822-B6FA-B570-FE405DCCB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it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D4C0-2405-2140-8796-0F971E37C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SonarQube server: The central component that processes, stores, and displays analysis results.</a:t>
            </a:r>
          </a:p>
          <a:p>
            <a:r>
              <a:rPr lang="en-US" dirty="0" err="1"/>
              <a:t>SonarScanner</a:t>
            </a:r>
            <a:r>
              <a:rPr lang="en-US" dirty="0"/>
              <a:t>: The command-line tool used to initiate the code analysis.</a:t>
            </a:r>
          </a:p>
          <a:p>
            <a:r>
              <a:rPr lang="en-US" dirty="0"/>
              <a:t>Database: Stores the code analysis results and historical data.</a:t>
            </a:r>
          </a:p>
          <a:p>
            <a:r>
              <a:rPr lang="en-US" dirty="0"/>
              <a:t>Steps: Code is analyzed by a scanner, the report is sent to the server, and results are stored in the database for display on the dashboard.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160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1228-C071-B113-684B-45EE7E07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in the CI/CD pipeline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82120-B8EF-7BA7-FAF7-C5EB61E7C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Jenkins integration:</a:t>
            </a:r>
            <a:r>
              <a:rPr lang="en-US" dirty="0"/>
              <a:t> A common use case demonstrating how SonarQube can automatically check code quality during the build process.</a:t>
            </a:r>
          </a:p>
          <a:p>
            <a:r>
              <a:rPr lang="en-US" b="1" dirty="0"/>
              <a:t>Pull Request analysis:</a:t>
            </a:r>
            <a:r>
              <a:rPr lang="en-US" dirty="0"/>
              <a:t> Provides automated code review and quality checks directly within a pull request, allowing developers to see issues before they merge their code.</a:t>
            </a:r>
          </a:p>
          <a:p>
            <a:r>
              <a:rPr lang="en-US" b="1" dirty="0"/>
              <a:t>Preventing bad code:</a:t>
            </a:r>
            <a:r>
              <a:rPr lang="en-US" dirty="0"/>
              <a:t> The Quality Gate can be configured to break the build if a project fails to meet a quality standard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616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6930-D132-732B-CCEB-587EF268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Set up SonarQube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5D64-4F55-B59E-EB4A-8DCE881AF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Download and Install: Download the SonarQube Community Edition from the official website. Extract the downloaded archive to a desired location.</a:t>
            </a:r>
          </a:p>
          <a:p>
            <a:r>
              <a:rPr lang="en-US" dirty="0"/>
              <a:t>Start SonarQube: Navigate to the bin directory within the extracted SonarQube folder, then to the directory corresponding to your operating system (e.g., windows, </a:t>
            </a:r>
            <a:r>
              <a:rPr lang="en-US" dirty="0" err="1"/>
              <a:t>linux</a:t>
            </a:r>
            <a:r>
              <a:rPr lang="en-US" dirty="0"/>
              <a:t>). Execute the startSonar.bat (Windows) or sonar.sh (Linux/macOS) script.</a:t>
            </a:r>
          </a:p>
          <a:p>
            <a:r>
              <a:rPr lang="en-US" dirty="0"/>
              <a:t>Access Dashboard: Once SonarQube starts (it typically runs on port 9000), open your web browser and navigate to localhost:9000. The default username and password are admin/admin. You will be prompted to change the password on your first login.</a:t>
            </a:r>
          </a:p>
          <a:p>
            <a:r>
              <a:rPr lang="en-US" dirty="0"/>
              <a:t>Create Project: In the SonarQube dashboard, create a new project. You will be given a project key and display name. Generate a token for this project, which will be used for authentication during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18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DC40-6C47-4A90-AC18-4939DC8C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of </a:t>
            </a:r>
            <a:r>
              <a:rPr lang="en-US" dirty="0" err="1"/>
              <a:t>sonarqube</a:t>
            </a:r>
            <a:r>
              <a:rPr lang="en-US" dirty="0"/>
              <a:t> community 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8AA0-A72D-403F-1C95-036140769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Open file sonarqube-25.5.0.107428\conf\</a:t>
            </a:r>
            <a:r>
              <a:rPr lang="en-IN" dirty="0" err="1"/>
              <a:t>sonar.properties</a:t>
            </a:r>
            <a:endParaRPr lang="en-IN" dirty="0"/>
          </a:p>
          <a:p>
            <a:r>
              <a:rPr lang="en-IN" dirty="0"/>
              <a:t>Add values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IN" dirty="0" err="1"/>
              <a:t>sonar.log.level</a:t>
            </a:r>
            <a:r>
              <a:rPr lang="en-IN" dirty="0"/>
              <a:t> = DEBUG</a:t>
            </a:r>
          </a:p>
          <a:p>
            <a:pPr marL="457200" lvl="1" indent="0">
              <a:buNone/>
            </a:pPr>
            <a:r>
              <a:rPr lang="en-IN" dirty="0" err="1"/>
              <a:t>sonar.web.port</a:t>
            </a:r>
            <a:r>
              <a:rPr lang="en-IN" dirty="0"/>
              <a:t>=5000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set SONAR_JAVA_PATH=c:\Users\2383505\Downloads\software\jdk-21_windows-x64_bin\jdk-21.0.8\bin\java.exe</a:t>
            </a:r>
          </a:p>
          <a:p>
            <a:pPr marL="457200" lvl="1" indent="0">
              <a:buNone/>
            </a:pPr>
            <a:r>
              <a:rPr lang="en-IN" dirty="0"/>
              <a:t>Start server </a:t>
            </a:r>
          </a:p>
          <a:p>
            <a:pPr marL="457200" lvl="1" indent="0">
              <a:buNone/>
            </a:pPr>
            <a:r>
              <a:rPr lang="de-DE" dirty="0"/>
              <a:t>sonarqube-25.10.0.114319&gt;bin\windows-x86-64\StartSonar.bat</a:t>
            </a:r>
          </a:p>
          <a:p>
            <a:pPr marL="457200" lvl="1" indent="0">
              <a:buNone/>
            </a:pPr>
            <a:r>
              <a:rPr lang="de-DE" dirty="0"/>
              <a:t>Open browser </a:t>
            </a:r>
            <a:r>
              <a:rPr lang="de-DE" dirty="0">
                <a:hlinkClick r:id="rId2"/>
              </a:rPr>
              <a:t>http://localhost:5000</a:t>
            </a: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r>
              <a:rPr lang="de-DE" dirty="0"/>
              <a:t>Add  admin user name and password admin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698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6514-E0ED-ED63-2145-428D805D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Configure Spring Boot Project for SonarQube Analysis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5F33-55CD-F37F-4633-020174632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Add SonarQube Plugin (Maven/Gradle):</a:t>
            </a:r>
            <a:endParaRPr lang="en-IN" dirty="0"/>
          </a:p>
          <a:p>
            <a:pPr lvl="1"/>
            <a:r>
              <a:rPr lang="en-IN" b="1" dirty="0"/>
              <a:t>Maven:</a:t>
            </a:r>
            <a:r>
              <a:rPr lang="en-IN" dirty="0"/>
              <a:t> Add the SonarQube Maven plugin to your pom.xml.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 &lt;build&gt;</a:t>
            </a:r>
          </a:p>
          <a:p>
            <a:pPr marL="0" indent="0">
              <a:buNone/>
            </a:pPr>
            <a:r>
              <a:rPr lang="en-IN" dirty="0"/>
              <a:t>            &lt;plugins&gt;</a:t>
            </a:r>
          </a:p>
          <a:p>
            <a:pPr marL="0" indent="0">
              <a:buNone/>
            </a:pPr>
            <a:r>
              <a:rPr lang="en-IN" dirty="0"/>
              <a:t>                &lt;plugin&gt;</a:t>
            </a:r>
          </a:p>
          <a:p>
            <a:pPr marL="0" indent="0">
              <a:buNone/>
            </a:pPr>
            <a:r>
              <a:rPr lang="en-IN" dirty="0"/>
              <a:t>        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org.sonarsource.scanner.maven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    &lt;</a:t>
            </a:r>
            <a:r>
              <a:rPr lang="en-IN" dirty="0" err="1"/>
              <a:t>artifactId</a:t>
            </a:r>
            <a:r>
              <a:rPr lang="en-IN" dirty="0"/>
              <a:t>&gt;sonar-maven-plugin&lt;/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        &lt;version&gt;3.9.1.2184&lt;/version&gt; &lt;!-- Use the latest version --&gt;</a:t>
            </a:r>
          </a:p>
          <a:p>
            <a:pPr marL="0" indent="0">
              <a:buNone/>
            </a:pPr>
            <a:r>
              <a:rPr lang="en-IN" dirty="0"/>
              <a:t>                &lt;/plugin&gt;</a:t>
            </a:r>
          </a:p>
          <a:p>
            <a:pPr marL="0" indent="0">
              <a:buNone/>
            </a:pPr>
            <a:r>
              <a:rPr lang="en-IN" dirty="0"/>
              <a:t>            &lt;/plugins&gt;</a:t>
            </a:r>
          </a:p>
          <a:p>
            <a:pPr marL="0" indent="0">
              <a:buNone/>
            </a:pPr>
            <a:r>
              <a:rPr lang="en-IN" dirty="0"/>
              <a:t>        &lt;/build&gt;</a:t>
            </a:r>
          </a:p>
          <a:p>
            <a:pPr marL="0" indent="0">
              <a:buNone/>
            </a:pPr>
            <a:r>
              <a:rPr lang="en-IN" dirty="0"/>
              <a:t>        &lt;properties&gt;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sonar.projectKey</a:t>
            </a:r>
            <a:r>
              <a:rPr lang="en-IN" dirty="0"/>
              <a:t>&gt;</a:t>
            </a:r>
            <a:r>
              <a:rPr lang="en-IN" dirty="0" err="1"/>
              <a:t>your_project_key</a:t>
            </a:r>
            <a:r>
              <a:rPr lang="en-IN" dirty="0"/>
              <a:t>&lt;/</a:t>
            </a:r>
            <a:r>
              <a:rPr lang="en-IN" dirty="0" err="1"/>
              <a:t>sonar.projectKey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&lt;sonar.host.url&gt;http://localhost:9000&lt;/sonar.host.url&gt;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sonar.login</a:t>
            </a:r>
            <a:r>
              <a:rPr lang="en-IN" dirty="0"/>
              <a:t>&gt;</a:t>
            </a:r>
            <a:r>
              <a:rPr lang="en-IN" dirty="0" err="1"/>
              <a:t>your_generated_token</a:t>
            </a:r>
            <a:r>
              <a:rPr lang="en-IN" dirty="0"/>
              <a:t>&lt;/</a:t>
            </a:r>
            <a:r>
              <a:rPr lang="en-IN" dirty="0" err="1"/>
              <a:t>sonar.login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&lt;/properties&gt;</a:t>
            </a:r>
          </a:p>
        </p:txBody>
      </p:sp>
    </p:spTree>
    <p:extLst>
      <p:ext uri="{BB962C8B-B14F-4D97-AF65-F5344CB8AC3E}">
        <p14:creationId xmlns:p14="http://schemas.microsoft.com/office/powerpoint/2010/main" val="1894687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EAF2-2521-FF61-1C38-42BD36F8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token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FD03A-EB66-6DD4-3A77-5544EE51D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sonar generate key and sequence and add to the program </a:t>
            </a:r>
          </a:p>
          <a:p>
            <a:r>
              <a:rPr lang="en-IN" dirty="0"/>
              <a:t>Go to browser , localhost:5000</a:t>
            </a:r>
          </a:p>
          <a:p>
            <a:r>
              <a:rPr lang="en-IN" dirty="0"/>
              <a:t>Thyen account </a:t>
            </a:r>
          </a:p>
          <a:p>
            <a:r>
              <a:rPr lang="en-IN" dirty="0"/>
              <a:t>In project add following command </a:t>
            </a:r>
          </a:p>
          <a:p>
            <a:pPr marL="0" indent="0">
              <a:buNone/>
            </a:pPr>
            <a:r>
              <a:rPr lang="en-IN" dirty="0" err="1"/>
              <a:t>mvn</a:t>
            </a:r>
            <a:r>
              <a:rPr lang="en-IN" dirty="0"/>
              <a:t> clean verify </a:t>
            </a:r>
            <a:r>
              <a:rPr lang="en-IN" dirty="0" err="1"/>
              <a:t>sonar:sonar</a:t>
            </a:r>
            <a:r>
              <a:rPr lang="en-IN" dirty="0"/>
              <a:t>   -</a:t>
            </a:r>
            <a:r>
              <a:rPr lang="en-IN" dirty="0" err="1"/>
              <a:t>Dsonar.projectKey</a:t>
            </a:r>
            <a:r>
              <a:rPr lang="en-IN" dirty="0"/>
              <a:t>=project1   -</a:t>
            </a:r>
            <a:r>
              <a:rPr lang="en-IN" dirty="0" err="1"/>
              <a:t>Dsonar.projectName</a:t>
            </a:r>
            <a:r>
              <a:rPr lang="en-IN" dirty="0"/>
              <a:t>='project1'   -Dsonar.host.url=http://localhost:5000   -</a:t>
            </a:r>
            <a:r>
              <a:rPr lang="en-IN" dirty="0" err="1"/>
              <a:t>Dsonar.token</a:t>
            </a:r>
            <a:r>
              <a:rPr lang="en-IN" dirty="0"/>
              <a:t>=sqp_ced48480079894fa38b95a43809ab8ebfeb730d8</a:t>
            </a:r>
          </a:p>
        </p:txBody>
      </p:sp>
    </p:spTree>
    <p:extLst>
      <p:ext uri="{BB962C8B-B14F-4D97-AF65-F5344CB8AC3E}">
        <p14:creationId xmlns:p14="http://schemas.microsoft.com/office/powerpoint/2010/main" val="1768482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3836-A469-10E9-2600-39D53BF1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3C1B-7718-ACBB-DF41-4EDB6954B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 placeholders: Substitute </a:t>
            </a:r>
            <a:r>
              <a:rPr lang="en-US" dirty="0" err="1"/>
              <a:t>your_project_key</a:t>
            </a:r>
            <a:r>
              <a:rPr lang="en-US" dirty="0"/>
              <a:t> and </a:t>
            </a:r>
            <a:r>
              <a:rPr lang="en-US" dirty="0" err="1"/>
              <a:t>your_generated_token</a:t>
            </a:r>
            <a:r>
              <a:rPr lang="en-US" dirty="0"/>
              <a:t> with the values obtained from your SonarQube project.</a:t>
            </a:r>
          </a:p>
          <a:p>
            <a:r>
              <a:rPr lang="en-US" dirty="0"/>
              <a:t>Run Analysis:</a:t>
            </a:r>
          </a:p>
          <a:p>
            <a:r>
              <a:rPr lang="en-US" dirty="0"/>
              <a:t>Maven: Execute the following command in your project's root directory: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IN" dirty="0"/>
              <a:t> </a:t>
            </a:r>
            <a:r>
              <a:rPr lang="en-IN" dirty="0" err="1"/>
              <a:t>mvn</a:t>
            </a:r>
            <a:r>
              <a:rPr lang="en-IN" dirty="0"/>
              <a:t> clean install </a:t>
            </a:r>
            <a:r>
              <a:rPr lang="en-IN" dirty="0" err="1"/>
              <a:t>sonar:sonar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648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1996-2B58-1537-BED8-8AA98125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View Analysis Results: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7F30-C273-3C12-0257-BED9C1670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the analysis completes, navigate back to your SonarQube dashboard in the browser. </a:t>
            </a:r>
          </a:p>
          <a:p>
            <a:r>
              <a:rPr lang="en-US" dirty="0"/>
              <a:t>You should see your Spring Boot project listed with detailed analysis results, including code quality metrics, detected bugs, vulnerabilities, and code smells.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07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973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Sonar qube</vt:lpstr>
      <vt:lpstr>What is sonarqube</vt:lpstr>
      <vt:lpstr> Why use SonarQube? </vt:lpstr>
      <vt:lpstr>Core features </vt:lpstr>
      <vt:lpstr>How it works</vt:lpstr>
      <vt:lpstr>Integration in the CI/CD pipeline </vt:lpstr>
      <vt:lpstr>Set up SonarQube Server</vt:lpstr>
      <vt:lpstr>Configuration of sonarqube community ed</vt:lpstr>
      <vt:lpstr>Configure Spring Boot Project for SonarQube Analysis</vt:lpstr>
      <vt:lpstr>Generate token</vt:lpstr>
      <vt:lpstr>PowerPoint Presentation</vt:lpstr>
      <vt:lpstr>View Analysis Results: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2025-10-30T04:09:01Z</dcterms:created>
  <dcterms:modified xsi:type="dcterms:W3CDTF">2025-10-30T04:23:06Z</dcterms:modified>
</cp:coreProperties>
</file>