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C8B7C6-0590-449B-BDAB-32E372399C7A}" v="21" dt="2025-10-29T03:50:18.5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mar, Shankar (Contractor)" userId="d7d2038c-4287-4a61-af48-330653fba828" providerId="ADAL" clId="{715A71CE-967C-41F9-8557-9EA2E601B47A}"/>
    <pc:docChg chg="undo custSel addSld modSld">
      <pc:chgData name="Kumar, Shankar (Contractor)" userId="d7d2038c-4287-4a61-af48-330653fba828" providerId="ADAL" clId="{715A71CE-967C-41F9-8557-9EA2E601B47A}" dt="2025-10-29T03:50:26.282" v="272" actId="12"/>
      <pc:docMkLst>
        <pc:docMk/>
      </pc:docMkLst>
      <pc:sldChg chg="modSp mod">
        <pc:chgData name="Kumar, Shankar (Contractor)" userId="d7d2038c-4287-4a61-af48-330653fba828" providerId="ADAL" clId="{715A71CE-967C-41F9-8557-9EA2E601B47A}" dt="2025-10-29T03:40:13.027" v="31" actId="20577"/>
        <pc:sldMkLst>
          <pc:docMk/>
          <pc:sldMk cId="2858053201" sldId="256"/>
        </pc:sldMkLst>
        <pc:spChg chg="mod">
          <ac:chgData name="Kumar, Shankar (Contractor)" userId="d7d2038c-4287-4a61-af48-330653fba828" providerId="ADAL" clId="{715A71CE-967C-41F9-8557-9EA2E601B47A}" dt="2025-10-29T03:40:13.027" v="31" actId="20577"/>
          <ac:spMkLst>
            <pc:docMk/>
            <pc:sldMk cId="2858053201" sldId="256"/>
            <ac:spMk id="2" creationId="{0EC6ED50-1EF8-157D-DB1F-81A0DA075F29}"/>
          </ac:spMkLst>
        </pc:spChg>
      </pc:sldChg>
      <pc:sldChg chg="addSp delSp modSp new mod">
        <pc:chgData name="Kumar, Shankar (Contractor)" userId="d7d2038c-4287-4a61-af48-330653fba828" providerId="ADAL" clId="{715A71CE-967C-41F9-8557-9EA2E601B47A}" dt="2025-10-29T03:41:23.386" v="51" actId="27636"/>
        <pc:sldMkLst>
          <pc:docMk/>
          <pc:sldMk cId="3387468273" sldId="257"/>
        </pc:sldMkLst>
        <pc:spChg chg="add del mod">
          <ac:chgData name="Kumar, Shankar (Contractor)" userId="d7d2038c-4287-4a61-af48-330653fba828" providerId="ADAL" clId="{715A71CE-967C-41F9-8557-9EA2E601B47A}" dt="2025-10-29T03:41:05.201" v="47"/>
          <ac:spMkLst>
            <pc:docMk/>
            <pc:sldMk cId="3387468273" sldId="257"/>
            <ac:spMk id="2" creationId="{831BBB4D-5DD2-A60B-DA1C-3E49AF16042E}"/>
          </ac:spMkLst>
        </pc:spChg>
        <pc:spChg chg="mod">
          <ac:chgData name="Kumar, Shankar (Contractor)" userId="d7d2038c-4287-4a61-af48-330653fba828" providerId="ADAL" clId="{715A71CE-967C-41F9-8557-9EA2E601B47A}" dt="2025-10-29T03:41:23.386" v="51" actId="27636"/>
          <ac:spMkLst>
            <pc:docMk/>
            <pc:sldMk cId="3387468273" sldId="257"/>
            <ac:spMk id="3" creationId="{9A0244A5-8EFB-2BFC-8DEC-3D2C42410005}"/>
          </ac:spMkLst>
        </pc:spChg>
        <pc:spChg chg="add">
          <ac:chgData name="Kumar, Shankar (Contractor)" userId="d7d2038c-4287-4a61-af48-330653fba828" providerId="ADAL" clId="{715A71CE-967C-41F9-8557-9EA2E601B47A}" dt="2025-10-29T03:40:54.300" v="42"/>
          <ac:spMkLst>
            <pc:docMk/>
            <pc:sldMk cId="3387468273" sldId="257"/>
            <ac:spMk id="4" creationId="{E14626B2-2AF7-1F51-276D-33EE5B98BBC1}"/>
          </ac:spMkLst>
        </pc:spChg>
        <pc:spChg chg="add mod">
          <ac:chgData name="Kumar, Shankar (Contractor)" userId="d7d2038c-4287-4a61-af48-330653fba828" providerId="ADAL" clId="{715A71CE-967C-41F9-8557-9EA2E601B47A}" dt="2025-10-29T03:41:02.187" v="45"/>
          <ac:spMkLst>
            <pc:docMk/>
            <pc:sldMk cId="3387468273" sldId="257"/>
            <ac:spMk id="5" creationId="{A9A0079B-623E-B790-6941-02E8C2C2F531}"/>
          </ac:spMkLst>
        </pc:spChg>
      </pc:sldChg>
      <pc:sldChg chg="addSp delSp modSp new mod">
        <pc:chgData name="Kumar, Shankar (Contractor)" userId="d7d2038c-4287-4a61-af48-330653fba828" providerId="ADAL" clId="{715A71CE-967C-41F9-8557-9EA2E601B47A}" dt="2025-10-29T03:41:50.410" v="56"/>
        <pc:sldMkLst>
          <pc:docMk/>
          <pc:sldMk cId="122795090" sldId="258"/>
        </pc:sldMkLst>
        <pc:spChg chg="add del mod">
          <ac:chgData name="Kumar, Shankar (Contractor)" userId="d7d2038c-4287-4a61-af48-330653fba828" providerId="ADAL" clId="{715A71CE-967C-41F9-8557-9EA2E601B47A}" dt="2025-10-29T03:41:50.410" v="56"/>
          <ac:spMkLst>
            <pc:docMk/>
            <pc:sldMk cId="122795090" sldId="258"/>
            <ac:spMk id="3" creationId="{BD3CBC71-0B14-97CE-852F-B355084760D6}"/>
          </ac:spMkLst>
        </pc:spChg>
        <pc:spChg chg="add mod">
          <ac:chgData name="Kumar, Shankar (Contractor)" userId="d7d2038c-4287-4a61-af48-330653fba828" providerId="ADAL" clId="{715A71CE-967C-41F9-8557-9EA2E601B47A}" dt="2025-10-29T03:41:47.539" v="54"/>
          <ac:spMkLst>
            <pc:docMk/>
            <pc:sldMk cId="122795090" sldId="258"/>
            <ac:spMk id="4" creationId="{08978163-A847-A305-D1BD-F3525324776F}"/>
          </ac:spMkLst>
        </pc:spChg>
      </pc:sldChg>
      <pc:sldChg chg="addSp delSp modSp new mod">
        <pc:chgData name="Kumar, Shankar (Contractor)" userId="d7d2038c-4287-4a61-af48-330653fba828" providerId="ADAL" clId="{715A71CE-967C-41F9-8557-9EA2E601B47A}" dt="2025-10-29T03:47:42.661" v="172" actId="27636"/>
        <pc:sldMkLst>
          <pc:docMk/>
          <pc:sldMk cId="1150231846" sldId="259"/>
        </pc:sldMkLst>
        <pc:spChg chg="mod">
          <ac:chgData name="Kumar, Shankar (Contractor)" userId="d7d2038c-4287-4a61-af48-330653fba828" providerId="ADAL" clId="{715A71CE-967C-41F9-8557-9EA2E601B47A}" dt="2025-10-29T03:42:33.018" v="85" actId="20577"/>
          <ac:spMkLst>
            <pc:docMk/>
            <pc:sldMk cId="1150231846" sldId="259"/>
            <ac:spMk id="2" creationId="{427E790D-6996-7C70-D41E-338FFB326E44}"/>
          </ac:spMkLst>
        </pc:spChg>
        <pc:spChg chg="add del mod">
          <ac:chgData name="Kumar, Shankar (Contractor)" userId="d7d2038c-4287-4a61-af48-330653fba828" providerId="ADAL" clId="{715A71CE-967C-41F9-8557-9EA2E601B47A}" dt="2025-10-29T03:47:42.661" v="172" actId="27636"/>
          <ac:spMkLst>
            <pc:docMk/>
            <pc:sldMk cId="1150231846" sldId="259"/>
            <ac:spMk id="3" creationId="{B9494991-F4CC-BCE2-BD8A-9BC86315DF00}"/>
          </ac:spMkLst>
        </pc:spChg>
        <pc:spChg chg="add mod">
          <ac:chgData name="Kumar, Shankar (Contractor)" userId="d7d2038c-4287-4a61-af48-330653fba828" providerId="ADAL" clId="{715A71CE-967C-41F9-8557-9EA2E601B47A}" dt="2025-10-29T03:42:36.469" v="87"/>
          <ac:spMkLst>
            <pc:docMk/>
            <pc:sldMk cId="1150231846" sldId="259"/>
            <ac:spMk id="4" creationId="{C6B8EC60-476E-C0DD-85FB-6585A672CC09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0-29T03:47:46.164" v="173"/>
        <pc:sldMkLst>
          <pc:docMk/>
          <pc:sldMk cId="2801725258" sldId="260"/>
        </pc:sldMkLst>
        <pc:spChg chg="mod">
          <ac:chgData name="Kumar, Shankar (Contractor)" userId="d7d2038c-4287-4a61-af48-330653fba828" providerId="ADAL" clId="{715A71CE-967C-41F9-8557-9EA2E601B47A}" dt="2025-10-29T03:47:46.164" v="173"/>
          <ac:spMkLst>
            <pc:docMk/>
            <pc:sldMk cId="2801725258" sldId="260"/>
            <ac:spMk id="2" creationId="{3CBEF2BA-9142-683C-9555-B95199EB0A99}"/>
          </ac:spMkLst>
        </pc:spChg>
        <pc:spChg chg="mod">
          <ac:chgData name="Kumar, Shankar (Contractor)" userId="d7d2038c-4287-4a61-af48-330653fba828" providerId="ADAL" clId="{715A71CE-967C-41F9-8557-9EA2E601B47A}" dt="2025-10-29T03:43:20.731" v="105" actId="12"/>
          <ac:spMkLst>
            <pc:docMk/>
            <pc:sldMk cId="2801725258" sldId="260"/>
            <ac:spMk id="3" creationId="{C886D158-8957-4B4F-8315-1C7CF698F8B8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0-29T03:43:49.616" v="111" actId="20577"/>
        <pc:sldMkLst>
          <pc:docMk/>
          <pc:sldMk cId="3996318433" sldId="261"/>
        </pc:sldMkLst>
        <pc:spChg chg="mod">
          <ac:chgData name="Kumar, Shankar (Contractor)" userId="d7d2038c-4287-4a61-af48-330653fba828" providerId="ADAL" clId="{715A71CE-967C-41F9-8557-9EA2E601B47A}" dt="2025-10-29T03:43:44.123" v="110"/>
          <ac:spMkLst>
            <pc:docMk/>
            <pc:sldMk cId="3996318433" sldId="261"/>
            <ac:spMk id="2" creationId="{93775844-35C0-900D-3832-89CDA82237EB}"/>
          </ac:spMkLst>
        </pc:spChg>
        <pc:spChg chg="mod">
          <ac:chgData name="Kumar, Shankar (Contractor)" userId="d7d2038c-4287-4a61-af48-330653fba828" providerId="ADAL" clId="{715A71CE-967C-41F9-8557-9EA2E601B47A}" dt="2025-10-29T03:43:49.616" v="111" actId="20577"/>
          <ac:spMkLst>
            <pc:docMk/>
            <pc:sldMk cId="3996318433" sldId="261"/>
            <ac:spMk id="3" creationId="{7EF14743-B14D-FE70-0D3C-4E91E30A4D5E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0-29T03:45:32.279" v="154" actId="27636"/>
        <pc:sldMkLst>
          <pc:docMk/>
          <pc:sldMk cId="3068677654" sldId="262"/>
        </pc:sldMkLst>
        <pc:spChg chg="mod">
          <ac:chgData name="Kumar, Shankar (Contractor)" userId="d7d2038c-4287-4a61-af48-330653fba828" providerId="ADAL" clId="{715A71CE-967C-41F9-8557-9EA2E601B47A}" dt="2025-10-29T03:45:22.357" v="149" actId="1076"/>
          <ac:spMkLst>
            <pc:docMk/>
            <pc:sldMk cId="3068677654" sldId="262"/>
            <ac:spMk id="2" creationId="{9118E6A0-F2FC-76F0-61BD-5391CC519068}"/>
          </ac:spMkLst>
        </pc:spChg>
        <pc:spChg chg="mod">
          <ac:chgData name="Kumar, Shankar (Contractor)" userId="d7d2038c-4287-4a61-af48-330653fba828" providerId="ADAL" clId="{715A71CE-967C-41F9-8557-9EA2E601B47A}" dt="2025-10-29T03:45:32.279" v="154" actId="27636"/>
          <ac:spMkLst>
            <pc:docMk/>
            <pc:sldMk cId="3068677654" sldId="262"/>
            <ac:spMk id="3" creationId="{F8B3608F-7040-3A32-BB79-6374CB00830C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0-29T03:49:31.441" v="238" actId="12"/>
        <pc:sldMkLst>
          <pc:docMk/>
          <pc:sldMk cId="4141977314" sldId="263"/>
        </pc:sldMkLst>
        <pc:spChg chg="mod">
          <ac:chgData name="Kumar, Shankar (Contractor)" userId="d7d2038c-4287-4a61-af48-330653fba828" providerId="ADAL" clId="{715A71CE-967C-41F9-8557-9EA2E601B47A}" dt="2025-10-29T03:48:23.111" v="189" actId="20577"/>
          <ac:spMkLst>
            <pc:docMk/>
            <pc:sldMk cId="4141977314" sldId="263"/>
            <ac:spMk id="2" creationId="{8B61DEB5-B6CA-A9E1-68F3-6518D8B206DC}"/>
          </ac:spMkLst>
        </pc:spChg>
        <pc:spChg chg="mod">
          <ac:chgData name="Kumar, Shankar (Contractor)" userId="d7d2038c-4287-4a61-af48-330653fba828" providerId="ADAL" clId="{715A71CE-967C-41F9-8557-9EA2E601B47A}" dt="2025-10-29T03:49:31.441" v="238" actId="12"/>
          <ac:spMkLst>
            <pc:docMk/>
            <pc:sldMk cId="4141977314" sldId="263"/>
            <ac:spMk id="3" creationId="{B257B83C-F992-C0A4-BE33-1D9DCFA2FCD1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0-29T03:50:26.282" v="272" actId="12"/>
        <pc:sldMkLst>
          <pc:docMk/>
          <pc:sldMk cId="774311841" sldId="264"/>
        </pc:sldMkLst>
        <pc:spChg chg="mod">
          <ac:chgData name="Kumar, Shankar (Contractor)" userId="d7d2038c-4287-4a61-af48-330653fba828" providerId="ADAL" clId="{715A71CE-967C-41F9-8557-9EA2E601B47A}" dt="2025-10-29T03:49:59.006" v="266" actId="20577"/>
          <ac:spMkLst>
            <pc:docMk/>
            <pc:sldMk cId="774311841" sldId="264"/>
            <ac:spMk id="2" creationId="{9E2810CC-E439-600A-539D-AD0AA5549F8A}"/>
          </ac:spMkLst>
        </pc:spChg>
        <pc:spChg chg="mod">
          <ac:chgData name="Kumar, Shankar (Contractor)" userId="d7d2038c-4287-4a61-af48-330653fba828" providerId="ADAL" clId="{715A71CE-967C-41F9-8557-9EA2E601B47A}" dt="2025-10-29T03:50:26.282" v="272" actId="12"/>
          <ac:spMkLst>
            <pc:docMk/>
            <pc:sldMk cId="774311841" sldId="264"/>
            <ac:spMk id="3" creationId="{7E04E9B8-3F6D-A959-2984-1D7CBCC9B18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84DAE-8A6B-0D3D-6831-16BCC54ED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7B9BDD-52AF-E4F0-4421-FD81450EF4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98150-0419-B8A1-0650-983C90179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4D8E3-55A8-4515-A8CC-86719F72EF7B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F8E03-2FA4-41A6-D581-D6344EE5E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5812C-F90C-B9A8-9712-94281711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D3EC0-935E-40E8-87D1-BDDEBCDE3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224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7740D-8435-125F-A061-B3E32DC6D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19A3E-4FF5-6BD9-4710-1132BB279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F4873-120C-C22F-DD82-B2FC18D43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4D8E3-55A8-4515-A8CC-86719F72EF7B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64453-8C28-330F-535E-7AF061324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2D692-DB9E-6B9D-6E3D-2D540F3AF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D3EC0-935E-40E8-87D1-BDDEBCDE3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021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7ADE3-241D-E8B6-7129-F4413D89A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3173E5-F69F-89EB-8268-457B3B3C6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83610-ECE0-146D-4CFD-A34929EF0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4D8E3-55A8-4515-A8CC-86719F72EF7B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E6EF9-DC91-CCC7-D9A6-AC47DA485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868FE-984E-A2D6-BAF8-77175FC5A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D3EC0-935E-40E8-87D1-BDDEBCDE3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999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BCEC2-30C8-4CCB-6A17-A5D2EC5B1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11DAE-912D-7668-7520-73A1422BC8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8CA650-E621-0D11-989C-DDD47BDDB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8D8E7A-7CB3-89BF-EFD6-CB0273DEA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4D8E3-55A8-4515-A8CC-86719F72EF7B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5D1DCE-341B-A9EE-4BC2-EF5A9E88E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F64C8A-67BC-71DC-6AE9-DCD703C6C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D3EC0-935E-40E8-87D1-BDDEBCDE3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3200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E0AB0-06ED-4A36-4989-902BB5DFC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3C3A39-4E5A-B948-B3F9-D9C4E83DC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B5C848-45B7-A481-0A17-829A5B3E61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8D7071-7C90-3966-5137-A8851D09DA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5B82F8-F5FD-8C77-61B4-473342C74E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E99BC3-3BF3-E905-8CCB-9B3D6E55A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4D8E3-55A8-4515-A8CC-86719F72EF7B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68948-10EA-15E7-FA24-932FBA3A4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3EDD2E-D22E-4354-A33D-A90B69CA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D3EC0-935E-40E8-87D1-BDDEBCDE3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690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160AF-C518-3E02-538F-4DB100420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F13BD8-FC51-4992-0B6E-ADD263916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4D8E3-55A8-4515-A8CC-86719F72EF7B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16023C-B7D6-C2C3-E8CA-3A449FAA9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60487D-4766-B9B3-A97A-A73FBE525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D3EC0-935E-40E8-87D1-BDDEBCDE3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583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BAD909-E16D-4127-195C-9A6B01757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4D8E3-55A8-4515-A8CC-86719F72EF7B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32E019-B0DA-DC07-6437-CE02FD3B1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A84F1-3AFA-4A0D-5A0D-D096AC5A6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D3EC0-935E-40E8-87D1-BDDEBCDE3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903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29D65-6D13-72C0-A6BE-A65D18B09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7EEC4-AB83-B572-7565-C92F967CB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C9D96D-B356-C985-E7EA-7374463F7F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34FD72-46C5-81EF-6829-3161561A7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4D8E3-55A8-4515-A8CC-86719F72EF7B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76A4BC-516F-87E2-A1C3-C54C09488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519A43-9EA9-BB0F-46B8-A211B7907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D3EC0-935E-40E8-87D1-BDDEBCDE3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5768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527FC-EC75-278B-5578-C3814E87E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E17DFA-EC0B-5805-B50D-05C0B37BDC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50FD9E-E819-E15B-437F-1D082E3465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982D9A-1925-F779-6CD6-A6B5B63A0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4D8E3-55A8-4515-A8CC-86719F72EF7B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F6282-92CF-EC43-FCDB-B832DF53F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7CC9C-3379-CFC0-1B55-B6E2A7B64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D3EC0-935E-40E8-87D1-BDDEBCDE3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113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B496F-FF69-C044-3030-92E9085E5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8FE5AB-DEF8-C52A-40FA-9DD77F563D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0BB60-7F03-0ECC-AA0C-67FB44568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4D8E3-55A8-4515-A8CC-86719F72EF7B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57404-D766-1D72-3E4B-D40B2A2CE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B874A-ACEB-5F8D-C119-56DA1FD6C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D3EC0-935E-40E8-87D1-BDDEBCDE3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516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826EBD-99A4-B24B-BC70-FCC7D43480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6EB0E5-EAF7-FE71-D947-8A86EAFBD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7A1CC-897E-E54C-6EC4-4BA172FA4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4D8E3-55A8-4515-A8CC-86719F72EF7B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29CB1-2780-50DC-470A-31BD3EA5E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DDE0D-5E9E-20A1-6351-12F66AF63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D3EC0-935E-40E8-87D1-BDDEBCDE3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587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53AC9B-7F2B-F6DB-4EA7-138BC396A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5BF012-6BEC-2801-54CE-584F1A69D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F81D7-E96B-3714-949D-062DE16309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64D8E3-55A8-4515-A8CC-86719F72EF7B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FCC7F-C4BA-3033-C0F2-77B1880804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0DDE7-2C23-89E7-B84F-975C225B7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8D3EC0-935E-40E8-87D1-BDDEBCDE3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647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6ED50-1EF8-157D-DB1F-81A0DA075F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Spring boot config server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3A8B21-9AAC-2E18-B143-30480BF9F5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053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BBB4D-5DD2-A60B-DA1C-3E49AF160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244A5-8EFB-2BFC-8DEC-3D2C42410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effectLst/>
              </a:rPr>
              <a:t>provides centralized configuration management for microservices in a distributed system</a:t>
            </a:r>
            <a:r>
              <a:rPr lang="en-US" dirty="0"/>
              <a:t>.</a:t>
            </a:r>
          </a:p>
          <a:p>
            <a:r>
              <a:rPr lang="en-US" b="1" dirty="0"/>
              <a:t>Centralized management:</a:t>
            </a:r>
            <a:r>
              <a:rPr lang="en-US" dirty="0"/>
              <a:t> A single server manages configuration properties for all applications and environments (e.g., development, testing, production).</a:t>
            </a:r>
          </a:p>
          <a:p>
            <a:r>
              <a:rPr lang="en-US" b="1" dirty="0"/>
              <a:t>Version control:</a:t>
            </a:r>
            <a:r>
              <a:rPr lang="en-US" dirty="0"/>
              <a:t> By default, the config server uses a Git repository as its backend, which offers versioning, labeling, and auditing of configuration changes. Other backends like </a:t>
            </a:r>
            <a:r>
              <a:rPr lang="en-US" dirty="0" err="1"/>
              <a:t>HashiCorp</a:t>
            </a:r>
            <a:r>
              <a:rPr lang="en-US" dirty="0"/>
              <a:t> Vault, JDBC, and the local file system are also supported.</a:t>
            </a:r>
          </a:p>
          <a:p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14626B2-2AF7-1F51-276D-33EE5B98B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92046" rIns="0" bIns="9204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Key features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</a:br>
            <a:endParaRPr kumimoji="0" lang="en-US" altLang="en-US" sz="1200" b="0" i="0" u="none" strike="noStrike" cap="none" normalizeH="0" baseline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468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C046F-952A-FB29-B22F-01B57BA81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CBC71-0B14-97CE-852F-B35508476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Dynamic updates: It supports refreshing configurations at runtime without needing to restart the microservices. This is enabled by the Spring Boot Actuator /actuator/refresh endpoint and the @RefreshScope annotation.</a:t>
            </a:r>
          </a:p>
          <a:p>
            <a:r>
              <a:rPr lang="en-US" dirty="0"/>
              <a:t>Encrypted properties: The server can symmetrically or asymmetrically encrypt and decrypt property values to secure sensitive data.</a:t>
            </a:r>
          </a:p>
          <a:p>
            <a:r>
              <a:rPr lang="en-US" dirty="0"/>
              <a:t>API-based access: Configuration data is exposed through an HTTP API, making it accessible to any application that can make an HTTP request, regardless of language.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795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E790D-6996-7C70-D41E-338FFB326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 server project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94991-F4CC-BCE2-BD8A-9BC86315D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Create the config server project </a:t>
            </a:r>
          </a:p>
          <a:p>
            <a:pPr lvl="1"/>
            <a:r>
              <a:rPr lang="en-US" dirty="0"/>
              <a:t>Use the Spring </a:t>
            </a:r>
            <a:r>
              <a:rPr lang="en-US" dirty="0" err="1"/>
              <a:t>Initializr</a:t>
            </a:r>
            <a:r>
              <a:rPr lang="en-US" dirty="0"/>
              <a:t> tool (https://start.spring.io/) to create a new Spring Boot project. </a:t>
            </a:r>
          </a:p>
          <a:p>
            <a:pPr lvl="1"/>
            <a:r>
              <a:rPr lang="en-US" dirty="0"/>
              <a:t>Dependencies: Add Config Server.</a:t>
            </a:r>
          </a:p>
          <a:p>
            <a:pPr marL="457200" lvl="1" indent="0">
              <a:buNone/>
            </a:pPr>
            <a:r>
              <a:rPr lang="en-US" dirty="0"/>
              <a:t>Generate: Download and extract the project.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    &lt;dependency&gt;</a:t>
            </a:r>
          </a:p>
          <a:p>
            <a:pPr marL="457200" lvl="1" indent="0">
              <a:buNone/>
            </a:pPr>
            <a:r>
              <a:rPr lang="en-US" dirty="0"/>
              <a:t>            &lt;</a:t>
            </a:r>
            <a:r>
              <a:rPr lang="en-US" dirty="0" err="1"/>
              <a:t>groupId</a:t>
            </a:r>
            <a:r>
              <a:rPr lang="en-US" dirty="0"/>
              <a:t>&gt;</a:t>
            </a:r>
            <a:r>
              <a:rPr lang="en-US" dirty="0" err="1"/>
              <a:t>org.springframework.cloud</a:t>
            </a:r>
            <a:r>
              <a:rPr lang="en-US" dirty="0"/>
              <a:t>&lt;/</a:t>
            </a:r>
            <a:r>
              <a:rPr lang="en-US" dirty="0" err="1"/>
              <a:t>groupId</a:t>
            </a:r>
            <a:r>
              <a:rPr lang="en-US" dirty="0"/>
              <a:t>&gt;</a:t>
            </a:r>
          </a:p>
          <a:p>
            <a:pPr marL="457200" lvl="1" indent="0">
              <a:buNone/>
            </a:pPr>
            <a:r>
              <a:rPr lang="en-US" dirty="0"/>
              <a:t>            &lt;</a:t>
            </a:r>
            <a:r>
              <a:rPr lang="en-US" dirty="0" err="1"/>
              <a:t>artifactId</a:t>
            </a:r>
            <a:r>
              <a:rPr lang="en-US" dirty="0"/>
              <a:t>&gt;spring-cloud-config-server&lt;/</a:t>
            </a:r>
            <a:r>
              <a:rPr lang="en-US" dirty="0" err="1"/>
              <a:t>artifactId</a:t>
            </a:r>
            <a:r>
              <a:rPr lang="en-US" dirty="0"/>
              <a:t>&gt;</a:t>
            </a:r>
          </a:p>
          <a:p>
            <a:pPr marL="457200" lvl="1" indent="0">
              <a:buNone/>
            </a:pPr>
            <a:r>
              <a:rPr lang="en-US" dirty="0"/>
              <a:t>        &lt;/dependency&gt;</a:t>
            </a:r>
          </a:p>
          <a:p>
            <a:pPr marL="457200" lvl="1" indent="0">
              <a:buNone/>
            </a:pPr>
            <a:r>
              <a:rPr lang="en-US" dirty="0"/>
              <a:t>        &lt;dependency&gt;</a:t>
            </a:r>
          </a:p>
          <a:p>
            <a:pPr marL="457200" lvl="1" indent="0">
              <a:buNone/>
            </a:pPr>
            <a:r>
              <a:rPr lang="en-US" dirty="0"/>
              <a:t>            &lt;</a:t>
            </a:r>
            <a:r>
              <a:rPr lang="en-US" dirty="0" err="1"/>
              <a:t>groupId</a:t>
            </a:r>
            <a:r>
              <a:rPr lang="en-US" dirty="0"/>
              <a:t>&gt;</a:t>
            </a:r>
            <a:r>
              <a:rPr lang="en-US" dirty="0" err="1"/>
              <a:t>org.springframework.cloud</a:t>
            </a:r>
            <a:r>
              <a:rPr lang="en-US" dirty="0"/>
              <a:t>&lt;/</a:t>
            </a:r>
            <a:r>
              <a:rPr lang="en-US" dirty="0" err="1"/>
              <a:t>groupId</a:t>
            </a:r>
            <a:r>
              <a:rPr lang="en-US" dirty="0"/>
              <a:t>&gt;</a:t>
            </a:r>
          </a:p>
          <a:p>
            <a:pPr marL="457200" lvl="1" indent="0">
              <a:buNone/>
            </a:pPr>
            <a:r>
              <a:rPr lang="en-US" dirty="0"/>
              <a:t>            &lt;</a:t>
            </a:r>
            <a:r>
              <a:rPr lang="en-US" dirty="0" err="1"/>
              <a:t>artifactId</a:t>
            </a:r>
            <a:r>
              <a:rPr lang="en-US" dirty="0"/>
              <a:t>&gt;spring-cloud-starter-</a:t>
            </a:r>
            <a:r>
              <a:rPr lang="en-US" dirty="0" err="1"/>
              <a:t>netflix</a:t>
            </a:r>
            <a:r>
              <a:rPr lang="en-US" dirty="0"/>
              <a:t>-eureka-client&lt;/</a:t>
            </a:r>
            <a:r>
              <a:rPr lang="en-US" dirty="0" err="1"/>
              <a:t>artifactId</a:t>
            </a:r>
            <a:r>
              <a:rPr lang="en-US" dirty="0"/>
              <a:t>&gt;</a:t>
            </a:r>
          </a:p>
          <a:p>
            <a:pPr marL="457200" lvl="1" indent="0">
              <a:buNone/>
            </a:pPr>
            <a:r>
              <a:rPr lang="en-US" dirty="0"/>
              <a:t>        &lt;/dependency&gt;</a:t>
            </a:r>
            <a:br>
              <a:rPr lang="en-US" dirty="0"/>
            </a:b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0231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EF2BA-9142-683C-9555-B95199EB0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Enable the config server 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D158-8957-4B4F-8315-1C7CF698F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org.springframework.boot.SpringApplication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org.springframework.boot.autoconfigure.SpringBootApplication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org.springframework.cloud.config.server.EnableConfigServer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@EnableConfigServer</a:t>
            </a:r>
          </a:p>
          <a:p>
            <a:pPr marL="0" indent="0">
              <a:buNone/>
            </a:pPr>
            <a:r>
              <a:rPr lang="en-IN" dirty="0"/>
              <a:t>@SpringBootApplication</a:t>
            </a:r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ConfigserverApplication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SpringApplication.run</a:t>
            </a:r>
            <a:r>
              <a:rPr lang="en-IN" dirty="0"/>
              <a:t>(</a:t>
            </a:r>
            <a:r>
              <a:rPr lang="en-IN" dirty="0" err="1"/>
              <a:t>ConfigserverApplication.class</a:t>
            </a:r>
            <a:r>
              <a:rPr lang="en-IN" dirty="0"/>
              <a:t>, </a:t>
            </a:r>
            <a:r>
              <a:rPr lang="en-IN" dirty="0" err="1"/>
              <a:t>args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1725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75844-35C0-900D-3832-89CDA8223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Configure the Git repository 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14743-B14D-FE70-0D3C-4E91E30A4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</a:t>
            </a:r>
            <a:r>
              <a:rPr lang="en-US" dirty="0" err="1"/>
              <a:t>src</a:t>
            </a:r>
            <a:r>
              <a:rPr lang="en-US" dirty="0"/>
              <a:t>/main/resources/</a:t>
            </a:r>
            <a:r>
              <a:rPr lang="en-US" dirty="0" err="1"/>
              <a:t>application.properties</a:t>
            </a:r>
            <a:r>
              <a:rPr lang="en-US" dirty="0"/>
              <a:t> (or </a:t>
            </a:r>
            <a:r>
              <a:rPr lang="en-US" dirty="0" err="1"/>
              <a:t>application.yml</a:t>
            </a:r>
            <a:r>
              <a:rPr lang="en-US" dirty="0"/>
              <a:t>) file of the config server, specify the Git repository where the configuration files are stored. </a:t>
            </a:r>
          </a:p>
          <a:p>
            <a:r>
              <a:rPr lang="en-US" dirty="0"/>
              <a:t>The server typically runs on port 8888 by convention. </a:t>
            </a:r>
          </a:p>
          <a:p>
            <a:r>
              <a:rPr lang="en-US" dirty="0" err="1"/>
              <a:t>application.properties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6318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8E6A0-F2FC-76F0-61BD-5391CC519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92075"/>
            <a:ext cx="10515600" cy="1325563"/>
          </a:xfrm>
        </p:spPr>
        <p:txBody>
          <a:bodyPr/>
          <a:lstStyle/>
          <a:p>
            <a:r>
              <a:rPr lang="en-US" dirty="0" err="1"/>
              <a:t>application.properties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3608F-7040-3A32-BB79-6374CB008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6424"/>
            <a:ext cx="10515600" cy="507053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spring.application.name=product</a:t>
            </a:r>
          </a:p>
          <a:p>
            <a:pPr marL="0" indent="0">
              <a:buNone/>
            </a:pPr>
            <a:r>
              <a:rPr lang="en-IN" dirty="0"/>
              <a:t>spring.datasource.url=</a:t>
            </a:r>
            <a:r>
              <a:rPr lang="en-IN" dirty="0" err="1"/>
              <a:t>jdbc:mysql</a:t>
            </a:r>
            <a:r>
              <a:rPr lang="en-IN" dirty="0"/>
              <a:t>://localhost:3306/db3</a:t>
            </a:r>
          </a:p>
          <a:p>
            <a:pPr marL="0" indent="0">
              <a:buNone/>
            </a:pPr>
            <a:r>
              <a:rPr lang="en-IN" dirty="0" err="1"/>
              <a:t>spring.datasource.username</a:t>
            </a:r>
            <a:r>
              <a:rPr lang="en-IN" dirty="0"/>
              <a:t>=root</a:t>
            </a:r>
          </a:p>
          <a:p>
            <a:pPr marL="0" indent="0">
              <a:buNone/>
            </a:pPr>
            <a:r>
              <a:rPr lang="en-IN" dirty="0" err="1"/>
              <a:t>spring.datasource.password</a:t>
            </a:r>
            <a:r>
              <a:rPr lang="en-IN" dirty="0"/>
              <a:t>=root</a:t>
            </a:r>
          </a:p>
          <a:p>
            <a:pPr marL="0" indent="0">
              <a:buNone/>
            </a:pPr>
            <a:r>
              <a:rPr lang="en-IN" dirty="0" err="1"/>
              <a:t>spring.datasource.driver</a:t>
            </a:r>
            <a:r>
              <a:rPr lang="en-IN" dirty="0"/>
              <a:t>-class-name=</a:t>
            </a:r>
            <a:r>
              <a:rPr lang="en-IN" dirty="0" err="1"/>
              <a:t>com.mysql.cj.jdbc.Driver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#spring.jpa.hibernate.ddl-auto=create</a:t>
            </a:r>
          </a:p>
          <a:p>
            <a:pPr marL="0" indent="0">
              <a:buNone/>
            </a:pPr>
            <a:r>
              <a:rPr lang="en-IN" dirty="0" err="1"/>
              <a:t>spring.jpa.show-sql</a:t>
            </a:r>
            <a:r>
              <a:rPr lang="en-IN" dirty="0"/>
              <a:t>=true</a:t>
            </a:r>
          </a:p>
          <a:p>
            <a:pPr marL="0" indent="0">
              <a:buNone/>
            </a:pPr>
            <a:r>
              <a:rPr lang="en-IN" dirty="0" err="1"/>
              <a:t>spring.jpa.properties.hibernate.format_sql</a:t>
            </a:r>
            <a:r>
              <a:rPr lang="en-IN" dirty="0"/>
              <a:t>=true</a:t>
            </a:r>
          </a:p>
          <a:p>
            <a:pPr marL="0" indent="0">
              <a:buNone/>
            </a:pPr>
            <a:r>
              <a:rPr lang="en-IN" dirty="0" err="1"/>
              <a:t>spring.jpa.database</a:t>
            </a:r>
            <a:r>
              <a:rPr lang="en-IN" dirty="0"/>
              <a:t>-platform=</a:t>
            </a:r>
            <a:r>
              <a:rPr lang="en-IN" dirty="0" err="1"/>
              <a:t>org.hibernate.dialect.MySQLDialect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server.port</a:t>
            </a:r>
            <a:r>
              <a:rPr lang="en-IN" dirty="0"/>
              <a:t>=8080</a:t>
            </a:r>
          </a:p>
        </p:txBody>
      </p:sp>
    </p:spTree>
    <p:extLst>
      <p:ext uri="{BB962C8B-B14F-4D97-AF65-F5344CB8AC3E}">
        <p14:creationId xmlns:p14="http://schemas.microsoft.com/office/powerpoint/2010/main" val="3068677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1DEB5-B6CA-A9E1-68F3-6518D8B20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 client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7B83C-F992-C0A4-BE33-1D9DCFA2F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project add config client dependency</a:t>
            </a:r>
            <a:br>
              <a:rPr lang="en-US" dirty="0"/>
            </a:br>
            <a:br>
              <a:rPr lang="en-US" dirty="0"/>
            </a:br>
            <a:r>
              <a:rPr lang="en-US" dirty="0"/>
              <a:t>&lt;dependency&gt;</a:t>
            </a:r>
          </a:p>
          <a:p>
            <a:pPr marL="0" indent="0">
              <a:buNone/>
            </a:pPr>
            <a:r>
              <a:rPr lang="en-US" dirty="0"/>
              <a:t>             &lt;</a:t>
            </a:r>
            <a:r>
              <a:rPr lang="en-US" dirty="0" err="1"/>
              <a:t>groupId</a:t>
            </a:r>
            <a:r>
              <a:rPr lang="en-US" dirty="0"/>
              <a:t>&gt;</a:t>
            </a:r>
            <a:r>
              <a:rPr lang="en-US" dirty="0" err="1"/>
              <a:t>org.springframework.cloud</a:t>
            </a:r>
            <a:r>
              <a:rPr lang="en-US" dirty="0"/>
              <a:t>&lt;/</a:t>
            </a:r>
            <a:r>
              <a:rPr lang="en-US" dirty="0" err="1"/>
              <a:t>groupId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             &lt;</a:t>
            </a:r>
            <a:r>
              <a:rPr lang="en-US" dirty="0" err="1"/>
              <a:t>artifactId</a:t>
            </a:r>
            <a:r>
              <a:rPr lang="en-US" dirty="0"/>
              <a:t>&gt;spring-cloud-starter-config&lt;/</a:t>
            </a:r>
            <a:r>
              <a:rPr lang="en-US" dirty="0" err="1"/>
              <a:t>artifactId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         &lt;/dependency&gt;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1977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810CC-E439-600A-539D-AD0AA5549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application.properties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4E9B8-3F6D-A959-2984-1D7CBCC9B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spring.jpa.properties.hibernate.dialect</a:t>
            </a:r>
            <a:r>
              <a:rPr lang="en-IN" dirty="0"/>
              <a:t>=</a:t>
            </a:r>
            <a:r>
              <a:rPr lang="en-IN" dirty="0" err="1"/>
              <a:t>org.hibernate.dialect.MySQLDialect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spring.config.import</a:t>
            </a:r>
            <a:r>
              <a:rPr lang="en-IN" dirty="0"/>
              <a:t>=</a:t>
            </a:r>
            <a:r>
              <a:rPr lang="en-IN" dirty="0" err="1"/>
              <a:t>optional:configserver:http</a:t>
            </a:r>
            <a:r>
              <a:rPr lang="en-IN" dirty="0"/>
              <a:t>://localhost:8082</a:t>
            </a:r>
          </a:p>
          <a:p>
            <a:pPr marL="0" indent="0">
              <a:buNone/>
            </a:pPr>
            <a:r>
              <a:rPr lang="en-IN" dirty="0" err="1"/>
              <a:t>management.endpoints.web.exposure.include</a:t>
            </a:r>
            <a:r>
              <a:rPr lang="en-IN" dirty="0"/>
              <a:t>=refresh</a:t>
            </a:r>
          </a:p>
          <a:p>
            <a:pPr marL="0" indent="0">
              <a:buNone/>
            </a:pPr>
            <a:r>
              <a:rPr lang="en-IN" dirty="0"/>
              <a:t>#spring.profiles.active=dev</a:t>
            </a:r>
          </a:p>
          <a:p>
            <a:pPr marL="0" indent="0">
              <a:buNone/>
            </a:pPr>
            <a:r>
              <a:rPr lang="en-IN" dirty="0" err="1"/>
              <a:t>spring.profiles.active</a:t>
            </a:r>
            <a:r>
              <a:rPr lang="en-IN" dirty="0"/>
              <a:t>=default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4311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Widescreen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Google Sans</vt:lpstr>
      <vt:lpstr>Office Theme</vt:lpstr>
      <vt:lpstr>Spring boot config server</vt:lpstr>
      <vt:lpstr>Key features </vt:lpstr>
      <vt:lpstr>PowerPoint Presentation</vt:lpstr>
      <vt:lpstr>Config server project</vt:lpstr>
      <vt:lpstr>Enable the config server  </vt:lpstr>
      <vt:lpstr>Configure the Git repository  </vt:lpstr>
      <vt:lpstr>application.properties</vt:lpstr>
      <vt:lpstr>Config client </vt:lpstr>
      <vt:lpstr>application.properties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Kumar, Shankar (Contractor)</dc:creator>
  <cp:lastModifiedBy>Kumar, Shankar (Contractor)</cp:lastModifiedBy>
  <cp:revision>1</cp:revision>
  <dcterms:created xsi:type="dcterms:W3CDTF">2025-10-29T03:38:43Z</dcterms:created>
  <dcterms:modified xsi:type="dcterms:W3CDTF">2025-10-29T03:50:31Z</dcterms:modified>
</cp:coreProperties>
</file>