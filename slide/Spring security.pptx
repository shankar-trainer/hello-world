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 id="273" r:id="rId15"/>
    <p:sldId id="274" r:id="rId16"/>
    <p:sldId id="275" r:id="rId17"/>
    <p:sldId id="272" r:id="rId18"/>
    <p:sldId id="269" r:id="rId19"/>
    <p:sldId id="270" r:id="rId20"/>
    <p:sldId id="271" r:id="rId21"/>
    <p:sldId id="276" r:id="rId22"/>
    <p:sldId id="277" r:id="rId23"/>
    <p:sldId id="288" r:id="rId24"/>
    <p:sldId id="278" r:id="rId25"/>
    <p:sldId id="279" r:id="rId26"/>
    <p:sldId id="280" r:id="rId27"/>
    <p:sldId id="281" r:id="rId28"/>
    <p:sldId id="282" r:id="rId29"/>
    <p:sldId id="283" r:id="rId30"/>
    <p:sldId id="284" r:id="rId31"/>
    <p:sldId id="285" r:id="rId32"/>
    <p:sldId id="286" r:id="rId33"/>
    <p:sldId id="287" r:id="rId34"/>
    <p:sldId id="289" r:id="rId35"/>
    <p:sldId id="292" r:id="rId36"/>
    <p:sldId id="290" r:id="rId37"/>
    <p:sldId id="291" r:id="rId38"/>
    <p:sldId id="293" r:id="rId39"/>
    <p:sldId id="294" r:id="rId40"/>
    <p:sldId id="295"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64D827-47B9-4795-9385-AD73B133F6A8}" v="127" dt="2025-10-22T05:06:56.0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mar, Shankar (Contractor)" userId="d7d2038c-4287-4a61-af48-330653fba828" providerId="ADAL" clId="{715A71CE-967C-41F9-8557-9EA2E601B47A}"/>
    <pc:docChg chg="custSel addSld modSld">
      <pc:chgData name="Kumar, Shankar (Contractor)" userId="d7d2038c-4287-4a61-af48-330653fba828" providerId="ADAL" clId="{715A71CE-967C-41F9-8557-9EA2E601B47A}" dt="2025-10-22T05:06:56.011" v="108"/>
      <pc:docMkLst>
        <pc:docMk/>
      </pc:docMkLst>
      <pc:sldChg chg="addSp modSp new mod modClrScheme chgLayout">
        <pc:chgData name="Kumar, Shankar (Contractor)" userId="d7d2038c-4287-4a61-af48-330653fba828" providerId="ADAL" clId="{715A71CE-967C-41F9-8557-9EA2E601B47A}" dt="2025-10-22T05:05:39.004" v="74" actId="27636"/>
        <pc:sldMkLst>
          <pc:docMk/>
          <pc:sldMk cId="3312665076" sldId="289"/>
        </pc:sldMkLst>
        <pc:spChg chg="mod ord">
          <ac:chgData name="Kumar, Shankar (Contractor)" userId="d7d2038c-4287-4a61-af48-330653fba828" providerId="ADAL" clId="{715A71CE-967C-41F9-8557-9EA2E601B47A}" dt="2025-10-22T05:03:52.677" v="41" actId="14100"/>
          <ac:spMkLst>
            <pc:docMk/>
            <pc:sldMk cId="3312665076" sldId="289"/>
            <ac:spMk id="2" creationId="{EF83C665-2981-D3CE-C8F4-1695D1872A44}"/>
          </ac:spMkLst>
        </pc:spChg>
        <pc:spChg chg="mod ord">
          <ac:chgData name="Kumar, Shankar (Contractor)" userId="d7d2038c-4287-4a61-af48-330653fba828" providerId="ADAL" clId="{715A71CE-967C-41F9-8557-9EA2E601B47A}" dt="2025-10-22T05:04:41.740" v="57" actId="14100"/>
          <ac:spMkLst>
            <pc:docMk/>
            <pc:sldMk cId="3312665076" sldId="289"/>
            <ac:spMk id="3" creationId="{EC0CA9D8-45AB-DCCE-582C-6F06D1ABD8DE}"/>
          </ac:spMkLst>
        </pc:spChg>
        <pc:spChg chg="add mod ord">
          <ac:chgData name="Kumar, Shankar (Contractor)" userId="d7d2038c-4287-4a61-af48-330653fba828" providerId="ADAL" clId="{715A71CE-967C-41F9-8557-9EA2E601B47A}" dt="2025-10-22T05:05:39.004" v="74" actId="27636"/>
          <ac:spMkLst>
            <pc:docMk/>
            <pc:sldMk cId="3312665076" sldId="289"/>
            <ac:spMk id="4" creationId="{904F0D98-9EFD-EFF2-74E2-B0E8FF0D531F}"/>
          </ac:spMkLst>
        </pc:spChg>
      </pc:sldChg>
      <pc:sldChg chg="modSp new mod">
        <pc:chgData name="Kumar, Shankar (Contractor)" userId="d7d2038c-4287-4a61-af48-330653fba828" providerId="ADAL" clId="{715A71CE-967C-41F9-8557-9EA2E601B47A}" dt="2025-10-22T04:59:29.651" v="10"/>
        <pc:sldMkLst>
          <pc:docMk/>
          <pc:sldMk cId="2130245672" sldId="290"/>
        </pc:sldMkLst>
        <pc:spChg chg="mod">
          <ac:chgData name="Kumar, Shankar (Contractor)" userId="d7d2038c-4287-4a61-af48-330653fba828" providerId="ADAL" clId="{715A71CE-967C-41F9-8557-9EA2E601B47A}" dt="2025-10-22T04:59:17.059" v="9"/>
          <ac:spMkLst>
            <pc:docMk/>
            <pc:sldMk cId="2130245672" sldId="290"/>
            <ac:spMk id="2" creationId="{ED180DD3-1695-04C1-7A90-8814A343EE41}"/>
          </ac:spMkLst>
        </pc:spChg>
        <pc:spChg chg="mod">
          <ac:chgData name="Kumar, Shankar (Contractor)" userId="d7d2038c-4287-4a61-af48-330653fba828" providerId="ADAL" clId="{715A71CE-967C-41F9-8557-9EA2E601B47A}" dt="2025-10-22T04:59:29.651" v="10"/>
          <ac:spMkLst>
            <pc:docMk/>
            <pc:sldMk cId="2130245672" sldId="290"/>
            <ac:spMk id="3" creationId="{5F3DB1AB-5219-7A0C-91F2-EDAA5519FFAC}"/>
          </ac:spMkLst>
        </pc:spChg>
      </pc:sldChg>
      <pc:sldChg chg="modSp new mod">
        <pc:chgData name="Kumar, Shankar (Contractor)" userId="d7d2038c-4287-4a61-af48-330653fba828" providerId="ADAL" clId="{715A71CE-967C-41F9-8557-9EA2E601B47A}" dt="2025-10-22T04:59:56.679" v="15"/>
        <pc:sldMkLst>
          <pc:docMk/>
          <pc:sldMk cId="2682934646" sldId="291"/>
        </pc:sldMkLst>
        <pc:spChg chg="mod">
          <ac:chgData name="Kumar, Shankar (Contractor)" userId="d7d2038c-4287-4a61-af48-330653fba828" providerId="ADAL" clId="{715A71CE-967C-41F9-8557-9EA2E601B47A}" dt="2025-10-22T04:59:44.290" v="14" actId="20577"/>
          <ac:spMkLst>
            <pc:docMk/>
            <pc:sldMk cId="2682934646" sldId="291"/>
            <ac:spMk id="2" creationId="{B5DBD5C4-E07F-590F-CBAF-87EDA1A1F1BC}"/>
          </ac:spMkLst>
        </pc:spChg>
        <pc:spChg chg="mod">
          <ac:chgData name="Kumar, Shankar (Contractor)" userId="d7d2038c-4287-4a61-af48-330653fba828" providerId="ADAL" clId="{715A71CE-967C-41F9-8557-9EA2E601B47A}" dt="2025-10-22T04:59:56.679" v="15"/>
          <ac:spMkLst>
            <pc:docMk/>
            <pc:sldMk cId="2682934646" sldId="291"/>
            <ac:spMk id="3" creationId="{4DCC3C6B-A1E1-9154-71A7-61E445A41E19}"/>
          </ac:spMkLst>
        </pc:spChg>
      </pc:sldChg>
      <pc:sldChg chg="modSp new mod">
        <pc:chgData name="Kumar, Shankar (Contractor)" userId="d7d2038c-4287-4a61-af48-330653fba828" providerId="ADAL" clId="{715A71CE-967C-41F9-8557-9EA2E601B47A}" dt="2025-10-22T05:02:41.385" v="31"/>
        <pc:sldMkLst>
          <pc:docMk/>
          <pc:sldMk cId="1995056032" sldId="292"/>
        </pc:sldMkLst>
        <pc:spChg chg="mod">
          <ac:chgData name="Kumar, Shankar (Contractor)" userId="d7d2038c-4287-4a61-af48-330653fba828" providerId="ADAL" clId="{715A71CE-967C-41F9-8557-9EA2E601B47A}" dt="2025-10-22T05:02:41.385" v="31"/>
          <ac:spMkLst>
            <pc:docMk/>
            <pc:sldMk cId="1995056032" sldId="292"/>
            <ac:spMk id="2" creationId="{1AEF6A3F-E90E-9349-26A6-816A82C66EEB}"/>
          </ac:spMkLst>
        </pc:spChg>
        <pc:spChg chg="mod">
          <ac:chgData name="Kumar, Shankar (Contractor)" userId="d7d2038c-4287-4a61-af48-330653fba828" providerId="ADAL" clId="{715A71CE-967C-41F9-8557-9EA2E601B47A}" dt="2025-10-22T05:02:34.925" v="30" actId="27636"/>
          <ac:spMkLst>
            <pc:docMk/>
            <pc:sldMk cId="1995056032" sldId="292"/>
            <ac:spMk id="3" creationId="{AE950530-9A04-6642-0D1C-1E1D2E581BE2}"/>
          </ac:spMkLst>
        </pc:spChg>
      </pc:sldChg>
      <pc:sldChg chg="addSp delSp modSp new mod modClrScheme chgLayout">
        <pc:chgData name="Kumar, Shankar (Contractor)" userId="d7d2038c-4287-4a61-af48-330653fba828" providerId="ADAL" clId="{715A71CE-967C-41F9-8557-9EA2E601B47A}" dt="2025-10-22T05:05:41.770" v="78" actId="27636"/>
        <pc:sldMkLst>
          <pc:docMk/>
          <pc:sldMk cId="1127079737" sldId="293"/>
        </pc:sldMkLst>
        <pc:spChg chg="del mod ord">
          <ac:chgData name="Kumar, Shankar (Contractor)" userId="d7d2038c-4287-4a61-af48-330653fba828" providerId="ADAL" clId="{715A71CE-967C-41F9-8557-9EA2E601B47A}" dt="2025-10-22T05:05:15.874" v="60" actId="700"/>
          <ac:spMkLst>
            <pc:docMk/>
            <pc:sldMk cId="1127079737" sldId="293"/>
            <ac:spMk id="2" creationId="{378BD95E-BA0D-7A02-DD45-2C07C30E9992}"/>
          </ac:spMkLst>
        </pc:spChg>
        <pc:spChg chg="del mod ord">
          <ac:chgData name="Kumar, Shankar (Contractor)" userId="d7d2038c-4287-4a61-af48-330653fba828" providerId="ADAL" clId="{715A71CE-967C-41F9-8557-9EA2E601B47A}" dt="2025-10-22T05:05:15.874" v="60" actId="700"/>
          <ac:spMkLst>
            <pc:docMk/>
            <pc:sldMk cId="1127079737" sldId="293"/>
            <ac:spMk id="3" creationId="{AA645271-EEB2-7A9B-7FF8-6453CD55FDCA}"/>
          </ac:spMkLst>
        </pc:spChg>
        <pc:spChg chg="add del mod ord">
          <ac:chgData name="Kumar, Shankar (Contractor)" userId="d7d2038c-4287-4a61-af48-330653fba828" providerId="ADAL" clId="{715A71CE-967C-41F9-8557-9EA2E601B47A}" dt="2025-10-22T05:05:20.400" v="61" actId="478"/>
          <ac:spMkLst>
            <pc:docMk/>
            <pc:sldMk cId="1127079737" sldId="293"/>
            <ac:spMk id="4" creationId="{296D63B7-E356-F2AB-ADF6-4E78895CD060}"/>
          </ac:spMkLst>
        </pc:spChg>
        <pc:spChg chg="add mod ord">
          <ac:chgData name="Kumar, Shankar (Contractor)" userId="d7d2038c-4287-4a61-af48-330653fba828" providerId="ADAL" clId="{715A71CE-967C-41F9-8557-9EA2E601B47A}" dt="2025-10-22T05:05:41.770" v="77" actId="27636"/>
          <ac:spMkLst>
            <pc:docMk/>
            <pc:sldMk cId="1127079737" sldId="293"/>
            <ac:spMk id="5" creationId="{C928F749-0768-A9A5-E9DF-CCCF106287BD}"/>
          </ac:spMkLst>
        </pc:spChg>
        <pc:spChg chg="add mod ord">
          <ac:chgData name="Kumar, Shankar (Contractor)" userId="d7d2038c-4287-4a61-af48-330653fba828" providerId="ADAL" clId="{715A71CE-967C-41F9-8557-9EA2E601B47A}" dt="2025-10-22T05:05:41.770" v="78" actId="27636"/>
          <ac:spMkLst>
            <pc:docMk/>
            <pc:sldMk cId="1127079737" sldId="293"/>
            <ac:spMk id="6" creationId="{5EDE2761-A791-C147-BFC9-20D4DCF217D3}"/>
          </ac:spMkLst>
        </pc:spChg>
      </pc:sldChg>
      <pc:sldChg chg="delSp modSp new mod">
        <pc:chgData name="Kumar, Shankar (Contractor)" userId="d7d2038c-4287-4a61-af48-330653fba828" providerId="ADAL" clId="{715A71CE-967C-41F9-8557-9EA2E601B47A}" dt="2025-10-22T05:06:26.976" v="98" actId="27636"/>
        <pc:sldMkLst>
          <pc:docMk/>
          <pc:sldMk cId="2653719662" sldId="294"/>
        </pc:sldMkLst>
        <pc:spChg chg="del">
          <ac:chgData name="Kumar, Shankar (Contractor)" userId="d7d2038c-4287-4a61-af48-330653fba828" providerId="ADAL" clId="{715A71CE-967C-41F9-8557-9EA2E601B47A}" dt="2025-10-22T05:06:10.758" v="84" actId="478"/>
          <ac:spMkLst>
            <pc:docMk/>
            <pc:sldMk cId="2653719662" sldId="294"/>
            <ac:spMk id="2" creationId="{61B91233-19E8-7969-4E39-F47F556766C3}"/>
          </ac:spMkLst>
        </pc:spChg>
        <pc:spChg chg="mod">
          <ac:chgData name="Kumar, Shankar (Contractor)" userId="d7d2038c-4287-4a61-af48-330653fba828" providerId="ADAL" clId="{715A71CE-967C-41F9-8557-9EA2E601B47A}" dt="2025-10-22T05:06:26.976" v="97" actId="27636"/>
          <ac:spMkLst>
            <pc:docMk/>
            <pc:sldMk cId="2653719662" sldId="294"/>
            <ac:spMk id="3" creationId="{C1FF8131-1DFE-DEB1-1904-DD8A3B7C3329}"/>
          </ac:spMkLst>
        </pc:spChg>
        <pc:spChg chg="mod">
          <ac:chgData name="Kumar, Shankar (Contractor)" userId="d7d2038c-4287-4a61-af48-330653fba828" providerId="ADAL" clId="{715A71CE-967C-41F9-8557-9EA2E601B47A}" dt="2025-10-22T05:06:26.976" v="98" actId="27636"/>
          <ac:spMkLst>
            <pc:docMk/>
            <pc:sldMk cId="2653719662" sldId="294"/>
            <ac:spMk id="4" creationId="{9AE0192F-BEE8-61D0-4B3D-2DC510A6706B}"/>
          </ac:spMkLst>
        </pc:spChg>
      </pc:sldChg>
      <pc:sldChg chg="modSp new mod">
        <pc:chgData name="Kumar, Shankar (Contractor)" userId="d7d2038c-4287-4a61-af48-330653fba828" providerId="ADAL" clId="{715A71CE-967C-41F9-8557-9EA2E601B47A}" dt="2025-10-22T05:06:56.011" v="108"/>
        <pc:sldMkLst>
          <pc:docMk/>
          <pc:sldMk cId="1401357469" sldId="295"/>
        </pc:sldMkLst>
        <pc:spChg chg="mod">
          <ac:chgData name="Kumar, Shankar (Contractor)" userId="d7d2038c-4287-4a61-af48-330653fba828" providerId="ADAL" clId="{715A71CE-967C-41F9-8557-9EA2E601B47A}" dt="2025-10-22T05:06:53.890" v="106" actId="27636"/>
          <ac:spMkLst>
            <pc:docMk/>
            <pc:sldMk cId="1401357469" sldId="295"/>
            <ac:spMk id="3" creationId="{50FBE602-156B-46B0-02B2-026E5BA0B7B5}"/>
          </ac:spMkLst>
        </pc:spChg>
        <pc:spChg chg="mod">
          <ac:chgData name="Kumar, Shankar (Contractor)" userId="d7d2038c-4287-4a61-af48-330653fba828" providerId="ADAL" clId="{715A71CE-967C-41F9-8557-9EA2E601B47A}" dt="2025-10-22T05:06:56.011" v="108"/>
          <ac:spMkLst>
            <pc:docMk/>
            <pc:sldMk cId="1401357469" sldId="295"/>
            <ac:spMk id="4" creationId="{2423143F-097A-566B-E35E-61B0FABF5A98}"/>
          </ac:spMkLst>
        </pc:spChg>
      </pc:sldChg>
    </pc:docChg>
  </pc:docChgLst>
  <pc:docChgLst>
    <pc:chgData name="Kumar, Shankar (Contractor)" userId="d7d2038c-4287-4a61-af48-330653fba828" providerId="ADAL" clId="{7F64D827-47B9-4795-9385-AD73B133F6A8}"/>
    <pc:docChg chg="undo custSel addSld delSld modSld">
      <pc:chgData name="Kumar, Shankar (Contractor)" userId="d7d2038c-4287-4a61-af48-330653fba828" providerId="ADAL" clId="{7F64D827-47B9-4795-9385-AD73B133F6A8}" dt="2025-10-14T04:32:47.589" v="535" actId="20577"/>
      <pc:docMkLst>
        <pc:docMk/>
      </pc:docMkLst>
      <pc:sldChg chg="addSp modSp new mod">
        <pc:chgData name="Kumar, Shankar (Contractor)" userId="d7d2038c-4287-4a61-af48-330653fba828" providerId="ADAL" clId="{7F64D827-47B9-4795-9385-AD73B133F6A8}" dt="2025-10-14T00:14:53.479" v="10" actId="15"/>
        <pc:sldMkLst>
          <pc:docMk/>
          <pc:sldMk cId="692600859" sldId="258"/>
        </pc:sldMkLst>
        <pc:spChg chg="mod">
          <ac:chgData name="Kumar, Shankar (Contractor)" userId="d7d2038c-4287-4a61-af48-330653fba828" providerId="ADAL" clId="{7F64D827-47B9-4795-9385-AD73B133F6A8}" dt="2025-10-14T00:14:13.033" v="2"/>
          <ac:spMkLst>
            <pc:docMk/>
            <pc:sldMk cId="692600859" sldId="258"/>
            <ac:spMk id="2" creationId="{D5AB290D-1DC3-DB48-9739-0FE72C914FD7}"/>
          </ac:spMkLst>
        </pc:spChg>
        <pc:spChg chg="mod">
          <ac:chgData name="Kumar, Shankar (Contractor)" userId="d7d2038c-4287-4a61-af48-330653fba828" providerId="ADAL" clId="{7F64D827-47B9-4795-9385-AD73B133F6A8}" dt="2025-10-14T00:14:53.479" v="10" actId="15"/>
          <ac:spMkLst>
            <pc:docMk/>
            <pc:sldMk cId="692600859" sldId="258"/>
            <ac:spMk id="3" creationId="{FF052137-0693-6AB3-C7B0-6A2F063BA1C0}"/>
          </ac:spMkLst>
        </pc:spChg>
        <pc:spChg chg="add">
          <ac:chgData name="Kumar, Shankar (Contractor)" userId="d7d2038c-4287-4a61-af48-330653fba828" providerId="ADAL" clId="{7F64D827-47B9-4795-9385-AD73B133F6A8}" dt="2025-10-14T00:14:43.182" v="5"/>
          <ac:spMkLst>
            <pc:docMk/>
            <pc:sldMk cId="692600859" sldId="258"/>
            <ac:spMk id="4" creationId="{300DD0F8-1222-1CB2-88EB-A930C4E118BC}"/>
          </ac:spMkLst>
        </pc:spChg>
      </pc:sldChg>
      <pc:sldChg chg="modSp new mod">
        <pc:chgData name="Kumar, Shankar (Contractor)" userId="d7d2038c-4287-4a61-af48-330653fba828" providerId="ADAL" clId="{7F64D827-47B9-4795-9385-AD73B133F6A8}" dt="2025-10-14T00:15:44.588" v="13" actId="27636"/>
        <pc:sldMkLst>
          <pc:docMk/>
          <pc:sldMk cId="658889259" sldId="259"/>
        </pc:sldMkLst>
        <pc:spChg chg="mod">
          <ac:chgData name="Kumar, Shankar (Contractor)" userId="d7d2038c-4287-4a61-af48-330653fba828" providerId="ADAL" clId="{7F64D827-47B9-4795-9385-AD73B133F6A8}" dt="2025-10-14T00:15:44.588" v="13" actId="27636"/>
          <ac:spMkLst>
            <pc:docMk/>
            <pc:sldMk cId="658889259" sldId="259"/>
            <ac:spMk id="3" creationId="{C14726C5-FC39-F00D-76CC-56ED522B6B7D}"/>
          </ac:spMkLst>
        </pc:spChg>
      </pc:sldChg>
      <pc:sldChg chg="addSp delSp modSp new mod">
        <pc:chgData name="Kumar, Shankar (Contractor)" userId="d7d2038c-4287-4a61-af48-330653fba828" providerId="ADAL" clId="{7F64D827-47B9-4795-9385-AD73B133F6A8}" dt="2025-10-14T00:16:12.828" v="36"/>
        <pc:sldMkLst>
          <pc:docMk/>
          <pc:sldMk cId="3378180126" sldId="260"/>
        </pc:sldMkLst>
        <pc:spChg chg="mod">
          <ac:chgData name="Kumar, Shankar (Contractor)" userId="d7d2038c-4287-4a61-af48-330653fba828" providerId="ADAL" clId="{7F64D827-47B9-4795-9385-AD73B133F6A8}" dt="2025-10-14T00:16:04.341" v="31" actId="20577"/>
          <ac:spMkLst>
            <pc:docMk/>
            <pc:sldMk cId="3378180126" sldId="260"/>
            <ac:spMk id="2" creationId="{C45EFFBA-8278-C6BD-B04B-6E658A743038}"/>
          </ac:spMkLst>
        </pc:spChg>
        <pc:spChg chg="add del mod">
          <ac:chgData name="Kumar, Shankar (Contractor)" userId="d7d2038c-4287-4a61-af48-330653fba828" providerId="ADAL" clId="{7F64D827-47B9-4795-9385-AD73B133F6A8}" dt="2025-10-14T00:16:12.828" v="36"/>
          <ac:spMkLst>
            <pc:docMk/>
            <pc:sldMk cId="3378180126" sldId="260"/>
            <ac:spMk id="3" creationId="{E1B7B575-2071-D2EC-80C9-D19CC23F0F0D}"/>
          </ac:spMkLst>
        </pc:spChg>
      </pc:sldChg>
      <pc:sldChg chg="addSp delSp modSp new mod">
        <pc:chgData name="Kumar, Shankar (Contractor)" userId="d7d2038c-4287-4a61-af48-330653fba828" providerId="ADAL" clId="{7F64D827-47B9-4795-9385-AD73B133F6A8}" dt="2025-10-14T01:14:20.850" v="296" actId="15"/>
        <pc:sldMkLst>
          <pc:docMk/>
          <pc:sldMk cId="3410253904" sldId="261"/>
        </pc:sldMkLst>
        <pc:spChg chg="add del mod">
          <ac:chgData name="Kumar, Shankar (Contractor)" userId="d7d2038c-4287-4a61-af48-330653fba828" providerId="ADAL" clId="{7F64D827-47B9-4795-9385-AD73B133F6A8}" dt="2025-10-14T01:14:20.850" v="296" actId="15"/>
          <ac:spMkLst>
            <pc:docMk/>
            <pc:sldMk cId="3410253904" sldId="261"/>
            <ac:spMk id="3" creationId="{08912B2E-BAE3-4040-FDEF-88DBBC6D7838}"/>
          </ac:spMkLst>
        </pc:spChg>
      </pc:sldChg>
      <pc:sldChg chg="addSp delSp modSp new mod">
        <pc:chgData name="Kumar, Shankar (Contractor)" userId="d7d2038c-4287-4a61-af48-330653fba828" providerId="ADAL" clId="{7F64D827-47B9-4795-9385-AD73B133F6A8}" dt="2025-10-14T00:17:31.324" v="53" actId="27636"/>
        <pc:sldMkLst>
          <pc:docMk/>
          <pc:sldMk cId="63456947" sldId="262"/>
        </pc:sldMkLst>
        <pc:spChg chg="mod">
          <ac:chgData name="Kumar, Shankar (Contractor)" userId="d7d2038c-4287-4a61-af48-330653fba828" providerId="ADAL" clId="{7F64D827-47B9-4795-9385-AD73B133F6A8}" dt="2025-10-14T00:16:54.229" v="43"/>
          <ac:spMkLst>
            <pc:docMk/>
            <pc:sldMk cId="63456947" sldId="262"/>
            <ac:spMk id="2" creationId="{C642419F-D99B-B6C6-4727-6F6B1C50896F}"/>
          </ac:spMkLst>
        </pc:spChg>
        <pc:spChg chg="add del mod">
          <ac:chgData name="Kumar, Shankar (Contractor)" userId="d7d2038c-4287-4a61-af48-330653fba828" providerId="ADAL" clId="{7F64D827-47B9-4795-9385-AD73B133F6A8}" dt="2025-10-14T00:17:31.324" v="53" actId="27636"/>
          <ac:spMkLst>
            <pc:docMk/>
            <pc:sldMk cId="63456947" sldId="262"/>
            <ac:spMk id="3" creationId="{8414B4F3-EFF7-CF80-8C22-28D962D87EFC}"/>
          </ac:spMkLst>
        </pc:spChg>
      </pc:sldChg>
      <pc:sldChg chg="addSp modSp new mod">
        <pc:chgData name="Kumar, Shankar (Contractor)" userId="d7d2038c-4287-4a61-af48-330653fba828" providerId="ADAL" clId="{7F64D827-47B9-4795-9385-AD73B133F6A8}" dt="2025-10-14T00:25:43.540" v="152" actId="27636"/>
        <pc:sldMkLst>
          <pc:docMk/>
          <pc:sldMk cId="930608871" sldId="263"/>
        </pc:sldMkLst>
        <pc:spChg chg="mod">
          <ac:chgData name="Kumar, Shankar (Contractor)" userId="d7d2038c-4287-4a61-af48-330653fba828" providerId="ADAL" clId="{7F64D827-47B9-4795-9385-AD73B133F6A8}" dt="2025-10-14T00:21:21.930" v="112" actId="1076"/>
          <ac:spMkLst>
            <pc:docMk/>
            <pc:sldMk cId="930608871" sldId="263"/>
            <ac:spMk id="2" creationId="{1CCBE75A-59A2-331B-32EF-EF806CF342D8}"/>
          </ac:spMkLst>
        </pc:spChg>
        <pc:spChg chg="mod">
          <ac:chgData name="Kumar, Shankar (Contractor)" userId="d7d2038c-4287-4a61-af48-330653fba828" providerId="ADAL" clId="{7F64D827-47B9-4795-9385-AD73B133F6A8}" dt="2025-10-14T00:25:43.540" v="152" actId="27636"/>
          <ac:spMkLst>
            <pc:docMk/>
            <pc:sldMk cId="930608871" sldId="263"/>
            <ac:spMk id="3" creationId="{CFD8F555-B59F-6704-C479-19AC848C5D58}"/>
          </ac:spMkLst>
        </pc:spChg>
      </pc:sldChg>
      <pc:sldChg chg="modSp new mod">
        <pc:chgData name="Kumar, Shankar (Contractor)" userId="d7d2038c-4287-4a61-af48-330653fba828" providerId="ADAL" clId="{7F64D827-47B9-4795-9385-AD73B133F6A8}" dt="2025-10-14T01:15:05.910" v="312" actId="20577"/>
        <pc:sldMkLst>
          <pc:docMk/>
          <pc:sldMk cId="1457309992" sldId="264"/>
        </pc:sldMkLst>
        <pc:spChg chg="mod">
          <ac:chgData name="Kumar, Shankar (Contractor)" userId="d7d2038c-4287-4a61-af48-330653fba828" providerId="ADAL" clId="{7F64D827-47B9-4795-9385-AD73B133F6A8}" dt="2025-10-14T01:15:05.910" v="312" actId="20577"/>
          <ac:spMkLst>
            <pc:docMk/>
            <pc:sldMk cId="1457309992" sldId="264"/>
            <ac:spMk id="3" creationId="{63E65DE1-EC1A-845A-6091-EBD0E70EC0C5}"/>
          </ac:spMkLst>
        </pc:spChg>
      </pc:sldChg>
      <pc:sldChg chg="addSp delSp modSp new mod">
        <pc:chgData name="Kumar, Shankar (Contractor)" userId="d7d2038c-4287-4a61-af48-330653fba828" providerId="ADAL" clId="{7F64D827-47B9-4795-9385-AD73B133F6A8}" dt="2025-10-14T00:28:55.803" v="204" actId="27636"/>
        <pc:sldMkLst>
          <pc:docMk/>
          <pc:sldMk cId="1791814285" sldId="265"/>
        </pc:sldMkLst>
        <pc:spChg chg="mod">
          <ac:chgData name="Kumar, Shankar (Contractor)" userId="d7d2038c-4287-4a61-af48-330653fba828" providerId="ADAL" clId="{7F64D827-47B9-4795-9385-AD73B133F6A8}" dt="2025-10-14T00:26:07.496" v="159"/>
          <ac:spMkLst>
            <pc:docMk/>
            <pc:sldMk cId="1791814285" sldId="265"/>
            <ac:spMk id="2" creationId="{CE24E79F-9E31-93CA-46AC-DBFF6848672F}"/>
          </ac:spMkLst>
        </pc:spChg>
        <pc:spChg chg="add del mod">
          <ac:chgData name="Kumar, Shankar (Contractor)" userId="d7d2038c-4287-4a61-af48-330653fba828" providerId="ADAL" clId="{7F64D827-47B9-4795-9385-AD73B133F6A8}" dt="2025-10-14T00:28:55.803" v="204" actId="27636"/>
          <ac:spMkLst>
            <pc:docMk/>
            <pc:sldMk cId="1791814285" sldId="265"/>
            <ac:spMk id="3" creationId="{3810A109-9811-5395-6AE3-16D55CABEDC8}"/>
          </ac:spMkLst>
        </pc:spChg>
      </pc:sldChg>
      <pc:sldChg chg="addSp delSp modSp new mod modClrScheme chgLayout">
        <pc:chgData name="Kumar, Shankar (Contractor)" userId="d7d2038c-4287-4a61-af48-330653fba828" providerId="ADAL" clId="{7F64D827-47B9-4795-9385-AD73B133F6A8}" dt="2025-10-14T00:28:10.481" v="192" actId="14100"/>
        <pc:sldMkLst>
          <pc:docMk/>
          <pc:sldMk cId="827301843" sldId="266"/>
        </pc:sldMkLst>
        <pc:spChg chg="add mod ord">
          <ac:chgData name="Kumar, Shankar (Contractor)" userId="d7d2038c-4287-4a61-af48-330653fba828" providerId="ADAL" clId="{7F64D827-47B9-4795-9385-AD73B133F6A8}" dt="2025-10-14T00:27:53.656" v="185" actId="1076"/>
          <ac:spMkLst>
            <pc:docMk/>
            <pc:sldMk cId="827301843" sldId="266"/>
            <ac:spMk id="6" creationId="{C3183494-E9DB-5D50-930F-2877EF9332BC}"/>
          </ac:spMkLst>
        </pc:spChg>
        <pc:spChg chg="add mod ord">
          <ac:chgData name="Kumar, Shankar (Contractor)" userId="d7d2038c-4287-4a61-af48-330653fba828" providerId="ADAL" clId="{7F64D827-47B9-4795-9385-AD73B133F6A8}" dt="2025-10-14T00:28:02.828" v="189" actId="27636"/>
          <ac:spMkLst>
            <pc:docMk/>
            <pc:sldMk cId="827301843" sldId="266"/>
            <ac:spMk id="7" creationId="{93DFEDD0-910D-CE72-D3B0-A6BF4E3E612D}"/>
          </ac:spMkLst>
        </pc:spChg>
        <pc:spChg chg="add mod ord">
          <ac:chgData name="Kumar, Shankar (Contractor)" userId="d7d2038c-4287-4a61-af48-330653fba828" providerId="ADAL" clId="{7F64D827-47B9-4795-9385-AD73B133F6A8}" dt="2025-10-14T00:28:10.481" v="192" actId="14100"/>
          <ac:spMkLst>
            <pc:docMk/>
            <pc:sldMk cId="827301843" sldId="266"/>
            <ac:spMk id="8" creationId="{503EE0D4-C4C4-A161-4DB9-B06FCAAF67D9}"/>
          </ac:spMkLst>
        </pc:spChg>
      </pc:sldChg>
      <pc:sldChg chg="modSp new mod">
        <pc:chgData name="Kumar, Shankar (Contractor)" userId="d7d2038c-4287-4a61-af48-330653fba828" providerId="ADAL" clId="{7F64D827-47B9-4795-9385-AD73B133F6A8}" dt="2025-10-14T00:30:24.042" v="230" actId="27636"/>
        <pc:sldMkLst>
          <pc:docMk/>
          <pc:sldMk cId="3855012662" sldId="267"/>
        </pc:sldMkLst>
        <pc:spChg chg="mod">
          <ac:chgData name="Kumar, Shankar (Contractor)" userId="d7d2038c-4287-4a61-af48-330653fba828" providerId="ADAL" clId="{7F64D827-47B9-4795-9385-AD73B133F6A8}" dt="2025-10-14T00:30:10.242" v="218" actId="20577"/>
          <ac:spMkLst>
            <pc:docMk/>
            <pc:sldMk cId="3855012662" sldId="267"/>
            <ac:spMk id="2" creationId="{3411E81A-1C53-9FDD-4AA8-C470C5B15A2B}"/>
          </ac:spMkLst>
        </pc:spChg>
        <pc:spChg chg="mod">
          <ac:chgData name="Kumar, Shankar (Contractor)" userId="d7d2038c-4287-4a61-af48-330653fba828" providerId="ADAL" clId="{7F64D827-47B9-4795-9385-AD73B133F6A8}" dt="2025-10-14T00:30:24.040" v="229" actId="27636"/>
          <ac:spMkLst>
            <pc:docMk/>
            <pc:sldMk cId="3855012662" sldId="267"/>
            <ac:spMk id="3" creationId="{374352DA-11B9-049E-8B3C-82BC54465C79}"/>
          </ac:spMkLst>
        </pc:spChg>
        <pc:spChg chg="mod">
          <ac:chgData name="Kumar, Shankar (Contractor)" userId="d7d2038c-4287-4a61-af48-330653fba828" providerId="ADAL" clId="{7F64D827-47B9-4795-9385-AD73B133F6A8}" dt="2025-10-14T00:30:24.042" v="230" actId="27636"/>
          <ac:spMkLst>
            <pc:docMk/>
            <pc:sldMk cId="3855012662" sldId="267"/>
            <ac:spMk id="4" creationId="{52B076E4-5F6D-75A4-5C61-C6993C59FF82}"/>
          </ac:spMkLst>
        </pc:spChg>
      </pc:sldChg>
      <pc:sldChg chg="addSp delSp modSp new mod modClrScheme chgLayout">
        <pc:chgData name="Kumar, Shankar (Contractor)" userId="d7d2038c-4287-4a61-af48-330653fba828" providerId="ADAL" clId="{7F64D827-47B9-4795-9385-AD73B133F6A8}" dt="2025-10-14T00:32:42.510" v="251" actId="27636"/>
        <pc:sldMkLst>
          <pc:docMk/>
          <pc:sldMk cId="2439311616" sldId="268"/>
        </pc:sldMkLst>
        <pc:spChg chg="add del mod ord">
          <ac:chgData name="Kumar, Shankar (Contractor)" userId="d7d2038c-4287-4a61-af48-330653fba828" providerId="ADAL" clId="{7F64D827-47B9-4795-9385-AD73B133F6A8}" dt="2025-10-14T00:31:34.561" v="236"/>
          <ac:spMkLst>
            <pc:docMk/>
            <pc:sldMk cId="2439311616" sldId="268"/>
            <ac:spMk id="5" creationId="{48BEF73A-FB43-8154-AFBC-4A76444DBF1D}"/>
          </ac:spMkLst>
        </pc:spChg>
        <pc:spChg chg="add mod ord">
          <ac:chgData name="Kumar, Shankar (Contractor)" userId="d7d2038c-4287-4a61-af48-330653fba828" providerId="ADAL" clId="{7F64D827-47B9-4795-9385-AD73B133F6A8}" dt="2025-10-14T00:32:42.510" v="251" actId="27636"/>
          <ac:spMkLst>
            <pc:docMk/>
            <pc:sldMk cId="2439311616" sldId="268"/>
            <ac:spMk id="6" creationId="{EDE992B3-43FA-F426-A6A8-603C05FD7DD8}"/>
          </ac:spMkLst>
        </pc:spChg>
      </pc:sldChg>
      <pc:sldChg chg="addSp delSp modSp new mod modClrScheme chgLayout">
        <pc:chgData name="Kumar, Shankar (Contractor)" userId="d7d2038c-4287-4a61-af48-330653fba828" providerId="ADAL" clId="{7F64D827-47B9-4795-9385-AD73B133F6A8}" dt="2025-10-14T00:33:35.951" v="263" actId="27636"/>
        <pc:sldMkLst>
          <pc:docMk/>
          <pc:sldMk cId="1268757124" sldId="269"/>
        </pc:sldMkLst>
        <pc:spChg chg="add del mod ord">
          <ac:chgData name="Kumar, Shankar (Contractor)" userId="d7d2038c-4287-4a61-af48-330653fba828" providerId="ADAL" clId="{7F64D827-47B9-4795-9385-AD73B133F6A8}" dt="2025-10-14T00:33:19.506" v="257"/>
          <ac:spMkLst>
            <pc:docMk/>
            <pc:sldMk cId="1268757124" sldId="269"/>
            <ac:spMk id="5" creationId="{14DD2DC8-0F9E-5271-8F72-A028E33D7BDE}"/>
          </ac:spMkLst>
        </pc:spChg>
        <pc:spChg chg="add del mod ord">
          <ac:chgData name="Kumar, Shankar (Contractor)" userId="d7d2038c-4287-4a61-af48-330653fba828" providerId="ADAL" clId="{7F64D827-47B9-4795-9385-AD73B133F6A8}" dt="2025-10-14T00:33:35.951" v="263" actId="27636"/>
          <ac:spMkLst>
            <pc:docMk/>
            <pc:sldMk cId="1268757124" sldId="269"/>
            <ac:spMk id="6" creationId="{19F5CE6B-7476-55D6-19C5-87808309BC31}"/>
          </ac:spMkLst>
        </pc:spChg>
      </pc:sldChg>
      <pc:sldChg chg="addSp delSp modSp new mod">
        <pc:chgData name="Kumar, Shankar (Contractor)" userId="d7d2038c-4287-4a61-af48-330653fba828" providerId="ADAL" clId="{7F64D827-47B9-4795-9385-AD73B133F6A8}" dt="2025-10-14T00:34:18.427" v="271" actId="27636"/>
        <pc:sldMkLst>
          <pc:docMk/>
          <pc:sldMk cId="3041565281" sldId="270"/>
        </pc:sldMkLst>
        <pc:spChg chg="add del mod">
          <ac:chgData name="Kumar, Shankar (Contractor)" userId="d7d2038c-4287-4a61-af48-330653fba828" providerId="ADAL" clId="{7F64D827-47B9-4795-9385-AD73B133F6A8}" dt="2025-10-14T00:33:57.994" v="268"/>
          <ac:spMkLst>
            <pc:docMk/>
            <pc:sldMk cId="3041565281" sldId="270"/>
            <ac:spMk id="2" creationId="{4D860142-CD27-A667-17D3-0C9A2E80F0A3}"/>
          </ac:spMkLst>
        </pc:spChg>
        <pc:spChg chg="mod">
          <ac:chgData name="Kumar, Shankar (Contractor)" userId="d7d2038c-4287-4a61-af48-330653fba828" providerId="ADAL" clId="{7F64D827-47B9-4795-9385-AD73B133F6A8}" dt="2025-10-14T00:34:18.427" v="271" actId="27636"/>
          <ac:spMkLst>
            <pc:docMk/>
            <pc:sldMk cId="3041565281" sldId="270"/>
            <ac:spMk id="3" creationId="{BC301442-2ACE-6A34-0871-52B6B5D31267}"/>
          </ac:spMkLst>
        </pc:spChg>
      </pc:sldChg>
      <pc:sldChg chg="modSp new mod">
        <pc:chgData name="Kumar, Shankar (Contractor)" userId="d7d2038c-4287-4a61-af48-330653fba828" providerId="ADAL" clId="{7F64D827-47B9-4795-9385-AD73B133F6A8}" dt="2025-10-14T00:35:50.072" v="277" actId="27636"/>
        <pc:sldMkLst>
          <pc:docMk/>
          <pc:sldMk cId="894634137" sldId="271"/>
        </pc:sldMkLst>
        <pc:spChg chg="mod">
          <ac:chgData name="Kumar, Shankar (Contractor)" userId="d7d2038c-4287-4a61-af48-330653fba828" providerId="ADAL" clId="{7F64D827-47B9-4795-9385-AD73B133F6A8}" dt="2025-10-14T00:35:50.072" v="277" actId="27636"/>
          <ac:spMkLst>
            <pc:docMk/>
            <pc:sldMk cId="894634137" sldId="271"/>
            <ac:spMk id="3" creationId="{10AC0697-F616-8281-E4FD-0ACA14EF984D}"/>
          </ac:spMkLst>
        </pc:spChg>
      </pc:sldChg>
      <pc:sldChg chg="new del">
        <pc:chgData name="Kumar, Shankar (Contractor)" userId="d7d2038c-4287-4a61-af48-330653fba828" providerId="ADAL" clId="{7F64D827-47B9-4795-9385-AD73B133F6A8}" dt="2025-10-14T00:35:40.088" v="273" actId="680"/>
        <pc:sldMkLst>
          <pc:docMk/>
          <pc:sldMk cId="2941638062" sldId="271"/>
        </pc:sldMkLst>
      </pc:sldChg>
      <pc:sldChg chg="addSp delSp modSp new mod modClrScheme chgLayout">
        <pc:chgData name="Kumar, Shankar (Contractor)" userId="d7d2038c-4287-4a61-af48-330653fba828" providerId="ADAL" clId="{7F64D827-47B9-4795-9385-AD73B133F6A8}" dt="2025-10-14T00:38:12.797" v="291" actId="27636"/>
        <pc:sldMkLst>
          <pc:docMk/>
          <pc:sldMk cId="17063339" sldId="272"/>
        </pc:sldMkLst>
        <pc:spChg chg="add mod ord">
          <ac:chgData name="Kumar, Shankar (Contractor)" userId="d7d2038c-4287-4a61-af48-330653fba828" providerId="ADAL" clId="{7F64D827-47B9-4795-9385-AD73B133F6A8}" dt="2025-10-14T00:37:52.455" v="279" actId="700"/>
          <ac:spMkLst>
            <pc:docMk/>
            <pc:sldMk cId="17063339" sldId="272"/>
            <ac:spMk id="5" creationId="{E0BA351D-A4AC-D849-C3C2-3E5736B6ED87}"/>
          </ac:spMkLst>
        </pc:spChg>
        <pc:spChg chg="add mod ord">
          <ac:chgData name="Kumar, Shankar (Contractor)" userId="d7d2038c-4287-4a61-af48-330653fba828" providerId="ADAL" clId="{7F64D827-47B9-4795-9385-AD73B133F6A8}" dt="2025-10-14T00:38:12.797" v="291" actId="27636"/>
          <ac:spMkLst>
            <pc:docMk/>
            <pc:sldMk cId="17063339" sldId="272"/>
            <ac:spMk id="6" creationId="{EC8FA5F0-2434-6A2E-E83E-05914AAEBE36}"/>
          </ac:spMkLst>
        </pc:spChg>
      </pc:sldChg>
      <pc:sldChg chg="addSp delSp modSp new mod modClrScheme chgLayout">
        <pc:chgData name="Kumar, Shankar (Contractor)" userId="d7d2038c-4287-4a61-af48-330653fba828" providerId="ADAL" clId="{7F64D827-47B9-4795-9385-AD73B133F6A8}" dt="2025-10-14T01:17:26.420" v="331" actId="20577"/>
        <pc:sldMkLst>
          <pc:docMk/>
          <pc:sldMk cId="307016891" sldId="273"/>
        </pc:sldMkLst>
        <pc:spChg chg="add del mod ord">
          <ac:chgData name="Kumar, Shankar (Contractor)" userId="d7d2038c-4287-4a61-af48-330653fba828" providerId="ADAL" clId="{7F64D827-47B9-4795-9385-AD73B133F6A8}" dt="2025-10-14T01:16:22.245" v="321"/>
          <ac:spMkLst>
            <pc:docMk/>
            <pc:sldMk cId="307016891" sldId="273"/>
            <ac:spMk id="5" creationId="{414B1936-A8BF-E136-1922-76ABFA488B5C}"/>
          </ac:spMkLst>
        </pc:spChg>
        <pc:spChg chg="add mod ord">
          <ac:chgData name="Kumar, Shankar (Contractor)" userId="d7d2038c-4287-4a61-af48-330653fba828" providerId="ADAL" clId="{7F64D827-47B9-4795-9385-AD73B133F6A8}" dt="2025-10-14T01:17:26.420" v="331" actId="20577"/>
          <ac:spMkLst>
            <pc:docMk/>
            <pc:sldMk cId="307016891" sldId="273"/>
            <ac:spMk id="6" creationId="{4BA0CC1E-9D9B-7749-716A-090F0344513A}"/>
          </ac:spMkLst>
        </pc:spChg>
      </pc:sldChg>
      <pc:sldChg chg="delSp modSp new mod">
        <pc:chgData name="Kumar, Shankar (Contractor)" userId="d7d2038c-4287-4a61-af48-330653fba828" providerId="ADAL" clId="{7F64D827-47B9-4795-9385-AD73B133F6A8}" dt="2025-10-14T01:18:21.885" v="341" actId="27636"/>
        <pc:sldMkLst>
          <pc:docMk/>
          <pc:sldMk cId="3081553345" sldId="274"/>
        </pc:sldMkLst>
        <pc:spChg chg="mod">
          <ac:chgData name="Kumar, Shankar (Contractor)" userId="d7d2038c-4287-4a61-af48-330653fba828" providerId="ADAL" clId="{7F64D827-47B9-4795-9385-AD73B133F6A8}" dt="2025-10-14T01:18:21.885" v="341" actId="27636"/>
          <ac:spMkLst>
            <pc:docMk/>
            <pc:sldMk cId="3081553345" sldId="274"/>
            <ac:spMk id="3" creationId="{45F22BEB-61A9-BA8A-80C7-EED7128CD722}"/>
          </ac:spMkLst>
        </pc:spChg>
      </pc:sldChg>
      <pc:sldChg chg="modSp new mod">
        <pc:chgData name="Kumar, Shankar (Contractor)" userId="d7d2038c-4287-4a61-af48-330653fba828" providerId="ADAL" clId="{7F64D827-47B9-4795-9385-AD73B133F6A8}" dt="2025-10-14T01:29:58.304" v="346" actId="20577"/>
        <pc:sldMkLst>
          <pc:docMk/>
          <pc:sldMk cId="903423732" sldId="275"/>
        </pc:sldMkLst>
        <pc:spChg chg="mod">
          <ac:chgData name="Kumar, Shankar (Contractor)" userId="d7d2038c-4287-4a61-af48-330653fba828" providerId="ADAL" clId="{7F64D827-47B9-4795-9385-AD73B133F6A8}" dt="2025-10-14T01:29:58.304" v="346" actId="20577"/>
          <ac:spMkLst>
            <pc:docMk/>
            <pc:sldMk cId="903423732" sldId="275"/>
            <ac:spMk id="3" creationId="{878BD161-6426-F9BF-5D48-37C7BF551319}"/>
          </ac:spMkLst>
        </pc:spChg>
      </pc:sldChg>
      <pc:sldChg chg="modSp new mod">
        <pc:chgData name="Kumar, Shankar (Contractor)" userId="d7d2038c-4287-4a61-af48-330653fba828" providerId="ADAL" clId="{7F64D827-47B9-4795-9385-AD73B133F6A8}" dt="2025-10-14T04:06:43.493" v="351" actId="20577"/>
        <pc:sldMkLst>
          <pc:docMk/>
          <pc:sldMk cId="1824620182" sldId="276"/>
        </pc:sldMkLst>
        <pc:spChg chg="mod">
          <ac:chgData name="Kumar, Shankar (Contractor)" userId="d7d2038c-4287-4a61-af48-330653fba828" providerId="ADAL" clId="{7F64D827-47B9-4795-9385-AD73B133F6A8}" dt="2025-10-14T04:06:25.682" v="348"/>
          <ac:spMkLst>
            <pc:docMk/>
            <pc:sldMk cId="1824620182" sldId="276"/>
            <ac:spMk id="2" creationId="{A9B3CAB4-8024-1E35-8DB4-B4C94A21CA30}"/>
          </ac:spMkLst>
        </pc:spChg>
        <pc:spChg chg="mod">
          <ac:chgData name="Kumar, Shankar (Contractor)" userId="d7d2038c-4287-4a61-af48-330653fba828" providerId="ADAL" clId="{7F64D827-47B9-4795-9385-AD73B133F6A8}" dt="2025-10-14T04:06:43.493" v="351" actId="20577"/>
          <ac:spMkLst>
            <pc:docMk/>
            <pc:sldMk cId="1824620182" sldId="276"/>
            <ac:spMk id="3" creationId="{2CF2D561-45FC-A975-B168-85DCA61F405B}"/>
          </ac:spMkLst>
        </pc:spChg>
      </pc:sldChg>
      <pc:sldChg chg="modSp new mod">
        <pc:chgData name="Kumar, Shankar (Contractor)" userId="d7d2038c-4287-4a61-af48-330653fba828" providerId="ADAL" clId="{7F64D827-47B9-4795-9385-AD73B133F6A8}" dt="2025-10-14T04:07:22.811" v="359" actId="27636"/>
        <pc:sldMkLst>
          <pc:docMk/>
          <pc:sldMk cId="3465264156" sldId="277"/>
        </pc:sldMkLst>
        <pc:spChg chg="mod">
          <ac:chgData name="Kumar, Shankar (Contractor)" userId="d7d2038c-4287-4a61-af48-330653fba828" providerId="ADAL" clId="{7F64D827-47B9-4795-9385-AD73B133F6A8}" dt="2025-10-14T04:07:22.811" v="359" actId="27636"/>
          <ac:spMkLst>
            <pc:docMk/>
            <pc:sldMk cId="3465264156" sldId="277"/>
            <ac:spMk id="2" creationId="{5BAD01B0-8B7B-89F8-C152-0CA20F1B73AD}"/>
          </ac:spMkLst>
        </pc:spChg>
        <pc:spChg chg="mod">
          <ac:chgData name="Kumar, Shankar (Contractor)" userId="d7d2038c-4287-4a61-af48-330653fba828" providerId="ADAL" clId="{7F64D827-47B9-4795-9385-AD73B133F6A8}" dt="2025-10-14T04:07:21.156" v="357" actId="27636"/>
          <ac:spMkLst>
            <pc:docMk/>
            <pc:sldMk cId="3465264156" sldId="277"/>
            <ac:spMk id="3" creationId="{BFBC2B01-B9B7-B337-C597-20CCF3E232C5}"/>
          </ac:spMkLst>
        </pc:spChg>
      </pc:sldChg>
      <pc:sldChg chg="addSp modSp new mod">
        <pc:chgData name="Kumar, Shankar (Contractor)" userId="d7d2038c-4287-4a61-af48-330653fba828" providerId="ADAL" clId="{7F64D827-47B9-4795-9385-AD73B133F6A8}" dt="2025-10-14T04:11:21.865" v="374" actId="5793"/>
        <pc:sldMkLst>
          <pc:docMk/>
          <pc:sldMk cId="1861565766" sldId="278"/>
        </pc:sldMkLst>
        <pc:spChg chg="mod">
          <ac:chgData name="Kumar, Shankar (Contractor)" userId="d7d2038c-4287-4a61-af48-330653fba828" providerId="ADAL" clId="{7F64D827-47B9-4795-9385-AD73B133F6A8}" dt="2025-10-14T04:10:25.182" v="361"/>
          <ac:spMkLst>
            <pc:docMk/>
            <pc:sldMk cId="1861565766" sldId="278"/>
            <ac:spMk id="2" creationId="{03CCBE66-54AA-3653-F064-27344B6F94B0}"/>
          </ac:spMkLst>
        </pc:spChg>
        <pc:spChg chg="mod">
          <ac:chgData name="Kumar, Shankar (Contractor)" userId="d7d2038c-4287-4a61-af48-330653fba828" providerId="ADAL" clId="{7F64D827-47B9-4795-9385-AD73B133F6A8}" dt="2025-10-14T04:11:21.865" v="374" actId="5793"/>
          <ac:spMkLst>
            <pc:docMk/>
            <pc:sldMk cId="1861565766" sldId="278"/>
            <ac:spMk id="3" creationId="{13250B03-E6AE-8EF5-5256-C53FCB1873D9}"/>
          </ac:spMkLst>
        </pc:spChg>
      </pc:sldChg>
      <pc:sldChg chg="addSp delSp modSp new mod">
        <pc:chgData name="Kumar, Shankar (Contractor)" userId="d7d2038c-4287-4a61-af48-330653fba828" providerId="ADAL" clId="{7F64D827-47B9-4795-9385-AD73B133F6A8}" dt="2025-10-14T04:13:12.207" v="388" actId="20577"/>
        <pc:sldMkLst>
          <pc:docMk/>
          <pc:sldMk cId="2337458769" sldId="279"/>
        </pc:sldMkLst>
        <pc:spChg chg="mod">
          <ac:chgData name="Kumar, Shankar (Contractor)" userId="d7d2038c-4287-4a61-af48-330653fba828" providerId="ADAL" clId="{7F64D827-47B9-4795-9385-AD73B133F6A8}" dt="2025-10-14T04:12:13.258" v="377" actId="27636"/>
          <ac:spMkLst>
            <pc:docMk/>
            <pc:sldMk cId="2337458769" sldId="279"/>
            <ac:spMk id="2" creationId="{3CBB86C1-CEAA-8B35-D3E0-0820BD311EFE}"/>
          </ac:spMkLst>
        </pc:spChg>
        <pc:spChg chg="add del mod">
          <ac:chgData name="Kumar, Shankar (Contractor)" userId="d7d2038c-4287-4a61-af48-330653fba828" providerId="ADAL" clId="{7F64D827-47B9-4795-9385-AD73B133F6A8}" dt="2025-10-14T04:13:12.207" v="388" actId="20577"/>
          <ac:spMkLst>
            <pc:docMk/>
            <pc:sldMk cId="2337458769" sldId="279"/>
            <ac:spMk id="3" creationId="{91DC3FA8-65D4-3D11-80FC-C31D7A465C8C}"/>
          </ac:spMkLst>
        </pc:spChg>
      </pc:sldChg>
      <pc:sldChg chg="addSp delSp modSp new mod">
        <pc:chgData name="Kumar, Shankar (Contractor)" userId="d7d2038c-4287-4a61-af48-330653fba828" providerId="ADAL" clId="{7F64D827-47B9-4795-9385-AD73B133F6A8}" dt="2025-10-14T04:14:46.552" v="402" actId="27636"/>
        <pc:sldMkLst>
          <pc:docMk/>
          <pc:sldMk cId="1268474284" sldId="280"/>
        </pc:sldMkLst>
        <pc:spChg chg="add del mod">
          <ac:chgData name="Kumar, Shankar (Contractor)" userId="d7d2038c-4287-4a61-af48-330653fba828" providerId="ADAL" clId="{7F64D827-47B9-4795-9385-AD73B133F6A8}" dt="2025-10-14T04:14:28.395" v="396" actId="20577"/>
          <ac:spMkLst>
            <pc:docMk/>
            <pc:sldMk cId="1268474284" sldId="280"/>
            <ac:spMk id="2" creationId="{981A7027-69AF-19B9-4CC9-11DFEFAE0B80}"/>
          </ac:spMkLst>
        </pc:spChg>
        <pc:spChg chg="mod">
          <ac:chgData name="Kumar, Shankar (Contractor)" userId="d7d2038c-4287-4a61-af48-330653fba828" providerId="ADAL" clId="{7F64D827-47B9-4795-9385-AD73B133F6A8}" dt="2025-10-14T04:14:46.552" v="402" actId="27636"/>
          <ac:spMkLst>
            <pc:docMk/>
            <pc:sldMk cId="1268474284" sldId="280"/>
            <ac:spMk id="3" creationId="{9CAAC2DF-B18C-25F4-9BE7-1EA009AADFAD}"/>
          </ac:spMkLst>
        </pc:spChg>
      </pc:sldChg>
      <pc:sldChg chg="addSp delSp modSp new mod modClrScheme chgLayout">
        <pc:chgData name="Kumar, Shankar (Contractor)" userId="d7d2038c-4287-4a61-af48-330653fba828" providerId="ADAL" clId="{7F64D827-47B9-4795-9385-AD73B133F6A8}" dt="2025-10-14T04:15:55.954" v="418" actId="14100"/>
        <pc:sldMkLst>
          <pc:docMk/>
          <pc:sldMk cId="933430104" sldId="281"/>
        </pc:sldMkLst>
        <pc:spChg chg="mod ord">
          <ac:chgData name="Kumar, Shankar (Contractor)" userId="d7d2038c-4287-4a61-af48-330653fba828" providerId="ADAL" clId="{7F64D827-47B9-4795-9385-AD73B133F6A8}" dt="2025-10-14T04:15:52.826" v="417" actId="27636"/>
          <ac:spMkLst>
            <pc:docMk/>
            <pc:sldMk cId="933430104" sldId="281"/>
            <ac:spMk id="3" creationId="{7E7CE503-6120-DAA4-E3AD-707AFE4FED9A}"/>
          </ac:spMkLst>
        </pc:spChg>
        <pc:spChg chg="add mod ord">
          <ac:chgData name="Kumar, Shankar (Contractor)" userId="d7d2038c-4287-4a61-af48-330653fba828" providerId="ADAL" clId="{7F64D827-47B9-4795-9385-AD73B133F6A8}" dt="2025-10-14T04:15:55.954" v="418" actId="14100"/>
          <ac:spMkLst>
            <pc:docMk/>
            <pc:sldMk cId="933430104" sldId="281"/>
            <ac:spMk id="5" creationId="{2BB7FA2A-209D-7306-28C3-DB918B4AE68E}"/>
          </ac:spMkLst>
        </pc:spChg>
      </pc:sldChg>
      <pc:sldChg chg="modSp new mod">
        <pc:chgData name="Kumar, Shankar (Contractor)" userId="d7d2038c-4287-4a61-af48-330653fba828" providerId="ADAL" clId="{7F64D827-47B9-4795-9385-AD73B133F6A8}" dt="2025-10-14T04:16:36.425" v="430"/>
        <pc:sldMkLst>
          <pc:docMk/>
          <pc:sldMk cId="3683335618" sldId="282"/>
        </pc:sldMkLst>
        <pc:spChg chg="mod">
          <ac:chgData name="Kumar, Shankar (Contractor)" userId="d7d2038c-4287-4a61-af48-330653fba828" providerId="ADAL" clId="{7F64D827-47B9-4795-9385-AD73B133F6A8}" dt="2025-10-14T04:16:36.425" v="430"/>
          <ac:spMkLst>
            <pc:docMk/>
            <pc:sldMk cId="3683335618" sldId="282"/>
            <ac:spMk id="2" creationId="{3B442E88-BAF4-9FEC-0CB7-A50C894EE94C}"/>
          </ac:spMkLst>
        </pc:spChg>
        <pc:spChg chg="mod">
          <ac:chgData name="Kumar, Shankar (Contractor)" userId="d7d2038c-4287-4a61-af48-330653fba828" providerId="ADAL" clId="{7F64D827-47B9-4795-9385-AD73B133F6A8}" dt="2025-10-14T04:16:27.099" v="427" actId="27636"/>
          <ac:spMkLst>
            <pc:docMk/>
            <pc:sldMk cId="3683335618" sldId="282"/>
            <ac:spMk id="3" creationId="{965E07BA-2799-E030-6503-8ED1BCF571F3}"/>
          </ac:spMkLst>
        </pc:spChg>
        <pc:spChg chg="mod">
          <ac:chgData name="Kumar, Shankar (Contractor)" userId="d7d2038c-4287-4a61-af48-330653fba828" providerId="ADAL" clId="{7F64D827-47B9-4795-9385-AD73B133F6A8}" dt="2025-10-14T04:16:29.703" v="429"/>
          <ac:spMkLst>
            <pc:docMk/>
            <pc:sldMk cId="3683335618" sldId="282"/>
            <ac:spMk id="4" creationId="{A32A45D5-729A-BF4C-116A-23A8D85A9F04}"/>
          </ac:spMkLst>
        </pc:spChg>
      </pc:sldChg>
      <pc:sldChg chg="addSp delSp modSp new mod">
        <pc:chgData name="Kumar, Shankar (Contractor)" userId="d7d2038c-4287-4a61-af48-330653fba828" providerId="ADAL" clId="{7F64D827-47B9-4795-9385-AD73B133F6A8}" dt="2025-10-14T04:31:54.071" v="530" actId="20577"/>
        <pc:sldMkLst>
          <pc:docMk/>
          <pc:sldMk cId="704579086" sldId="283"/>
        </pc:sldMkLst>
        <pc:spChg chg="add del mod">
          <ac:chgData name="Kumar, Shankar (Contractor)" userId="d7d2038c-4287-4a61-af48-330653fba828" providerId="ADAL" clId="{7F64D827-47B9-4795-9385-AD73B133F6A8}" dt="2025-10-14T04:17:35.925" v="448" actId="27636"/>
          <ac:spMkLst>
            <pc:docMk/>
            <pc:sldMk cId="704579086" sldId="283"/>
            <ac:spMk id="2" creationId="{B669F41F-97D3-DE03-5AF7-613C1FB77CF1}"/>
          </ac:spMkLst>
        </pc:spChg>
        <pc:spChg chg="mod">
          <ac:chgData name="Kumar, Shankar (Contractor)" userId="d7d2038c-4287-4a61-af48-330653fba828" providerId="ADAL" clId="{7F64D827-47B9-4795-9385-AD73B133F6A8}" dt="2025-10-14T04:17:42.982" v="455" actId="27636"/>
          <ac:spMkLst>
            <pc:docMk/>
            <pc:sldMk cId="704579086" sldId="283"/>
            <ac:spMk id="3" creationId="{772F69F1-DCB5-CAE4-569F-075C533D0727}"/>
          </ac:spMkLst>
        </pc:spChg>
        <pc:spChg chg="mod">
          <ac:chgData name="Kumar, Shankar (Contractor)" userId="d7d2038c-4287-4a61-af48-330653fba828" providerId="ADAL" clId="{7F64D827-47B9-4795-9385-AD73B133F6A8}" dt="2025-10-14T04:31:54.071" v="530" actId="20577"/>
          <ac:spMkLst>
            <pc:docMk/>
            <pc:sldMk cId="704579086" sldId="283"/>
            <ac:spMk id="4" creationId="{02CCF3E0-859E-3B4B-AD3C-7B5AAAAEA903}"/>
          </ac:spMkLst>
        </pc:spChg>
      </pc:sldChg>
      <pc:sldChg chg="addSp delSp modSp new mod modClrScheme chgLayout">
        <pc:chgData name="Kumar, Shankar (Contractor)" userId="d7d2038c-4287-4a61-af48-330653fba828" providerId="ADAL" clId="{7F64D827-47B9-4795-9385-AD73B133F6A8}" dt="2025-10-14T04:18:30.195" v="470" actId="27636"/>
        <pc:sldMkLst>
          <pc:docMk/>
          <pc:sldMk cId="700276967" sldId="284"/>
        </pc:sldMkLst>
        <pc:spChg chg="add mod ord">
          <ac:chgData name="Kumar, Shankar (Contractor)" userId="d7d2038c-4287-4a61-af48-330653fba828" providerId="ADAL" clId="{7F64D827-47B9-4795-9385-AD73B133F6A8}" dt="2025-10-14T04:18:13.344" v="458" actId="700"/>
          <ac:spMkLst>
            <pc:docMk/>
            <pc:sldMk cId="700276967" sldId="284"/>
            <ac:spMk id="5" creationId="{66619869-B5FA-79F4-4873-04D42E69C5E1}"/>
          </ac:spMkLst>
        </pc:spChg>
        <pc:spChg chg="add mod ord">
          <ac:chgData name="Kumar, Shankar (Contractor)" userId="d7d2038c-4287-4a61-af48-330653fba828" providerId="ADAL" clId="{7F64D827-47B9-4795-9385-AD73B133F6A8}" dt="2025-10-14T04:18:30.195" v="470" actId="27636"/>
          <ac:spMkLst>
            <pc:docMk/>
            <pc:sldMk cId="700276967" sldId="284"/>
            <ac:spMk id="6" creationId="{2BED1601-BA62-A982-8CF0-7147A651A079}"/>
          </ac:spMkLst>
        </pc:spChg>
      </pc:sldChg>
      <pc:sldChg chg="addSp modSp new mod modClrScheme chgLayout">
        <pc:chgData name="Kumar, Shankar (Contractor)" userId="d7d2038c-4287-4a61-af48-330653fba828" providerId="ADAL" clId="{7F64D827-47B9-4795-9385-AD73B133F6A8}" dt="2025-10-14T04:19:19.052" v="490" actId="27636"/>
        <pc:sldMkLst>
          <pc:docMk/>
          <pc:sldMk cId="1355494519" sldId="285"/>
        </pc:sldMkLst>
        <pc:spChg chg="mod ord">
          <ac:chgData name="Kumar, Shankar (Contractor)" userId="d7d2038c-4287-4a61-af48-330653fba828" providerId="ADAL" clId="{7F64D827-47B9-4795-9385-AD73B133F6A8}" dt="2025-10-14T04:19:13.007" v="487" actId="700"/>
          <ac:spMkLst>
            <pc:docMk/>
            <pc:sldMk cId="1355494519" sldId="285"/>
            <ac:spMk id="2" creationId="{1758874F-EC3E-3ADC-6675-DB9E186B552E}"/>
          </ac:spMkLst>
        </pc:spChg>
        <pc:spChg chg="mod ord">
          <ac:chgData name="Kumar, Shankar (Contractor)" userId="d7d2038c-4287-4a61-af48-330653fba828" providerId="ADAL" clId="{7F64D827-47B9-4795-9385-AD73B133F6A8}" dt="2025-10-14T04:19:19.052" v="490" actId="27636"/>
          <ac:spMkLst>
            <pc:docMk/>
            <pc:sldMk cId="1355494519" sldId="285"/>
            <ac:spMk id="3" creationId="{8984FC5E-D632-AC0C-26AE-B5B35D3BD9D1}"/>
          </ac:spMkLst>
        </pc:spChg>
        <pc:spChg chg="add mod ord">
          <ac:chgData name="Kumar, Shankar (Contractor)" userId="d7d2038c-4287-4a61-af48-330653fba828" providerId="ADAL" clId="{7F64D827-47B9-4795-9385-AD73B133F6A8}" dt="2025-10-14T04:19:19.052" v="489" actId="27636"/>
          <ac:spMkLst>
            <pc:docMk/>
            <pc:sldMk cId="1355494519" sldId="285"/>
            <ac:spMk id="4" creationId="{3593CACF-36C9-92D1-968B-26EF2D335DD9}"/>
          </ac:spMkLst>
        </pc:spChg>
      </pc:sldChg>
      <pc:sldChg chg="addSp delSp modSp new mod modClrScheme chgLayout">
        <pc:chgData name="Kumar, Shankar (Contractor)" userId="d7d2038c-4287-4a61-af48-330653fba828" providerId="ADAL" clId="{7F64D827-47B9-4795-9385-AD73B133F6A8}" dt="2025-10-14T04:20:33.496" v="501"/>
        <pc:sldMkLst>
          <pc:docMk/>
          <pc:sldMk cId="2044618181" sldId="286"/>
        </pc:sldMkLst>
        <pc:spChg chg="add del mod ord">
          <ac:chgData name="Kumar, Shankar (Contractor)" userId="d7d2038c-4287-4a61-af48-330653fba828" providerId="ADAL" clId="{7F64D827-47B9-4795-9385-AD73B133F6A8}" dt="2025-10-14T04:20:09.139" v="496" actId="700"/>
          <ac:spMkLst>
            <pc:docMk/>
            <pc:sldMk cId="2044618181" sldId="286"/>
            <ac:spMk id="2" creationId="{CF937734-7DDD-D0A2-85BA-9B1179A44923}"/>
          </ac:spMkLst>
        </pc:spChg>
        <pc:spChg chg="add mod ord">
          <ac:chgData name="Kumar, Shankar (Contractor)" userId="d7d2038c-4287-4a61-af48-330653fba828" providerId="ADAL" clId="{7F64D827-47B9-4795-9385-AD73B133F6A8}" dt="2025-10-14T04:20:33.496" v="501"/>
          <ac:spMkLst>
            <pc:docMk/>
            <pc:sldMk cId="2044618181" sldId="286"/>
            <ac:spMk id="6" creationId="{8C90EE4C-6546-BF13-2080-EC386D576A24}"/>
          </ac:spMkLst>
        </pc:spChg>
      </pc:sldChg>
      <pc:sldChg chg="delSp modSp new mod">
        <pc:chgData name="Kumar, Shankar (Contractor)" userId="d7d2038c-4287-4a61-af48-330653fba828" providerId="ADAL" clId="{7F64D827-47B9-4795-9385-AD73B133F6A8}" dt="2025-10-14T04:21:46.091" v="524" actId="27636"/>
        <pc:sldMkLst>
          <pc:docMk/>
          <pc:sldMk cId="100305129" sldId="287"/>
        </pc:sldMkLst>
        <pc:spChg chg="mod">
          <ac:chgData name="Kumar, Shankar (Contractor)" userId="d7d2038c-4287-4a61-af48-330653fba828" providerId="ADAL" clId="{7F64D827-47B9-4795-9385-AD73B133F6A8}" dt="2025-10-14T04:21:46.091" v="524" actId="27636"/>
          <ac:spMkLst>
            <pc:docMk/>
            <pc:sldMk cId="100305129" sldId="287"/>
            <ac:spMk id="3" creationId="{13BAEC2A-89E9-3CF1-E7C1-95BD2196BADB}"/>
          </ac:spMkLst>
        </pc:spChg>
      </pc:sldChg>
      <pc:sldChg chg="modSp new mod">
        <pc:chgData name="Kumar, Shankar (Contractor)" userId="d7d2038c-4287-4a61-af48-330653fba828" providerId="ADAL" clId="{7F64D827-47B9-4795-9385-AD73B133F6A8}" dt="2025-10-14T04:32:47.589" v="535" actId="20577"/>
        <pc:sldMkLst>
          <pc:docMk/>
          <pc:sldMk cId="1270646464" sldId="288"/>
        </pc:sldMkLst>
        <pc:spChg chg="mod">
          <ac:chgData name="Kumar, Shankar (Contractor)" userId="d7d2038c-4287-4a61-af48-330653fba828" providerId="ADAL" clId="{7F64D827-47B9-4795-9385-AD73B133F6A8}" dt="2025-10-14T04:32:29.752" v="533" actId="27636"/>
          <ac:spMkLst>
            <pc:docMk/>
            <pc:sldMk cId="1270646464" sldId="288"/>
            <ac:spMk id="2" creationId="{34DC200F-1C56-4BA6-D9A8-667B1FDA5450}"/>
          </ac:spMkLst>
        </pc:spChg>
        <pc:spChg chg="mod">
          <ac:chgData name="Kumar, Shankar (Contractor)" userId="d7d2038c-4287-4a61-af48-330653fba828" providerId="ADAL" clId="{7F64D827-47B9-4795-9385-AD73B133F6A8}" dt="2025-10-14T04:32:47.589" v="535" actId="20577"/>
          <ac:spMkLst>
            <pc:docMk/>
            <pc:sldMk cId="1270646464" sldId="288"/>
            <ac:spMk id="3" creationId="{8BE9CF59-CAAB-BD1C-21E0-879BDBCE47F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02B77-96BE-7AA0-D95E-5E0BA7658E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A34F299-41B3-C383-DA9D-5FF49090AB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C14A480-1B5B-35FC-B158-7DD411163F7E}"/>
              </a:ext>
            </a:extLst>
          </p:cNvPr>
          <p:cNvSpPr>
            <a:spLocks noGrp="1"/>
          </p:cNvSpPr>
          <p:nvPr>
            <p:ph type="dt" sz="half" idx="10"/>
          </p:nvPr>
        </p:nvSpPr>
        <p:spPr/>
        <p:txBody>
          <a:bodyPr/>
          <a:lstStyle/>
          <a:p>
            <a:fld id="{B0F7411D-92B6-49FE-8A1E-05F02C1DEFA2}" type="datetimeFigureOut">
              <a:rPr lang="en-IN" smtClean="0"/>
              <a:t>22-10-2025</a:t>
            </a:fld>
            <a:endParaRPr lang="en-IN"/>
          </a:p>
        </p:txBody>
      </p:sp>
      <p:sp>
        <p:nvSpPr>
          <p:cNvPr id="5" name="Footer Placeholder 4">
            <a:extLst>
              <a:ext uri="{FF2B5EF4-FFF2-40B4-BE49-F238E27FC236}">
                <a16:creationId xmlns:a16="http://schemas.microsoft.com/office/drawing/2014/main" id="{53A42C0A-BBCE-4FF2-F1C5-1AD9458A1A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59EE2E-85ED-41A9-2AF6-9B733A11C031}"/>
              </a:ext>
            </a:extLst>
          </p:cNvPr>
          <p:cNvSpPr>
            <a:spLocks noGrp="1"/>
          </p:cNvSpPr>
          <p:nvPr>
            <p:ph type="sldNum" sz="quarter" idx="12"/>
          </p:nvPr>
        </p:nvSpPr>
        <p:spPr/>
        <p:txBody>
          <a:bodyPr/>
          <a:lstStyle/>
          <a:p>
            <a:fld id="{10A58D3A-E8AF-479E-B3CE-C2749035E658}" type="slidenum">
              <a:rPr lang="en-IN" smtClean="0"/>
              <a:t>‹#›</a:t>
            </a:fld>
            <a:endParaRPr lang="en-IN"/>
          </a:p>
        </p:txBody>
      </p:sp>
    </p:spTree>
    <p:extLst>
      <p:ext uri="{BB962C8B-B14F-4D97-AF65-F5344CB8AC3E}">
        <p14:creationId xmlns:p14="http://schemas.microsoft.com/office/powerpoint/2010/main" val="1233399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B0BD0-8377-A3C5-EEFD-6DEAD93D0A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20ECDF6-B3E8-0B34-3F99-2D26BE4737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A607E5-0FFC-5D67-7BA1-60BEA52512DC}"/>
              </a:ext>
            </a:extLst>
          </p:cNvPr>
          <p:cNvSpPr>
            <a:spLocks noGrp="1"/>
          </p:cNvSpPr>
          <p:nvPr>
            <p:ph type="dt" sz="half" idx="10"/>
          </p:nvPr>
        </p:nvSpPr>
        <p:spPr/>
        <p:txBody>
          <a:bodyPr/>
          <a:lstStyle/>
          <a:p>
            <a:fld id="{B0F7411D-92B6-49FE-8A1E-05F02C1DEFA2}" type="datetimeFigureOut">
              <a:rPr lang="en-IN" smtClean="0"/>
              <a:t>22-10-2025</a:t>
            </a:fld>
            <a:endParaRPr lang="en-IN"/>
          </a:p>
        </p:txBody>
      </p:sp>
      <p:sp>
        <p:nvSpPr>
          <p:cNvPr id="5" name="Footer Placeholder 4">
            <a:extLst>
              <a:ext uri="{FF2B5EF4-FFF2-40B4-BE49-F238E27FC236}">
                <a16:creationId xmlns:a16="http://schemas.microsoft.com/office/drawing/2014/main" id="{B3DC7FE2-E2BF-50F2-583D-108E108128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DA2C51-4110-A05F-D75B-C375FF7FAD03}"/>
              </a:ext>
            </a:extLst>
          </p:cNvPr>
          <p:cNvSpPr>
            <a:spLocks noGrp="1"/>
          </p:cNvSpPr>
          <p:nvPr>
            <p:ph type="sldNum" sz="quarter" idx="12"/>
          </p:nvPr>
        </p:nvSpPr>
        <p:spPr/>
        <p:txBody>
          <a:bodyPr/>
          <a:lstStyle/>
          <a:p>
            <a:fld id="{10A58D3A-E8AF-479E-B3CE-C2749035E658}" type="slidenum">
              <a:rPr lang="en-IN" smtClean="0"/>
              <a:t>‹#›</a:t>
            </a:fld>
            <a:endParaRPr lang="en-IN"/>
          </a:p>
        </p:txBody>
      </p:sp>
    </p:spTree>
    <p:extLst>
      <p:ext uri="{BB962C8B-B14F-4D97-AF65-F5344CB8AC3E}">
        <p14:creationId xmlns:p14="http://schemas.microsoft.com/office/powerpoint/2010/main" val="4109737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4CE68-91E7-1761-7454-F2F2C1ABDA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4DF458C-2FAC-24B4-69B8-1D83D28763B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68612D-F6BB-47BF-3B66-A783DCD6FE10}"/>
              </a:ext>
            </a:extLst>
          </p:cNvPr>
          <p:cNvSpPr>
            <a:spLocks noGrp="1"/>
          </p:cNvSpPr>
          <p:nvPr>
            <p:ph type="dt" sz="half" idx="10"/>
          </p:nvPr>
        </p:nvSpPr>
        <p:spPr/>
        <p:txBody>
          <a:bodyPr/>
          <a:lstStyle/>
          <a:p>
            <a:fld id="{B0F7411D-92B6-49FE-8A1E-05F02C1DEFA2}" type="datetimeFigureOut">
              <a:rPr lang="en-IN" smtClean="0"/>
              <a:t>22-10-2025</a:t>
            </a:fld>
            <a:endParaRPr lang="en-IN"/>
          </a:p>
        </p:txBody>
      </p:sp>
      <p:sp>
        <p:nvSpPr>
          <p:cNvPr id="5" name="Footer Placeholder 4">
            <a:extLst>
              <a:ext uri="{FF2B5EF4-FFF2-40B4-BE49-F238E27FC236}">
                <a16:creationId xmlns:a16="http://schemas.microsoft.com/office/drawing/2014/main" id="{68106326-22B5-0C3F-8835-212D19A89F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FA4627-5201-9114-B1FE-A47C0F2EC2DB}"/>
              </a:ext>
            </a:extLst>
          </p:cNvPr>
          <p:cNvSpPr>
            <a:spLocks noGrp="1"/>
          </p:cNvSpPr>
          <p:nvPr>
            <p:ph type="sldNum" sz="quarter" idx="12"/>
          </p:nvPr>
        </p:nvSpPr>
        <p:spPr/>
        <p:txBody>
          <a:bodyPr/>
          <a:lstStyle/>
          <a:p>
            <a:fld id="{10A58D3A-E8AF-479E-B3CE-C2749035E658}" type="slidenum">
              <a:rPr lang="en-IN" smtClean="0"/>
              <a:t>‹#›</a:t>
            </a:fld>
            <a:endParaRPr lang="en-IN"/>
          </a:p>
        </p:txBody>
      </p:sp>
    </p:spTree>
    <p:extLst>
      <p:ext uri="{BB962C8B-B14F-4D97-AF65-F5344CB8AC3E}">
        <p14:creationId xmlns:p14="http://schemas.microsoft.com/office/powerpoint/2010/main" val="3859926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2E7BF-328E-5D5F-4485-C622EBE6A40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3AD1E0B-3606-8A22-AC80-10249E8B2F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2D171B2-9B60-C284-DBC5-28749C7730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DC3A012-C74C-C995-6BBF-FC7DE82703C3}"/>
              </a:ext>
            </a:extLst>
          </p:cNvPr>
          <p:cNvSpPr>
            <a:spLocks noGrp="1"/>
          </p:cNvSpPr>
          <p:nvPr>
            <p:ph type="dt" sz="half" idx="10"/>
          </p:nvPr>
        </p:nvSpPr>
        <p:spPr/>
        <p:txBody>
          <a:bodyPr/>
          <a:lstStyle/>
          <a:p>
            <a:fld id="{B0F7411D-92B6-49FE-8A1E-05F02C1DEFA2}" type="datetimeFigureOut">
              <a:rPr lang="en-IN" smtClean="0"/>
              <a:t>22-10-2025</a:t>
            </a:fld>
            <a:endParaRPr lang="en-IN"/>
          </a:p>
        </p:txBody>
      </p:sp>
      <p:sp>
        <p:nvSpPr>
          <p:cNvPr id="6" name="Footer Placeholder 5">
            <a:extLst>
              <a:ext uri="{FF2B5EF4-FFF2-40B4-BE49-F238E27FC236}">
                <a16:creationId xmlns:a16="http://schemas.microsoft.com/office/drawing/2014/main" id="{F1DB1FDF-7902-C938-B235-F7E5801F9F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2C942DC-36E0-0D01-8E95-AE5C0278C373}"/>
              </a:ext>
            </a:extLst>
          </p:cNvPr>
          <p:cNvSpPr>
            <a:spLocks noGrp="1"/>
          </p:cNvSpPr>
          <p:nvPr>
            <p:ph type="sldNum" sz="quarter" idx="12"/>
          </p:nvPr>
        </p:nvSpPr>
        <p:spPr/>
        <p:txBody>
          <a:bodyPr/>
          <a:lstStyle/>
          <a:p>
            <a:fld id="{10A58D3A-E8AF-479E-B3CE-C2749035E658}" type="slidenum">
              <a:rPr lang="en-IN" smtClean="0"/>
              <a:t>‹#›</a:t>
            </a:fld>
            <a:endParaRPr lang="en-IN"/>
          </a:p>
        </p:txBody>
      </p:sp>
    </p:spTree>
    <p:extLst>
      <p:ext uri="{BB962C8B-B14F-4D97-AF65-F5344CB8AC3E}">
        <p14:creationId xmlns:p14="http://schemas.microsoft.com/office/powerpoint/2010/main" val="605510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A0251-8786-47D1-6FC5-BDADD357C8F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3177BBE-675A-49B7-DEF5-8DCEBDB86A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5CB50F-AA28-1495-C382-64CC4F8DA4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A4CA57F-1E81-6124-22F6-420D7909BD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F1653B-F4FF-9E60-0F0C-5CCF8F7A77A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F42D8FC-0D40-7728-00FB-9B9F0E9D8C6B}"/>
              </a:ext>
            </a:extLst>
          </p:cNvPr>
          <p:cNvSpPr>
            <a:spLocks noGrp="1"/>
          </p:cNvSpPr>
          <p:nvPr>
            <p:ph type="dt" sz="half" idx="10"/>
          </p:nvPr>
        </p:nvSpPr>
        <p:spPr/>
        <p:txBody>
          <a:bodyPr/>
          <a:lstStyle/>
          <a:p>
            <a:fld id="{B0F7411D-92B6-49FE-8A1E-05F02C1DEFA2}" type="datetimeFigureOut">
              <a:rPr lang="en-IN" smtClean="0"/>
              <a:t>22-10-2025</a:t>
            </a:fld>
            <a:endParaRPr lang="en-IN"/>
          </a:p>
        </p:txBody>
      </p:sp>
      <p:sp>
        <p:nvSpPr>
          <p:cNvPr id="8" name="Footer Placeholder 7">
            <a:extLst>
              <a:ext uri="{FF2B5EF4-FFF2-40B4-BE49-F238E27FC236}">
                <a16:creationId xmlns:a16="http://schemas.microsoft.com/office/drawing/2014/main" id="{E576A1C0-C923-0528-3592-E68BF27A01D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5DCB541-CB41-5B50-672C-E0229A400897}"/>
              </a:ext>
            </a:extLst>
          </p:cNvPr>
          <p:cNvSpPr>
            <a:spLocks noGrp="1"/>
          </p:cNvSpPr>
          <p:nvPr>
            <p:ph type="sldNum" sz="quarter" idx="12"/>
          </p:nvPr>
        </p:nvSpPr>
        <p:spPr/>
        <p:txBody>
          <a:bodyPr/>
          <a:lstStyle/>
          <a:p>
            <a:fld id="{10A58D3A-E8AF-479E-B3CE-C2749035E658}" type="slidenum">
              <a:rPr lang="en-IN" smtClean="0"/>
              <a:t>‹#›</a:t>
            </a:fld>
            <a:endParaRPr lang="en-IN"/>
          </a:p>
        </p:txBody>
      </p:sp>
    </p:spTree>
    <p:extLst>
      <p:ext uri="{BB962C8B-B14F-4D97-AF65-F5344CB8AC3E}">
        <p14:creationId xmlns:p14="http://schemas.microsoft.com/office/powerpoint/2010/main" val="526001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F02FC-49D9-678B-BDEE-3A2F8784258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BE4D401-B72A-7AEE-54A0-2684B9A67046}"/>
              </a:ext>
            </a:extLst>
          </p:cNvPr>
          <p:cNvSpPr>
            <a:spLocks noGrp="1"/>
          </p:cNvSpPr>
          <p:nvPr>
            <p:ph type="dt" sz="half" idx="10"/>
          </p:nvPr>
        </p:nvSpPr>
        <p:spPr/>
        <p:txBody>
          <a:bodyPr/>
          <a:lstStyle/>
          <a:p>
            <a:fld id="{B0F7411D-92B6-49FE-8A1E-05F02C1DEFA2}" type="datetimeFigureOut">
              <a:rPr lang="en-IN" smtClean="0"/>
              <a:t>22-10-2025</a:t>
            </a:fld>
            <a:endParaRPr lang="en-IN"/>
          </a:p>
        </p:txBody>
      </p:sp>
      <p:sp>
        <p:nvSpPr>
          <p:cNvPr id="4" name="Footer Placeholder 3">
            <a:extLst>
              <a:ext uri="{FF2B5EF4-FFF2-40B4-BE49-F238E27FC236}">
                <a16:creationId xmlns:a16="http://schemas.microsoft.com/office/drawing/2014/main" id="{5DFA045C-2350-1569-D465-B5B48827A8B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DFEB4CE-8FC0-A6DC-F4B6-EE63319ECDC6}"/>
              </a:ext>
            </a:extLst>
          </p:cNvPr>
          <p:cNvSpPr>
            <a:spLocks noGrp="1"/>
          </p:cNvSpPr>
          <p:nvPr>
            <p:ph type="sldNum" sz="quarter" idx="12"/>
          </p:nvPr>
        </p:nvSpPr>
        <p:spPr/>
        <p:txBody>
          <a:bodyPr/>
          <a:lstStyle/>
          <a:p>
            <a:fld id="{10A58D3A-E8AF-479E-B3CE-C2749035E658}" type="slidenum">
              <a:rPr lang="en-IN" smtClean="0"/>
              <a:t>‹#›</a:t>
            </a:fld>
            <a:endParaRPr lang="en-IN"/>
          </a:p>
        </p:txBody>
      </p:sp>
    </p:spTree>
    <p:extLst>
      <p:ext uri="{BB962C8B-B14F-4D97-AF65-F5344CB8AC3E}">
        <p14:creationId xmlns:p14="http://schemas.microsoft.com/office/powerpoint/2010/main" val="26130796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17D5C8-9E2F-DDD1-3AFE-E79A3C18C2DE}"/>
              </a:ext>
            </a:extLst>
          </p:cNvPr>
          <p:cNvSpPr>
            <a:spLocks noGrp="1"/>
          </p:cNvSpPr>
          <p:nvPr>
            <p:ph type="dt" sz="half" idx="10"/>
          </p:nvPr>
        </p:nvSpPr>
        <p:spPr/>
        <p:txBody>
          <a:bodyPr/>
          <a:lstStyle/>
          <a:p>
            <a:fld id="{B0F7411D-92B6-49FE-8A1E-05F02C1DEFA2}" type="datetimeFigureOut">
              <a:rPr lang="en-IN" smtClean="0"/>
              <a:t>22-10-2025</a:t>
            </a:fld>
            <a:endParaRPr lang="en-IN"/>
          </a:p>
        </p:txBody>
      </p:sp>
      <p:sp>
        <p:nvSpPr>
          <p:cNvPr id="3" name="Footer Placeholder 2">
            <a:extLst>
              <a:ext uri="{FF2B5EF4-FFF2-40B4-BE49-F238E27FC236}">
                <a16:creationId xmlns:a16="http://schemas.microsoft.com/office/drawing/2014/main" id="{257D824F-1002-11CA-AEB1-C88D3E26F58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BB81A80-CBB0-D6D5-CF7E-1FF7CC5D2DBB}"/>
              </a:ext>
            </a:extLst>
          </p:cNvPr>
          <p:cNvSpPr>
            <a:spLocks noGrp="1"/>
          </p:cNvSpPr>
          <p:nvPr>
            <p:ph type="sldNum" sz="quarter" idx="12"/>
          </p:nvPr>
        </p:nvSpPr>
        <p:spPr/>
        <p:txBody>
          <a:bodyPr/>
          <a:lstStyle/>
          <a:p>
            <a:fld id="{10A58D3A-E8AF-479E-B3CE-C2749035E658}" type="slidenum">
              <a:rPr lang="en-IN" smtClean="0"/>
              <a:t>‹#›</a:t>
            </a:fld>
            <a:endParaRPr lang="en-IN"/>
          </a:p>
        </p:txBody>
      </p:sp>
    </p:spTree>
    <p:extLst>
      <p:ext uri="{BB962C8B-B14F-4D97-AF65-F5344CB8AC3E}">
        <p14:creationId xmlns:p14="http://schemas.microsoft.com/office/powerpoint/2010/main" val="547185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8E999-52D9-D88D-B253-022FFF75C8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90185A9-9ABD-20B5-CE32-9E67E6D6AE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02AA31A-162E-2D4B-2F9F-B223538303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ECCF72-7396-C90F-9601-70C87C6C45EC}"/>
              </a:ext>
            </a:extLst>
          </p:cNvPr>
          <p:cNvSpPr>
            <a:spLocks noGrp="1"/>
          </p:cNvSpPr>
          <p:nvPr>
            <p:ph type="dt" sz="half" idx="10"/>
          </p:nvPr>
        </p:nvSpPr>
        <p:spPr/>
        <p:txBody>
          <a:bodyPr/>
          <a:lstStyle/>
          <a:p>
            <a:fld id="{B0F7411D-92B6-49FE-8A1E-05F02C1DEFA2}" type="datetimeFigureOut">
              <a:rPr lang="en-IN" smtClean="0"/>
              <a:t>22-10-2025</a:t>
            </a:fld>
            <a:endParaRPr lang="en-IN"/>
          </a:p>
        </p:txBody>
      </p:sp>
      <p:sp>
        <p:nvSpPr>
          <p:cNvPr id="6" name="Footer Placeholder 5">
            <a:extLst>
              <a:ext uri="{FF2B5EF4-FFF2-40B4-BE49-F238E27FC236}">
                <a16:creationId xmlns:a16="http://schemas.microsoft.com/office/drawing/2014/main" id="{E6CE4F7E-324D-C041-D5A2-8AB48534126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9C081F-1CE8-3FC6-383E-EFA87A00BB52}"/>
              </a:ext>
            </a:extLst>
          </p:cNvPr>
          <p:cNvSpPr>
            <a:spLocks noGrp="1"/>
          </p:cNvSpPr>
          <p:nvPr>
            <p:ph type="sldNum" sz="quarter" idx="12"/>
          </p:nvPr>
        </p:nvSpPr>
        <p:spPr/>
        <p:txBody>
          <a:bodyPr/>
          <a:lstStyle/>
          <a:p>
            <a:fld id="{10A58D3A-E8AF-479E-B3CE-C2749035E658}" type="slidenum">
              <a:rPr lang="en-IN" smtClean="0"/>
              <a:t>‹#›</a:t>
            </a:fld>
            <a:endParaRPr lang="en-IN"/>
          </a:p>
        </p:txBody>
      </p:sp>
    </p:spTree>
    <p:extLst>
      <p:ext uri="{BB962C8B-B14F-4D97-AF65-F5344CB8AC3E}">
        <p14:creationId xmlns:p14="http://schemas.microsoft.com/office/powerpoint/2010/main" val="2597090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801A2-66B3-4233-E0DE-F8BE688239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8AF9CAD-F865-728A-4FD2-64328C5FE4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FFF4E62-6CCA-9C2E-7B6F-9083FE247A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685D7F-ADAE-6DC2-6893-194E531C5481}"/>
              </a:ext>
            </a:extLst>
          </p:cNvPr>
          <p:cNvSpPr>
            <a:spLocks noGrp="1"/>
          </p:cNvSpPr>
          <p:nvPr>
            <p:ph type="dt" sz="half" idx="10"/>
          </p:nvPr>
        </p:nvSpPr>
        <p:spPr/>
        <p:txBody>
          <a:bodyPr/>
          <a:lstStyle/>
          <a:p>
            <a:fld id="{B0F7411D-92B6-49FE-8A1E-05F02C1DEFA2}" type="datetimeFigureOut">
              <a:rPr lang="en-IN" smtClean="0"/>
              <a:t>22-10-2025</a:t>
            </a:fld>
            <a:endParaRPr lang="en-IN"/>
          </a:p>
        </p:txBody>
      </p:sp>
      <p:sp>
        <p:nvSpPr>
          <p:cNvPr id="6" name="Footer Placeholder 5">
            <a:extLst>
              <a:ext uri="{FF2B5EF4-FFF2-40B4-BE49-F238E27FC236}">
                <a16:creationId xmlns:a16="http://schemas.microsoft.com/office/drawing/2014/main" id="{A1BED712-DEF6-A01A-E98A-196FA28727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697D67-2086-0CEB-9110-188E9B5EAC59}"/>
              </a:ext>
            </a:extLst>
          </p:cNvPr>
          <p:cNvSpPr>
            <a:spLocks noGrp="1"/>
          </p:cNvSpPr>
          <p:nvPr>
            <p:ph type="sldNum" sz="quarter" idx="12"/>
          </p:nvPr>
        </p:nvSpPr>
        <p:spPr/>
        <p:txBody>
          <a:bodyPr/>
          <a:lstStyle/>
          <a:p>
            <a:fld id="{10A58D3A-E8AF-479E-B3CE-C2749035E658}" type="slidenum">
              <a:rPr lang="en-IN" smtClean="0"/>
              <a:t>‹#›</a:t>
            </a:fld>
            <a:endParaRPr lang="en-IN"/>
          </a:p>
        </p:txBody>
      </p:sp>
    </p:spTree>
    <p:extLst>
      <p:ext uri="{BB962C8B-B14F-4D97-AF65-F5344CB8AC3E}">
        <p14:creationId xmlns:p14="http://schemas.microsoft.com/office/powerpoint/2010/main" val="2143954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3EDBA-8C80-06D7-1496-DBE0A575DAE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538B275-5209-2AF1-F13A-626E0F9A29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6D25B8-F7F3-08FC-2E11-21808BAC4060}"/>
              </a:ext>
            </a:extLst>
          </p:cNvPr>
          <p:cNvSpPr>
            <a:spLocks noGrp="1"/>
          </p:cNvSpPr>
          <p:nvPr>
            <p:ph type="dt" sz="half" idx="10"/>
          </p:nvPr>
        </p:nvSpPr>
        <p:spPr/>
        <p:txBody>
          <a:bodyPr/>
          <a:lstStyle/>
          <a:p>
            <a:fld id="{B0F7411D-92B6-49FE-8A1E-05F02C1DEFA2}" type="datetimeFigureOut">
              <a:rPr lang="en-IN" smtClean="0"/>
              <a:t>22-10-2025</a:t>
            </a:fld>
            <a:endParaRPr lang="en-IN"/>
          </a:p>
        </p:txBody>
      </p:sp>
      <p:sp>
        <p:nvSpPr>
          <p:cNvPr id="5" name="Footer Placeholder 4">
            <a:extLst>
              <a:ext uri="{FF2B5EF4-FFF2-40B4-BE49-F238E27FC236}">
                <a16:creationId xmlns:a16="http://schemas.microsoft.com/office/drawing/2014/main" id="{5D23E199-71B4-45CA-D47B-713967219D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9881D2-E7BE-1583-DD3A-39E264A7CBEA}"/>
              </a:ext>
            </a:extLst>
          </p:cNvPr>
          <p:cNvSpPr>
            <a:spLocks noGrp="1"/>
          </p:cNvSpPr>
          <p:nvPr>
            <p:ph type="sldNum" sz="quarter" idx="12"/>
          </p:nvPr>
        </p:nvSpPr>
        <p:spPr/>
        <p:txBody>
          <a:bodyPr/>
          <a:lstStyle/>
          <a:p>
            <a:fld id="{10A58D3A-E8AF-479E-B3CE-C2749035E658}" type="slidenum">
              <a:rPr lang="en-IN" smtClean="0"/>
              <a:t>‹#›</a:t>
            </a:fld>
            <a:endParaRPr lang="en-IN"/>
          </a:p>
        </p:txBody>
      </p:sp>
    </p:spTree>
    <p:extLst>
      <p:ext uri="{BB962C8B-B14F-4D97-AF65-F5344CB8AC3E}">
        <p14:creationId xmlns:p14="http://schemas.microsoft.com/office/powerpoint/2010/main" val="2472832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E9FBD7-4AC3-81A1-F41A-2D2EBA9DCC9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8E4A759-E32E-87F4-AC0C-36F9E9512F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BB76E0-41DF-0739-5B6A-7749CAE05D4D}"/>
              </a:ext>
            </a:extLst>
          </p:cNvPr>
          <p:cNvSpPr>
            <a:spLocks noGrp="1"/>
          </p:cNvSpPr>
          <p:nvPr>
            <p:ph type="dt" sz="half" idx="10"/>
          </p:nvPr>
        </p:nvSpPr>
        <p:spPr/>
        <p:txBody>
          <a:bodyPr/>
          <a:lstStyle/>
          <a:p>
            <a:fld id="{B0F7411D-92B6-49FE-8A1E-05F02C1DEFA2}" type="datetimeFigureOut">
              <a:rPr lang="en-IN" smtClean="0"/>
              <a:t>22-10-2025</a:t>
            </a:fld>
            <a:endParaRPr lang="en-IN"/>
          </a:p>
        </p:txBody>
      </p:sp>
      <p:sp>
        <p:nvSpPr>
          <p:cNvPr id="5" name="Footer Placeholder 4">
            <a:extLst>
              <a:ext uri="{FF2B5EF4-FFF2-40B4-BE49-F238E27FC236}">
                <a16:creationId xmlns:a16="http://schemas.microsoft.com/office/drawing/2014/main" id="{D3C1C958-421E-5EBD-F21C-169C2B66B2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174010-CE66-8945-9C74-1FEC89AD9EA7}"/>
              </a:ext>
            </a:extLst>
          </p:cNvPr>
          <p:cNvSpPr>
            <a:spLocks noGrp="1"/>
          </p:cNvSpPr>
          <p:nvPr>
            <p:ph type="sldNum" sz="quarter" idx="12"/>
          </p:nvPr>
        </p:nvSpPr>
        <p:spPr/>
        <p:txBody>
          <a:bodyPr/>
          <a:lstStyle/>
          <a:p>
            <a:fld id="{10A58D3A-E8AF-479E-B3CE-C2749035E658}" type="slidenum">
              <a:rPr lang="en-IN" smtClean="0"/>
              <a:t>‹#›</a:t>
            </a:fld>
            <a:endParaRPr lang="en-IN"/>
          </a:p>
        </p:txBody>
      </p:sp>
    </p:spTree>
    <p:extLst>
      <p:ext uri="{BB962C8B-B14F-4D97-AF65-F5344CB8AC3E}">
        <p14:creationId xmlns:p14="http://schemas.microsoft.com/office/powerpoint/2010/main" val="2890176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08281F-5E3A-138F-DD2A-1481B6B53A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B3A8E0B-DA6B-492B-9E16-80CC6E6B38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C37EA1-727E-84A1-F52F-6CB58CB97B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0F7411D-92B6-49FE-8A1E-05F02C1DEFA2}" type="datetimeFigureOut">
              <a:rPr lang="en-IN" smtClean="0"/>
              <a:t>22-10-2025</a:t>
            </a:fld>
            <a:endParaRPr lang="en-IN"/>
          </a:p>
        </p:txBody>
      </p:sp>
      <p:sp>
        <p:nvSpPr>
          <p:cNvPr id="5" name="Footer Placeholder 4">
            <a:extLst>
              <a:ext uri="{FF2B5EF4-FFF2-40B4-BE49-F238E27FC236}">
                <a16:creationId xmlns:a16="http://schemas.microsoft.com/office/drawing/2014/main" id="{30FC8177-8783-1853-23B2-8F6C0375B5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BAED9A7-B7C9-44BD-CD9F-5B5A75593A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A58D3A-E8AF-479E-B3CE-C2749035E658}" type="slidenum">
              <a:rPr lang="en-IN" smtClean="0"/>
              <a:t>‹#›</a:t>
            </a:fld>
            <a:endParaRPr lang="en-IN"/>
          </a:p>
        </p:txBody>
      </p:sp>
    </p:spTree>
    <p:extLst>
      <p:ext uri="{BB962C8B-B14F-4D97-AF65-F5344CB8AC3E}">
        <p14:creationId xmlns:p14="http://schemas.microsoft.com/office/powerpoint/2010/main" val="4372510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FC255-B839-2C49-CA56-FE833F08E477}"/>
              </a:ext>
            </a:extLst>
          </p:cNvPr>
          <p:cNvSpPr>
            <a:spLocks noGrp="1"/>
          </p:cNvSpPr>
          <p:nvPr>
            <p:ph type="ctrTitle"/>
          </p:nvPr>
        </p:nvSpPr>
        <p:spPr/>
        <p:txBody>
          <a:bodyPr/>
          <a:lstStyle/>
          <a:p>
            <a:r>
              <a:rPr lang="en-US" dirty="0"/>
              <a:t>Spring security</a:t>
            </a:r>
            <a:endParaRPr lang="en-IN" dirty="0"/>
          </a:p>
        </p:txBody>
      </p:sp>
      <p:sp>
        <p:nvSpPr>
          <p:cNvPr id="3" name="Subtitle 2">
            <a:extLst>
              <a:ext uri="{FF2B5EF4-FFF2-40B4-BE49-F238E27FC236}">
                <a16:creationId xmlns:a16="http://schemas.microsoft.com/office/drawing/2014/main" id="{395E06FC-1E45-0A4C-69B0-54F540C56837}"/>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7877377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97B5E-2A67-4C97-6F72-7734B06FE289}"/>
              </a:ext>
            </a:extLst>
          </p:cNvPr>
          <p:cNvSpPr>
            <a:spLocks noGrp="1"/>
          </p:cNvSpPr>
          <p:nvPr>
            <p:ph type="title"/>
          </p:nvPr>
        </p:nvSpPr>
        <p:spPr/>
        <p:txBody>
          <a:bodyPr/>
          <a:lstStyle/>
          <a:p>
            <a:r>
              <a:rPr lang="en-IN" b="1" dirty="0"/>
              <a:t>What is it?</a:t>
            </a:r>
            <a:endParaRPr lang="en-IN" dirty="0"/>
          </a:p>
        </p:txBody>
      </p:sp>
      <p:sp>
        <p:nvSpPr>
          <p:cNvPr id="3" name="Content Placeholder 2">
            <a:extLst>
              <a:ext uri="{FF2B5EF4-FFF2-40B4-BE49-F238E27FC236}">
                <a16:creationId xmlns:a16="http://schemas.microsoft.com/office/drawing/2014/main" id="{4EA81095-0FAA-3E7F-2C4F-25ED857C8B14}"/>
              </a:ext>
            </a:extLst>
          </p:cNvPr>
          <p:cNvSpPr>
            <a:spLocks noGrp="1"/>
          </p:cNvSpPr>
          <p:nvPr>
            <p:ph idx="1"/>
          </p:nvPr>
        </p:nvSpPr>
        <p:spPr/>
        <p:txBody>
          <a:bodyPr>
            <a:normAutofit fontScale="92500" lnSpcReduction="20000"/>
          </a:bodyPr>
          <a:lstStyle/>
          <a:p>
            <a:r>
              <a:rPr lang="en-US" dirty="0"/>
              <a:t> powerful and highly customizable framework for securing Java applications, especially those built with Spring.</a:t>
            </a:r>
          </a:p>
          <a:p>
            <a:r>
              <a:rPr lang="en-IN" b="1" dirty="0"/>
              <a:t>What does it do?</a:t>
            </a:r>
            <a:r>
              <a:rPr lang="en-IN" dirty="0"/>
              <a:t> </a:t>
            </a:r>
          </a:p>
          <a:p>
            <a:pPr lvl="1"/>
            <a:r>
              <a:rPr lang="en-US" dirty="0"/>
              <a:t>Provides comprehensive features for both </a:t>
            </a:r>
            <a:r>
              <a:rPr lang="en-US" b="1" dirty="0"/>
              <a:t>authentication</a:t>
            </a:r>
            <a:r>
              <a:rPr lang="en-US" dirty="0"/>
              <a:t> (who the user is) and </a:t>
            </a:r>
            <a:r>
              <a:rPr lang="en-US" b="1" dirty="0"/>
              <a:t>authorization</a:t>
            </a:r>
            <a:r>
              <a:rPr lang="en-US" dirty="0"/>
              <a:t> (what the user is allowed to do).</a:t>
            </a:r>
          </a:p>
          <a:p>
            <a:r>
              <a:rPr lang="en-IN" b="1" dirty="0"/>
              <a:t>How does it work?</a:t>
            </a:r>
            <a:r>
              <a:rPr lang="en-IN" dirty="0"/>
              <a:t> </a:t>
            </a:r>
          </a:p>
          <a:p>
            <a:pPr lvl="1"/>
            <a:r>
              <a:rPr lang="en-US" dirty="0"/>
              <a:t>The core functionality is based on a chain of servlet filters that intercepts every incoming HTTP request.</a:t>
            </a:r>
          </a:p>
          <a:p>
            <a:r>
              <a:rPr lang="en-IN" b="1" dirty="0"/>
              <a:t>Why use it?</a:t>
            </a:r>
          </a:p>
          <a:p>
            <a:pPr lvl="1"/>
            <a:r>
              <a:rPr lang="en-US" dirty="0"/>
              <a:t>It is the industry standard for securing Spring applications and offers built-in protection against many common exploits like CSRF, session fixation, and clickjacking.</a:t>
            </a:r>
            <a:br>
              <a:rPr lang="en-US" dirty="0"/>
            </a:br>
            <a:br>
              <a:rPr lang="en-US" dirty="0"/>
            </a:br>
            <a:endParaRPr lang="en-IN" dirty="0"/>
          </a:p>
        </p:txBody>
      </p:sp>
    </p:spTree>
    <p:extLst>
      <p:ext uri="{BB962C8B-B14F-4D97-AF65-F5344CB8AC3E}">
        <p14:creationId xmlns:p14="http://schemas.microsoft.com/office/powerpoint/2010/main" val="2256086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B290D-1DC3-DB48-9739-0FE72C914FD7}"/>
              </a:ext>
            </a:extLst>
          </p:cNvPr>
          <p:cNvSpPr>
            <a:spLocks noGrp="1"/>
          </p:cNvSpPr>
          <p:nvPr>
            <p:ph type="title"/>
          </p:nvPr>
        </p:nvSpPr>
        <p:spPr>
          <a:xfrm>
            <a:off x="252984" y="681037"/>
            <a:ext cx="10515600" cy="1325563"/>
          </a:xfrm>
        </p:spPr>
        <p:txBody>
          <a:bodyPr/>
          <a:lstStyle/>
          <a:p>
            <a:r>
              <a:rPr lang="en-IN" b="1" dirty="0"/>
              <a:t>Key purpose:</a:t>
            </a:r>
            <a:br>
              <a:rPr lang="en-IN" dirty="0"/>
            </a:br>
            <a:endParaRPr lang="en-IN" dirty="0"/>
          </a:p>
        </p:txBody>
      </p:sp>
      <p:sp>
        <p:nvSpPr>
          <p:cNvPr id="3" name="Content Placeholder 2">
            <a:extLst>
              <a:ext uri="{FF2B5EF4-FFF2-40B4-BE49-F238E27FC236}">
                <a16:creationId xmlns:a16="http://schemas.microsoft.com/office/drawing/2014/main" id="{FF052137-0693-6AB3-C7B0-6A2F063BA1C0}"/>
              </a:ext>
            </a:extLst>
          </p:cNvPr>
          <p:cNvSpPr>
            <a:spLocks noGrp="1"/>
          </p:cNvSpPr>
          <p:nvPr>
            <p:ph idx="1"/>
          </p:nvPr>
        </p:nvSpPr>
        <p:spPr/>
        <p:txBody>
          <a:bodyPr/>
          <a:lstStyle/>
          <a:p>
            <a:r>
              <a:rPr lang="en-US" dirty="0"/>
              <a:t>Authentication: Verifies "who" a user is.</a:t>
            </a:r>
          </a:p>
          <a:p>
            <a:r>
              <a:rPr lang="en-US" dirty="0"/>
              <a:t>Authorization: Determines "what" an authenticated user is allowed to do.</a:t>
            </a:r>
          </a:p>
          <a:p>
            <a:r>
              <a:rPr lang="en-US" dirty="0"/>
              <a:t>Why use it with Spring Boot?</a:t>
            </a:r>
          </a:p>
          <a:p>
            <a:pPr lvl="1"/>
            <a:r>
              <a:rPr lang="en-US" dirty="0"/>
              <a:t>Adds security with minimal code.</a:t>
            </a:r>
          </a:p>
          <a:p>
            <a:pPr lvl="1"/>
            <a:r>
              <a:rPr lang="en-US" dirty="0"/>
              <a:t>Provides sensible defaults and auto-configuration. </a:t>
            </a:r>
          </a:p>
          <a:p>
            <a:endParaRPr lang="en-US" dirty="0"/>
          </a:p>
          <a:p>
            <a:endParaRPr lang="en-IN" dirty="0"/>
          </a:p>
        </p:txBody>
      </p:sp>
      <p:sp>
        <p:nvSpPr>
          <p:cNvPr id="4" name="Rectangle 1">
            <a:extLst>
              <a:ext uri="{FF2B5EF4-FFF2-40B4-BE49-F238E27FC236}">
                <a16:creationId xmlns:a16="http://schemas.microsoft.com/office/drawing/2014/main" id="{300DD0F8-1222-1CB2-88EB-A930C4E118BC}"/>
              </a:ext>
            </a:extLst>
          </p:cNvPr>
          <p:cNvSpPr>
            <a:spLocks noChangeArrowheads="1"/>
          </p:cNvSpPr>
          <p:nvPr/>
        </p:nvSpPr>
        <p:spPr bwMode="auto">
          <a:xfrm>
            <a:off x="0" y="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92046" rIns="0" bIns="92046"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a:ln>
                  <a:noFill/>
                </a:ln>
                <a:solidFill>
                  <a:srgbClr val="0A0A0A"/>
                </a:solidFill>
                <a:effectLst/>
                <a:latin typeface="Google Sans"/>
              </a:rPr>
              <a:t>Why use it with Spring Boot?</a:t>
            </a:r>
            <a:endParaRPr kumimoji="0" lang="en-US" altLang="en-US" sz="1200" b="0" i="0" u="none" strike="noStrike" cap="none" normalizeH="0" baseline="0">
              <a:ln>
                <a:noFill/>
              </a:ln>
              <a:solidFill>
                <a:srgbClr val="0A0A0A"/>
              </a:solidFill>
              <a:effectLst/>
              <a:latin typeface="Google Sans"/>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rgbClr val="0A0A0A"/>
                </a:solidFill>
                <a:effectLst/>
                <a:latin typeface="Google Sans"/>
              </a:rPr>
              <a:t>Adds security with minimal code.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a:ln>
                  <a:noFill/>
                </a:ln>
                <a:solidFill>
                  <a:srgbClr val="0A0A0A"/>
                </a:solidFill>
                <a:effectLst/>
                <a:latin typeface="Google Sans"/>
              </a:rPr>
              <a:t>Provides sensible defaults and auto-configuration. </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800" b="0" i="0" u="none" strike="noStrike" cap="none" normalizeH="0" baseline="0">
                <a:ln>
                  <a:noFill/>
                </a:ln>
                <a:solidFill>
                  <a:schemeClr val="tx1"/>
                </a:solidFill>
                <a:effectLst/>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92600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C7184-5428-5B7C-7B4C-67A4055BBCA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14726C5-FC39-F00D-76CC-56ED522B6B7D}"/>
              </a:ext>
            </a:extLst>
          </p:cNvPr>
          <p:cNvSpPr>
            <a:spLocks noGrp="1"/>
          </p:cNvSpPr>
          <p:nvPr>
            <p:ph idx="1"/>
          </p:nvPr>
        </p:nvSpPr>
        <p:spPr/>
        <p:txBody>
          <a:bodyPr>
            <a:normAutofit lnSpcReduction="10000"/>
          </a:bodyPr>
          <a:lstStyle/>
          <a:p>
            <a:r>
              <a:rPr lang="en-US" b="1" dirty="0"/>
              <a:t>Authentication:</a:t>
            </a:r>
            <a:r>
              <a:rPr lang="en-US" dirty="0"/>
              <a:t> Verifying the identity of a user (e.g., username/password login).</a:t>
            </a:r>
          </a:p>
          <a:p>
            <a:r>
              <a:rPr lang="en-US" b="1" dirty="0"/>
              <a:t>Authorization:</a:t>
            </a:r>
            <a:r>
              <a:rPr lang="en-US" dirty="0"/>
              <a:t> Determining what an authenticated user is allowed to do (e.g., access specific resources, perform certain actions).</a:t>
            </a:r>
          </a:p>
          <a:p>
            <a:r>
              <a:rPr lang="en-US" b="1" dirty="0"/>
              <a:t>Principal:</a:t>
            </a:r>
            <a:r>
              <a:rPr lang="en-US" dirty="0"/>
              <a:t> Represents the currently authenticated user.</a:t>
            </a:r>
          </a:p>
          <a:p>
            <a:r>
              <a:rPr lang="en-US" b="1" dirty="0" err="1"/>
              <a:t>SecurityContext</a:t>
            </a:r>
            <a:r>
              <a:rPr lang="en-US" b="1" dirty="0"/>
              <a:t>:</a:t>
            </a:r>
            <a:r>
              <a:rPr lang="en-US" dirty="0"/>
              <a:t> Stores the security information of the current principal.</a:t>
            </a:r>
          </a:p>
          <a:p>
            <a:br>
              <a:rPr lang="en-US" dirty="0"/>
            </a:br>
            <a:endParaRPr lang="en-IN" dirty="0"/>
          </a:p>
        </p:txBody>
      </p:sp>
    </p:spTree>
    <p:extLst>
      <p:ext uri="{BB962C8B-B14F-4D97-AF65-F5344CB8AC3E}">
        <p14:creationId xmlns:p14="http://schemas.microsoft.com/office/powerpoint/2010/main" val="658889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EFFBA-8278-C6BD-B04B-6E658A743038}"/>
              </a:ext>
            </a:extLst>
          </p:cNvPr>
          <p:cNvSpPr>
            <a:spLocks noGrp="1"/>
          </p:cNvSpPr>
          <p:nvPr>
            <p:ph type="title"/>
          </p:nvPr>
        </p:nvSpPr>
        <p:spPr/>
        <p:txBody>
          <a:bodyPr/>
          <a:lstStyle/>
          <a:p>
            <a:r>
              <a:rPr lang="en-US" dirty="0"/>
              <a:t>Maven dependency</a:t>
            </a:r>
            <a:endParaRPr lang="en-IN" dirty="0"/>
          </a:p>
        </p:txBody>
      </p:sp>
      <p:sp>
        <p:nvSpPr>
          <p:cNvPr id="3" name="Content Placeholder 2">
            <a:extLst>
              <a:ext uri="{FF2B5EF4-FFF2-40B4-BE49-F238E27FC236}">
                <a16:creationId xmlns:a16="http://schemas.microsoft.com/office/drawing/2014/main" id="{E1B7B575-2071-D2EC-80C9-D19CC23F0F0D}"/>
              </a:ext>
            </a:extLst>
          </p:cNvPr>
          <p:cNvSpPr>
            <a:spLocks noGrp="1"/>
          </p:cNvSpPr>
          <p:nvPr>
            <p:ph idx="1"/>
          </p:nvPr>
        </p:nvSpPr>
        <p:spPr/>
        <p:txBody>
          <a:bodyPr/>
          <a:lstStyle/>
          <a:p>
            <a:pPr marL="0" indent="0">
              <a:buNone/>
            </a:pPr>
            <a:r>
              <a:rPr lang="en-IN" dirty="0"/>
              <a:t> &lt;dependency&gt;</a:t>
            </a:r>
          </a:p>
          <a:p>
            <a:pPr marL="0" indent="0">
              <a:buNone/>
            </a:pPr>
            <a:r>
              <a:rPr lang="en-IN" dirty="0"/>
              <a:t>        &lt;</a:t>
            </a:r>
            <a:r>
              <a:rPr lang="en-IN" dirty="0" err="1"/>
              <a:t>groupId</a:t>
            </a:r>
            <a:r>
              <a:rPr lang="en-IN" dirty="0"/>
              <a:t>&gt;</a:t>
            </a:r>
            <a:r>
              <a:rPr lang="en-IN" dirty="0" err="1"/>
              <a:t>org.springframework.boot</a:t>
            </a:r>
            <a:r>
              <a:rPr lang="en-IN" dirty="0"/>
              <a:t>&lt;/</a:t>
            </a:r>
            <a:r>
              <a:rPr lang="en-IN" dirty="0" err="1"/>
              <a:t>groupId</a:t>
            </a:r>
            <a:r>
              <a:rPr lang="en-IN" dirty="0"/>
              <a:t>&gt;</a:t>
            </a:r>
          </a:p>
          <a:p>
            <a:pPr marL="0" indent="0">
              <a:buNone/>
            </a:pPr>
            <a:r>
              <a:rPr lang="en-IN" dirty="0"/>
              <a:t>        &lt;</a:t>
            </a:r>
            <a:r>
              <a:rPr lang="en-IN" dirty="0" err="1"/>
              <a:t>artifactId</a:t>
            </a:r>
            <a:r>
              <a:rPr lang="en-IN" dirty="0"/>
              <a:t>&gt;spring-boot-starter-security&lt;/</a:t>
            </a:r>
            <a:r>
              <a:rPr lang="en-IN" dirty="0" err="1"/>
              <a:t>artifactId</a:t>
            </a:r>
            <a:r>
              <a:rPr lang="en-IN" dirty="0"/>
              <a:t>&gt;</a:t>
            </a:r>
          </a:p>
          <a:p>
            <a:pPr marL="0" indent="0">
              <a:buNone/>
            </a:pPr>
            <a:r>
              <a:rPr lang="en-IN" dirty="0"/>
              <a:t>    &lt;/dependency&gt;</a:t>
            </a:r>
          </a:p>
        </p:txBody>
      </p:sp>
    </p:spTree>
    <p:extLst>
      <p:ext uri="{BB962C8B-B14F-4D97-AF65-F5344CB8AC3E}">
        <p14:creationId xmlns:p14="http://schemas.microsoft.com/office/powerpoint/2010/main" val="3378180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19DB0-C73C-F1F6-715C-5A4C3F61D12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8912B2E-BAE3-4040-FDEF-88DBBC6D7838}"/>
              </a:ext>
            </a:extLst>
          </p:cNvPr>
          <p:cNvSpPr>
            <a:spLocks noGrp="1"/>
          </p:cNvSpPr>
          <p:nvPr>
            <p:ph idx="1"/>
          </p:nvPr>
        </p:nvSpPr>
        <p:spPr/>
        <p:txBody>
          <a:bodyPr/>
          <a:lstStyle/>
          <a:p>
            <a:r>
              <a:rPr lang="en-IN" dirty="0"/>
              <a:t>Default Security: </a:t>
            </a:r>
          </a:p>
          <a:p>
            <a:pPr lvl="1"/>
            <a:r>
              <a:rPr lang="en-IN" dirty="0"/>
              <a:t>Spring Boot automatically configures basic in-memory authentication with a generated password upon adding the dependency.</a:t>
            </a:r>
          </a:p>
          <a:p>
            <a:endParaRPr lang="en-IN" dirty="0"/>
          </a:p>
          <a:p>
            <a:r>
              <a:rPr lang="en-IN" dirty="0"/>
              <a:t>Customizing Default User: </a:t>
            </a:r>
          </a:p>
          <a:p>
            <a:pPr lvl="1"/>
            <a:r>
              <a:rPr lang="en-IN" dirty="0"/>
              <a:t>Configure spring.security.user.name and </a:t>
            </a:r>
            <a:r>
              <a:rPr lang="en-IN" dirty="0" err="1"/>
              <a:t>spring.security.user.password</a:t>
            </a:r>
            <a:r>
              <a:rPr lang="en-IN" dirty="0"/>
              <a:t> in </a:t>
            </a:r>
            <a:r>
              <a:rPr lang="en-IN" dirty="0" err="1"/>
              <a:t>application.properties</a:t>
            </a:r>
            <a:r>
              <a:rPr lang="en-IN" dirty="0"/>
              <a:t> for custom in-memory credentials.</a:t>
            </a:r>
          </a:p>
          <a:p>
            <a:endParaRPr lang="en-IN" dirty="0"/>
          </a:p>
        </p:txBody>
      </p:sp>
    </p:spTree>
    <p:extLst>
      <p:ext uri="{BB962C8B-B14F-4D97-AF65-F5344CB8AC3E}">
        <p14:creationId xmlns:p14="http://schemas.microsoft.com/office/powerpoint/2010/main" val="3410253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2419F-D99B-B6C6-4727-6F6B1C50896F}"/>
              </a:ext>
            </a:extLst>
          </p:cNvPr>
          <p:cNvSpPr>
            <a:spLocks noGrp="1"/>
          </p:cNvSpPr>
          <p:nvPr>
            <p:ph type="title"/>
          </p:nvPr>
        </p:nvSpPr>
        <p:spPr/>
        <p:txBody>
          <a:bodyPr/>
          <a:lstStyle/>
          <a:p>
            <a:r>
              <a:rPr lang="en-IN" dirty="0"/>
              <a:t>Basic Configuration </a:t>
            </a:r>
          </a:p>
        </p:txBody>
      </p:sp>
      <p:sp>
        <p:nvSpPr>
          <p:cNvPr id="3" name="Content Placeholder 2">
            <a:extLst>
              <a:ext uri="{FF2B5EF4-FFF2-40B4-BE49-F238E27FC236}">
                <a16:creationId xmlns:a16="http://schemas.microsoft.com/office/drawing/2014/main" id="{8414B4F3-EFF7-CF80-8C22-28D962D87EFC}"/>
              </a:ext>
            </a:extLst>
          </p:cNvPr>
          <p:cNvSpPr>
            <a:spLocks noGrp="1"/>
          </p:cNvSpPr>
          <p:nvPr>
            <p:ph idx="1"/>
          </p:nvPr>
        </p:nvSpPr>
        <p:spPr/>
        <p:txBody>
          <a:bodyPr>
            <a:normAutofit lnSpcReduction="10000"/>
          </a:bodyPr>
          <a:lstStyle/>
          <a:p>
            <a:r>
              <a:rPr lang="en-IN" dirty="0" err="1"/>
              <a:t>WebSecurityConfigurerAdapter</a:t>
            </a:r>
            <a:r>
              <a:rPr lang="en-IN" dirty="0"/>
              <a:t> (Older versions) / </a:t>
            </a:r>
            <a:r>
              <a:rPr lang="en-IN" dirty="0" err="1"/>
              <a:t>SecurityFilterChain</a:t>
            </a:r>
            <a:r>
              <a:rPr lang="en-IN" dirty="0"/>
              <a:t> (Newer versions)</a:t>
            </a:r>
          </a:p>
          <a:p>
            <a:endParaRPr lang="en-IN" dirty="0"/>
          </a:p>
          <a:p>
            <a:r>
              <a:rPr lang="en-US" dirty="0"/>
              <a:t>@EnableWebSecurity: Enables Spring Security in your application.</a:t>
            </a:r>
          </a:p>
          <a:p>
            <a:r>
              <a:rPr lang="en-US" dirty="0"/>
              <a:t>Configuring Authentication: Define </a:t>
            </a:r>
            <a:r>
              <a:rPr lang="en-US" dirty="0" err="1"/>
              <a:t>UserDetailsService</a:t>
            </a:r>
            <a:r>
              <a:rPr lang="en-US" dirty="0"/>
              <a:t> or </a:t>
            </a:r>
            <a:r>
              <a:rPr lang="en-US" dirty="0" err="1"/>
              <a:t>AuthenticationProvider</a:t>
            </a:r>
            <a:r>
              <a:rPr lang="en-US" dirty="0"/>
              <a:t> to specify how users are loaded and authenticated (e.g., in-memory, JDBC, LDAP).</a:t>
            </a:r>
          </a:p>
          <a:p>
            <a:r>
              <a:rPr lang="en-US" dirty="0"/>
              <a:t>Configuring Authorization: Define access rules for different URL patterns or methods using </a:t>
            </a:r>
            <a:r>
              <a:rPr lang="en-US" dirty="0" err="1"/>
              <a:t>http.authorizeRequests</a:t>
            </a:r>
            <a:r>
              <a:rPr lang="en-US" dirty="0"/>
              <a:t>().</a:t>
            </a:r>
          </a:p>
          <a:p>
            <a:endParaRPr lang="en-IN" dirty="0"/>
          </a:p>
        </p:txBody>
      </p:sp>
    </p:spTree>
    <p:extLst>
      <p:ext uri="{BB962C8B-B14F-4D97-AF65-F5344CB8AC3E}">
        <p14:creationId xmlns:p14="http://schemas.microsoft.com/office/powerpoint/2010/main" val="63456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BE75A-59A2-331B-32EF-EF806CF342D8}"/>
              </a:ext>
            </a:extLst>
          </p:cNvPr>
          <p:cNvSpPr>
            <a:spLocks noGrp="1"/>
          </p:cNvSpPr>
          <p:nvPr>
            <p:ph type="title"/>
          </p:nvPr>
        </p:nvSpPr>
        <p:spPr>
          <a:xfrm>
            <a:off x="838200" y="154813"/>
            <a:ext cx="10515600" cy="723011"/>
          </a:xfrm>
        </p:spPr>
        <p:txBody>
          <a:bodyPr/>
          <a:lstStyle/>
          <a:p>
            <a:r>
              <a:rPr lang="en-US" dirty="0"/>
              <a:t>User, </a:t>
            </a:r>
            <a:r>
              <a:rPr lang="en-US" dirty="0" err="1"/>
              <a:t>UserDetails,UserDetailsManager</a:t>
            </a:r>
            <a:endParaRPr lang="en-IN" dirty="0"/>
          </a:p>
        </p:txBody>
      </p:sp>
      <p:sp>
        <p:nvSpPr>
          <p:cNvPr id="3" name="Content Placeholder 2">
            <a:extLst>
              <a:ext uri="{FF2B5EF4-FFF2-40B4-BE49-F238E27FC236}">
                <a16:creationId xmlns:a16="http://schemas.microsoft.com/office/drawing/2014/main" id="{CFD8F555-B59F-6704-C479-19AC848C5D58}"/>
              </a:ext>
            </a:extLst>
          </p:cNvPr>
          <p:cNvSpPr>
            <a:spLocks noGrp="1"/>
          </p:cNvSpPr>
          <p:nvPr>
            <p:ph idx="1"/>
          </p:nvPr>
        </p:nvSpPr>
        <p:spPr>
          <a:xfrm>
            <a:off x="838200" y="1088136"/>
            <a:ext cx="10515600" cy="5550408"/>
          </a:xfrm>
        </p:spPr>
        <p:txBody>
          <a:bodyPr>
            <a:normAutofit fontScale="92500"/>
          </a:bodyPr>
          <a:lstStyle/>
          <a:p>
            <a:r>
              <a:rPr lang="en-US" sz="2000" dirty="0"/>
              <a:t>In Spring Security, the components User, </a:t>
            </a:r>
            <a:r>
              <a:rPr lang="en-US" sz="2000" dirty="0" err="1"/>
              <a:t>UserDetails</a:t>
            </a:r>
            <a:r>
              <a:rPr lang="en-US" sz="2000" dirty="0"/>
              <a:t>, </a:t>
            </a:r>
            <a:r>
              <a:rPr lang="en-US" sz="2000" dirty="0" err="1"/>
              <a:t>UserDetailsService</a:t>
            </a:r>
            <a:r>
              <a:rPr lang="en-US" sz="2000" dirty="0"/>
              <a:t>, and </a:t>
            </a:r>
            <a:r>
              <a:rPr lang="en-US" sz="2000" dirty="0" err="1"/>
              <a:t>UserDetailsManager</a:t>
            </a:r>
            <a:r>
              <a:rPr lang="en-US" sz="2000" dirty="0"/>
              <a:t> play crucial roles in handling user authentication and authorization.</a:t>
            </a:r>
          </a:p>
          <a:p>
            <a:r>
              <a:rPr lang="en-US" sz="2000" dirty="0"/>
              <a:t>User (</a:t>
            </a:r>
            <a:r>
              <a:rPr lang="en-US" sz="2000" dirty="0" err="1"/>
              <a:t>org.springframework.security.core.userdetails.User</a:t>
            </a:r>
            <a:r>
              <a:rPr lang="en-US" sz="2000" dirty="0"/>
              <a:t>):</a:t>
            </a:r>
          </a:p>
          <a:p>
            <a:pPr lvl="1"/>
            <a:r>
              <a:rPr lang="en-US" sz="1600" dirty="0"/>
              <a:t>This is a concrete implementation of the </a:t>
            </a:r>
            <a:r>
              <a:rPr lang="en-US" sz="1600" dirty="0" err="1"/>
              <a:t>UserDetails</a:t>
            </a:r>
            <a:r>
              <a:rPr lang="en-US" sz="1600" dirty="0"/>
              <a:t> interface provided by Spring Security. It's a convenient class to use when you don't need to add custom user properties beyond the basic ones like username, password, and authorities.</a:t>
            </a:r>
          </a:p>
          <a:p>
            <a:r>
              <a:rPr lang="en-US" sz="2000" dirty="0" err="1"/>
              <a:t>UserDetails</a:t>
            </a:r>
            <a:r>
              <a:rPr lang="en-US" sz="2000" dirty="0"/>
              <a:t> (interface </a:t>
            </a:r>
            <a:r>
              <a:rPr lang="en-US" sz="2000" dirty="0" err="1"/>
              <a:t>org.springframework.security.core.userdetails.UserDetails</a:t>
            </a:r>
            <a:r>
              <a:rPr lang="en-US" sz="2000" dirty="0"/>
              <a:t>):</a:t>
            </a:r>
          </a:p>
          <a:p>
            <a:pPr lvl="1"/>
            <a:r>
              <a:rPr lang="en-US" sz="1600" dirty="0"/>
              <a:t>This interface represents the core user information that Spring Security uses for authentication and authorization. </a:t>
            </a:r>
          </a:p>
          <a:p>
            <a:pPr lvl="1"/>
            <a:r>
              <a:rPr lang="en-US" sz="1600" dirty="0"/>
              <a:t>It defines methods to retrieve the user's username, password, authorities (roles), account expiration status, account locking status, credentials expiration status, and account enabled status. </a:t>
            </a:r>
          </a:p>
          <a:p>
            <a:r>
              <a:rPr lang="en-US" sz="2000" dirty="0" err="1"/>
              <a:t>UserDetailsService</a:t>
            </a:r>
            <a:r>
              <a:rPr lang="en-US" sz="2000" dirty="0"/>
              <a:t> (interface org.springframework.security.core.userdetails.UserDetailsService):</a:t>
            </a:r>
          </a:p>
          <a:p>
            <a:pPr lvl="1"/>
            <a:r>
              <a:rPr lang="en-US" sz="1600" dirty="0"/>
              <a:t>This is a crucial interface for retrieving user-specific data during authentication. It has a single method, </a:t>
            </a:r>
            <a:r>
              <a:rPr lang="en-US" sz="1600" dirty="0" err="1"/>
              <a:t>loadUserByUsername</a:t>
            </a:r>
            <a:r>
              <a:rPr lang="en-US" sz="1600" dirty="0"/>
              <a:t>(String username), which is responsible for fetching a </a:t>
            </a:r>
            <a:r>
              <a:rPr lang="en-US" sz="1600" dirty="0" err="1"/>
              <a:t>UserDetails</a:t>
            </a:r>
            <a:r>
              <a:rPr lang="en-US" sz="1600" dirty="0"/>
              <a:t> object based on the provided username. </a:t>
            </a:r>
          </a:p>
          <a:p>
            <a:pPr lvl="1"/>
            <a:r>
              <a:rPr lang="en-US" sz="1600" dirty="0"/>
              <a:t>You implement this interface to define how Spring Security retrieves user information from your chosen data source (e.g., database, LDAP, in-memory store).</a:t>
            </a:r>
          </a:p>
          <a:p>
            <a:r>
              <a:rPr lang="en-US" sz="2000" dirty="0" err="1"/>
              <a:t>UserDetailsManager</a:t>
            </a:r>
            <a:r>
              <a:rPr lang="en-US" sz="2000" dirty="0"/>
              <a:t> (interface </a:t>
            </a:r>
            <a:r>
              <a:rPr lang="en-US" sz="2000" dirty="0" err="1"/>
              <a:t>org.springframework.security.provisioning.UserDetailsManager</a:t>
            </a:r>
            <a:r>
              <a:rPr lang="en-US" sz="2000" dirty="0"/>
              <a:t>):</a:t>
            </a:r>
          </a:p>
          <a:p>
            <a:pPr lvl="1"/>
            <a:r>
              <a:rPr lang="en-US" sz="1600" dirty="0"/>
              <a:t>This interface extends </a:t>
            </a:r>
            <a:r>
              <a:rPr lang="en-US" sz="1600" dirty="0" err="1"/>
              <a:t>UserDetailsService</a:t>
            </a:r>
            <a:r>
              <a:rPr lang="en-US" sz="1600" dirty="0"/>
              <a:t> and provides additional methods for managing users, including creating, updating, and deleting users, as well as changing passwords. It's useful when you need to perform CRUD operations on user accounts within your application, often backed by a persistent user repository like a database.</a:t>
            </a:r>
          </a:p>
          <a:p>
            <a:pPr lvl="1"/>
            <a:endParaRPr lang="en-US" sz="1600" dirty="0"/>
          </a:p>
          <a:p>
            <a:endParaRPr lang="en-US" sz="2000" dirty="0"/>
          </a:p>
          <a:p>
            <a:endParaRPr lang="en-IN" sz="2000" dirty="0"/>
          </a:p>
        </p:txBody>
      </p:sp>
    </p:spTree>
    <p:extLst>
      <p:ext uri="{BB962C8B-B14F-4D97-AF65-F5344CB8AC3E}">
        <p14:creationId xmlns:p14="http://schemas.microsoft.com/office/powerpoint/2010/main" val="930608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0382F-7795-5268-0A76-378BC1DC6193}"/>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63E65DE1-EC1A-845A-6091-EBD0E70EC0C5}"/>
              </a:ext>
            </a:extLst>
          </p:cNvPr>
          <p:cNvSpPr>
            <a:spLocks noGrp="1"/>
          </p:cNvSpPr>
          <p:nvPr>
            <p:ph idx="1"/>
          </p:nvPr>
        </p:nvSpPr>
        <p:spPr/>
        <p:txBody>
          <a:bodyPr/>
          <a:lstStyle/>
          <a:p>
            <a:r>
              <a:rPr lang="en-US" dirty="0"/>
              <a:t>Relationship:</a:t>
            </a:r>
          </a:p>
          <a:p>
            <a:pPr lvl="1"/>
            <a:r>
              <a:rPr lang="en-US" dirty="0"/>
              <a:t>The </a:t>
            </a:r>
            <a:r>
              <a:rPr lang="en-US" dirty="0" err="1"/>
              <a:t>UserDetailsService</a:t>
            </a:r>
            <a:r>
              <a:rPr lang="en-US" dirty="0"/>
              <a:t> is responsible for loading a </a:t>
            </a:r>
            <a:r>
              <a:rPr lang="en-US" dirty="0" err="1"/>
              <a:t>UserDetails</a:t>
            </a:r>
            <a:r>
              <a:rPr lang="en-US" dirty="0"/>
              <a:t> object based on a username.</a:t>
            </a:r>
          </a:p>
          <a:p>
            <a:pPr lvl="1"/>
            <a:r>
              <a:rPr lang="en-US" dirty="0"/>
              <a:t>The User class is a default implementation of the </a:t>
            </a:r>
            <a:r>
              <a:rPr lang="en-US" dirty="0" err="1"/>
              <a:t>UserDetails</a:t>
            </a:r>
            <a:r>
              <a:rPr lang="en-US" dirty="0"/>
              <a:t> interface.</a:t>
            </a:r>
          </a:p>
          <a:p>
            <a:pPr lvl="1"/>
            <a:r>
              <a:rPr lang="en-US" dirty="0"/>
              <a:t>The </a:t>
            </a:r>
            <a:r>
              <a:rPr lang="en-US" dirty="0" err="1"/>
              <a:t>UserDetailsManager</a:t>
            </a:r>
            <a:r>
              <a:rPr lang="en-US" dirty="0"/>
              <a:t> extends </a:t>
            </a:r>
            <a:r>
              <a:rPr lang="en-US" dirty="0" err="1"/>
              <a:t>UserDetailsService</a:t>
            </a:r>
            <a:r>
              <a:rPr lang="en-US" dirty="0"/>
              <a:t> and adds capabilities for managing user accounts.</a:t>
            </a:r>
          </a:p>
          <a:p>
            <a:pPr lvl="1"/>
            <a:r>
              <a:rPr lang="en-US" dirty="0" err="1"/>
              <a:t>UserDetailsService</a:t>
            </a:r>
            <a:r>
              <a:rPr lang="en-US" dirty="0"/>
              <a:t> focuses on retrieving user details for  authentication.</a:t>
            </a:r>
          </a:p>
          <a:p>
            <a:pPr lvl="1"/>
            <a:r>
              <a:rPr lang="en-US" dirty="0" err="1"/>
              <a:t>UserDetailsManager</a:t>
            </a:r>
            <a:r>
              <a:rPr lang="en-US" dirty="0"/>
              <a:t> provides a more comprehensive set of operations for managing user accounts, including their creation and modification.</a:t>
            </a:r>
            <a:endParaRPr lang="en-IN" dirty="0"/>
          </a:p>
        </p:txBody>
      </p:sp>
    </p:spTree>
    <p:extLst>
      <p:ext uri="{BB962C8B-B14F-4D97-AF65-F5344CB8AC3E}">
        <p14:creationId xmlns:p14="http://schemas.microsoft.com/office/powerpoint/2010/main" val="1457309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4E79F-9E31-93CA-46AC-DBFF6848672F}"/>
              </a:ext>
            </a:extLst>
          </p:cNvPr>
          <p:cNvSpPr>
            <a:spLocks noGrp="1"/>
          </p:cNvSpPr>
          <p:nvPr>
            <p:ph type="title"/>
          </p:nvPr>
        </p:nvSpPr>
        <p:spPr/>
        <p:txBody>
          <a:bodyPr/>
          <a:lstStyle/>
          <a:p>
            <a:r>
              <a:rPr lang="en-US" dirty="0" err="1"/>
              <a:t>InMemoryUserDetailsManager</a:t>
            </a:r>
            <a:endParaRPr lang="en-IN" dirty="0"/>
          </a:p>
        </p:txBody>
      </p:sp>
      <p:sp>
        <p:nvSpPr>
          <p:cNvPr id="3" name="Content Placeholder 2">
            <a:extLst>
              <a:ext uri="{FF2B5EF4-FFF2-40B4-BE49-F238E27FC236}">
                <a16:creationId xmlns:a16="http://schemas.microsoft.com/office/drawing/2014/main" id="{3810A109-9811-5395-6AE3-16D55CABEDC8}"/>
              </a:ext>
            </a:extLst>
          </p:cNvPr>
          <p:cNvSpPr>
            <a:spLocks noGrp="1"/>
          </p:cNvSpPr>
          <p:nvPr>
            <p:ph idx="1"/>
          </p:nvPr>
        </p:nvSpPr>
        <p:spPr/>
        <p:txBody>
          <a:bodyPr>
            <a:normAutofit/>
          </a:bodyPr>
          <a:lstStyle/>
          <a:p>
            <a:r>
              <a:rPr lang="en-US" dirty="0"/>
              <a:t>Spring Security uses </a:t>
            </a:r>
            <a:r>
              <a:rPr lang="en-US" dirty="0" err="1"/>
              <a:t>InMemoryUserDetailsManager</a:t>
            </a:r>
            <a:r>
              <a:rPr lang="en-US" dirty="0"/>
              <a:t> to manage these in-memory user details. </a:t>
            </a:r>
          </a:p>
          <a:p>
            <a:r>
              <a:rPr lang="en-US" dirty="0"/>
              <a:t>This class implements </a:t>
            </a:r>
            <a:r>
              <a:rPr lang="en-US" dirty="0" err="1"/>
              <a:t>UserDetailsService</a:t>
            </a:r>
            <a:r>
              <a:rPr lang="en-US" dirty="0"/>
              <a:t> and </a:t>
            </a:r>
            <a:r>
              <a:rPr lang="en-US" dirty="0" err="1"/>
              <a:t>UserDetailsManager</a:t>
            </a:r>
            <a:r>
              <a:rPr lang="en-US" dirty="0"/>
              <a:t>, allowing it to retrieve and manage user information stored in memory.</a:t>
            </a:r>
          </a:p>
          <a:p>
            <a:r>
              <a:rPr lang="en-US" dirty="0"/>
              <a:t>Password Encoding: </a:t>
            </a:r>
          </a:p>
          <a:p>
            <a:pPr lvl="1"/>
            <a:r>
              <a:rPr lang="en-US" dirty="0"/>
              <a:t>While </a:t>
            </a:r>
            <a:r>
              <a:rPr lang="en-US" dirty="0" err="1"/>
              <a:t>withDefaultPasswordEncoder</a:t>
            </a:r>
            <a:r>
              <a:rPr lang="en-US" dirty="0"/>
              <a:t>() can be used for simplicity in development, it is not suitable for production. </a:t>
            </a:r>
          </a:p>
          <a:p>
            <a:pPr lvl="1"/>
            <a:r>
              <a:rPr lang="en-US" dirty="0"/>
              <a:t>In production environments, stronger password encoders like </a:t>
            </a:r>
            <a:r>
              <a:rPr lang="en-US" dirty="0" err="1"/>
              <a:t>BCryptPasswordEncoder</a:t>
            </a:r>
            <a:r>
              <a:rPr lang="en-US" dirty="0"/>
              <a:t> should be used to securely hash passwords.</a:t>
            </a:r>
          </a:p>
          <a:p>
            <a:endParaRPr lang="en-US" dirty="0"/>
          </a:p>
          <a:p>
            <a:endParaRPr lang="en-IN" dirty="0"/>
          </a:p>
        </p:txBody>
      </p:sp>
    </p:spTree>
    <p:extLst>
      <p:ext uri="{BB962C8B-B14F-4D97-AF65-F5344CB8AC3E}">
        <p14:creationId xmlns:p14="http://schemas.microsoft.com/office/powerpoint/2010/main" val="17918142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3183494-E9DB-5D50-930F-2877EF9332BC}"/>
              </a:ext>
            </a:extLst>
          </p:cNvPr>
          <p:cNvSpPr>
            <a:spLocks noGrp="1"/>
          </p:cNvSpPr>
          <p:nvPr>
            <p:ph type="title"/>
          </p:nvPr>
        </p:nvSpPr>
        <p:spPr>
          <a:xfrm>
            <a:off x="762000" y="0"/>
            <a:ext cx="10515600" cy="1325563"/>
          </a:xfrm>
        </p:spPr>
        <p:txBody>
          <a:bodyPr/>
          <a:lstStyle/>
          <a:p>
            <a:r>
              <a:rPr lang="en-US" dirty="0"/>
              <a:t>example</a:t>
            </a:r>
            <a:endParaRPr lang="en-IN" dirty="0"/>
          </a:p>
        </p:txBody>
      </p:sp>
      <p:sp>
        <p:nvSpPr>
          <p:cNvPr id="7" name="Content Placeholder 6">
            <a:extLst>
              <a:ext uri="{FF2B5EF4-FFF2-40B4-BE49-F238E27FC236}">
                <a16:creationId xmlns:a16="http://schemas.microsoft.com/office/drawing/2014/main" id="{93DFEDD0-910D-CE72-D3B0-A6BF4E3E612D}"/>
              </a:ext>
            </a:extLst>
          </p:cNvPr>
          <p:cNvSpPr>
            <a:spLocks noGrp="1"/>
          </p:cNvSpPr>
          <p:nvPr>
            <p:ph sz="half" idx="1"/>
          </p:nvPr>
        </p:nvSpPr>
        <p:spPr>
          <a:xfrm>
            <a:off x="838200" y="1055914"/>
            <a:ext cx="5181600" cy="5121049"/>
          </a:xfrm>
        </p:spPr>
        <p:txBody>
          <a:bodyPr>
            <a:normAutofit fontScale="47500" lnSpcReduction="20000"/>
          </a:bodyPr>
          <a:lstStyle/>
          <a:p>
            <a:pPr marL="0" indent="0">
              <a:buNone/>
            </a:pPr>
            <a:r>
              <a:rPr lang="en-IN" dirty="0"/>
              <a:t> @Configuration</a:t>
            </a:r>
          </a:p>
          <a:p>
            <a:pPr marL="0" indent="0">
              <a:buNone/>
            </a:pPr>
            <a:r>
              <a:rPr lang="en-IN" dirty="0"/>
              <a:t>    @EnableWebSecurity</a:t>
            </a:r>
          </a:p>
          <a:p>
            <a:pPr marL="0" indent="0">
              <a:buNone/>
            </a:pPr>
            <a:r>
              <a:rPr lang="en-IN" dirty="0"/>
              <a:t>    public class </a:t>
            </a:r>
            <a:r>
              <a:rPr lang="en-IN" dirty="0" err="1"/>
              <a:t>SecurityConfig</a:t>
            </a:r>
            <a:r>
              <a:rPr lang="en-IN" dirty="0"/>
              <a:t> {</a:t>
            </a:r>
          </a:p>
          <a:p>
            <a:pPr marL="0" indent="0">
              <a:buNone/>
            </a:pPr>
            <a:endParaRPr lang="en-IN" dirty="0"/>
          </a:p>
          <a:p>
            <a:pPr marL="0" indent="0">
              <a:buNone/>
            </a:pPr>
            <a:r>
              <a:rPr lang="en-IN" dirty="0"/>
              <a:t>        @Bean</a:t>
            </a:r>
          </a:p>
          <a:p>
            <a:pPr marL="0" indent="0">
              <a:buNone/>
            </a:pPr>
            <a:r>
              <a:rPr lang="en-IN" dirty="0"/>
              <a:t>        public </a:t>
            </a:r>
            <a:r>
              <a:rPr lang="en-IN" dirty="0" err="1"/>
              <a:t>UserDetailsService</a:t>
            </a:r>
            <a:r>
              <a:rPr lang="en-IN" dirty="0"/>
              <a:t> </a:t>
            </a:r>
            <a:r>
              <a:rPr lang="en-IN" dirty="0" err="1"/>
              <a:t>userDetailsService</a:t>
            </a:r>
            <a:r>
              <a:rPr lang="en-IN" dirty="0"/>
              <a:t>() {</a:t>
            </a:r>
          </a:p>
          <a:p>
            <a:pPr marL="0" indent="0">
              <a:buNone/>
            </a:pPr>
            <a:r>
              <a:rPr lang="en-IN" dirty="0"/>
              <a:t>            </a:t>
            </a:r>
            <a:r>
              <a:rPr lang="en-IN" dirty="0" err="1"/>
              <a:t>UserDetails</a:t>
            </a:r>
            <a:r>
              <a:rPr lang="en-IN" dirty="0"/>
              <a:t> user = </a:t>
            </a:r>
            <a:r>
              <a:rPr lang="en-IN" dirty="0" err="1"/>
              <a:t>User.withDefaultPasswordEncoder</a:t>
            </a:r>
            <a:r>
              <a:rPr lang="en-IN" dirty="0"/>
              <a:t>()</a:t>
            </a:r>
          </a:p>
          <a:p>
            <a:pPr marL="0" indent="0">
              <a:buNone/>
            </a:pPr>
            <a:r>
              <a:rPr lang="en-IN" dirty="0"/>
              <a:t>                .username("user")</a:t>
            </a:r>
          </a:p>
          <a:p>
            <a:pPr marL="0" indent="0">
              <a:buNone/>
            </a:pPr>
            <a:r>
              <a:rPr lang="en-IN" dirty="0"/>
              <a:t>                .password("password")</a:t>
            </a:r>
          </a:p>
          <a:p>
            <a:pPr marL="0" indent="0">
              <a:buNone/>
            </a:pPr>
            <a:r>
              <a:rPr lang="en-IN" dirty="0"/>
              <a:t>                .roles("USER")</a:t>
            </a:r>
          </a:p>
          <a:p>
            <a:pPr marL="0" indent="0">
              <a:buNone/>
            </a:pPr>
            <a:r>
              <a:rPr lang="en-IN" dirty="0"/>
              <a:t>                .build();</a:t>
            </a:r>
          </a:p>
          <a:p>
            <a:pPr marL="0" indent="0">
              <a:buNone/>
            </a:pPr>
            <a:r>
              <a:rPr lang="en-IN" dirty="0"/>
              <a:t>            </a:t>
            </a:r>
            <a:r>
              <a:rPr lang="en-IN" dirty="0" err="1"/>
              <a:t>UserDetails</a:t>
            </a:r>
            <a:r>
              <a:rPr lang="en-IN" dirty="0"/>
              <a:t> admin = </a:t>
            </a:r>
            <a:r>
              <a:rPr lang="en-IN" dirty="0" err="1"/>
              <a:t>User.withDefaultPasswordEncoder</a:t>
            </a:r>
            <a:r>
              <a:rPr lang="en-IN" dirty="0"/>
              <a:t>()</a:t>
            </a:r>
          </a:p>
          <a:p>
            <a:pPr marL="0" indent="0">
              <a:buNone/>
            </a:pPr>
            <a:r>
              <a:rPr lang="en-IN" dirty="0"/>
              <a:t>                .username("admin")</a:t>
            </a:r>
          </a:p>
          <a:p>
            <a:pPr marL="0" indent="0">
              <a:buNone/>
            </a:pPr>
            <a:r>
              <a:rPr lang="en-IN" dirty="0"/>
              <a:t>                .password("</a:t>
            </a:r>
            <a:r>
              <a:rPr lang="en-IN" dirty="0" err="1"/>
              <a:t>adminpassword</a:t>
            </a:r>
            <a:r>
              <a:rPr lang="en-IN" dirty="0"/>
              <a:t>")</a:t>
            </a:r>
          </a:p>
          <a:p>
            <a:pPr marL="0" indent="0">
              <a:buNone/>
            </a:pPr>
            <a:r>
              <a:rPr lang="en-IN" dirty="0"/>
              <a:t>                .roles("ADMIN")</a:t>
            </a:r>
          </a:p>
          <a:p>
            <a:pPr marL="0" indent="0">
              <a:buNone/>
            </a:pPr>
            <a:r>
              <a:rPr lang="en-IN" dirty="0"/>
              <a:t>                .build();</a:t>
            </a:r>
          </a:p>
          <a:p>
            <a:pPr marL="0" indent="0">
              <a:buNone/>
            </a:pPr>
            <a:r>
              <a:rPr lang="en-IN" dirty="0"/>
              <a:t>            return new </a:t>
            </a:r>
            <a:r>
              <a:rPr lang="en-IN" dirty="0" err="1"/>
              <a:t>InMemoryUserDetailsManager</a:t>
            </a:r>
            <a:r>
              <a:rPr lang="en-IN" dirty="0"/>
              <a:t>(user, admin);</a:t>
            </a:r>
          </a:p>
          <a:p>
            <a:pPr marL="0" indent="0">
              <a:buNone/>
            </a:pPr>
            <a:r>
              <a:rPr lang="en-IN" dirty="0"/>
              <a:t>        }</a:t>
            </a:r>
          </a:p>
        </p:txBody>
      </p:sp>
      <p:sp>
        <p:nvSpPr>
          <p:cNvPr id="8" name="Content Placeholder 7">
            <a:extLst>
              <a:ext uri="{FF2B5EF4-FFF2-40B4-BE49-F238E27FC236}">
                <a16:creationId xmlns:a16="http://schemas.microsoft.com/office/drawing/2014/main" id="{503EE0D4-C4C4-A161-4DB9-B06FCAAF67D9}"/>
              </a:ext>
            </a:extLst>
          </p:cNvPr>
          <p:cNvSpPr>
            <a:spLocks noGrp="1"/>
          </p:cNvSpPr>
          <p:nvPr>
            <p:ph sz="half" idx="2"/>
          </p:nvPr>
        </p:nvSpPr>
        <p:spPr>
          <a:xfrm>
            <a:off x="6172200" y="539496"/>
            <a:ext cx="5181600" cy="5637467"/>
          </a:xfrm>
        </p:spPr>
        <p:txBody>
          <a:bodyPr>
            <a:normAutofit fontScale="47500" lnSpcReduction="20000"/>
          </a:bodyPr>
          <a:lstStyle/>
          <a:p>
            <a:pPr marL="0" indent="0">
              <a:buNone/>
            </a:pPr>
            <a:endParaRPr lang="en-IN" dirty="0"/>
          </a:p>
          <a:p>
            <a:pPr marL="0" indent="0">
              <a:buNone/>
            </a:pPr>
            <a:r>
              <a:rPr lang="en-IN" dirty="0"/>
              <a:t>        @Bean</a:t>
            </a:r>
          </a:p>
          <a:p>
            <a:pPr marL="0" indent="0">
              <a:buNone/>
            </a:pPr>
            <a:r>
              <a:rPr lang="en-IN" dirty="0"/>
              <a:t>        public </a:t>
            </a:r>
            <a:r>
              <a:rPr lang="en-IN" dirty="0" err="1"/>
              <a:t>SecurityFilterChain</a:t>
            </a:r>
            <a:r>
              <a:rPr lang="en-IN" dirty="0"/>
              <a:t> </a:t>
            </a:r>
            <a:r>
              <a:rPr lang="en-IN" dirty="0" err="1"/>
              <a:t>filterChain</a:t>
            </a:r>
            <a:r>
              <a:rPr lang="en-IN" dirty="0"/>
              <a:t>(</a:t>
            </a:r>
            <a:r>
              <a:rPr lang="en-IN" dirty="0" err="1"/>
              <a:t>HttpSecurity</a:t>
            </a:r>
            <a:r>
              <a:rPr lang="en-IN" dirty="0"/>
              <a:t> http) throws Exception {</a:t>
            </a:r>
          </a:p>
          <a:p>
            <a:pPr marL="0" indent="0">
              <a:buNone/>
            </a:pPr>
            <a:r>
              <a:rPr lang="en-IN" dirty="0"/>
              <a:t>            http</a:t>
            </a:r>
          </a:p>
          <a:p>
            <a:pPr marL="0" indent="0">
              <a:buNone/>
            </a:pPr>
            <a:r>
              <a:rPr lang="en-IN" dirty="0"/>
              <a:t>                .</a:t>
            </a:r>
            <a:r>
              <a:rPr lang="en-IN" dirty="0" err="1"/>
              <a:t>authorizeHttpRequests</a:t>
            </a:r>
            <a:r>
              <a:rPr lang="en-IN" dirty="0"/>
              <a:t>(authorize -&gt; authorize</a:t>
            </a:r>
          </a:p>
          <a:p>
            <a:pPr marL="0" indent="0">
              <a:buNone/>
            </a:pPr>
            <a:r>
              <a:rPr lang="en-IN" dirty="0"/>
              <a:t>                    .</a:t>
            </a:r>
            <a:r>
              <a:rPr lang="en-IN" dirty="0" err="1"/>
              <a:t>requestMatchers</a:t>
            </a:r>
            <a:r>
              <a:rPr lang="en-IN" dirty="0"/>
              <a:t>("/admin").</a:t>
            </a:r>
            <a:r>
              <a:rPr lang="en-IN" dirty="0" err="1"/>
              <a:t>hasRole</a:t>
            </a:r>
            <a:r>
              <a:rPr lang="en-IN" dirty="0"/>
              <a:t>("ADMIN")</a:t>
            </a:r>
          </a:p>
          <a:p>
            <a:pPr marL="0" indent="0">
              <a:buNone/>
            </a:pPr>
            <a:r>
              <a:rPr lang="en-IN" dirty="0"/>
              <a:t>                    .</a:t>
            </a:r>
            <a:r>
              <a:rPr lang="en-IN" dirty="0" err="1"/>
              <a:t>requestMatchers</a:t>
            </a:r>
            <a:r>
              <a:rPr lang="en-IN" dirty="0"/>
              <a:t>("/user").</a:t>
            </a:r>
            <a:r>
              <a:rPr lang="en-IN" dirty="0" err="1"/>
              <a:t>hasAnyRole</a:t>
            </a:r>
            <a:r>
              <a:rPr lang="en-IN" dirty="0"/>
              <a:t>("USER", "ADMIN")</a:t>
            </a:r>
          </a:p>
          <a:p>
            <a:pPr marL="0" indent="0">
              <a:buNone/>
            </a:pPr>
            <a:r>
              <a:rPr lang="en-IN" dirty="0"/>
              <a:t>                    .</a:t>
            </a:r>
            <a:r>
              <a:rPr lang="en-IN" dirty="0" err="1"/>
              <a:t>anyRequest</a:t>
            </a:r>
            <a:r>
              <a:rPr lang="en-IN" dirty="0"/>
              <a:t>().authenticated()</a:t>
            </a:r>
          </a:p>
          <a:p>
            <a:pPr marL="0" indent="0">
              <a:buNone/>
            </a:pPr>
            <a:r>
              <a:rPr lang="en-IN" dirty="0"/>
              <a:t>                )</a:t>
            </a:r>
          </a:p>
          <a:p>
            <a:pPr marL="0" indent="0">
              <a:buNone/>
            </a:pPr>
            <a:r>
              <a:rPr lang="en-IN" dirty="0"/>
              <a:t>                .</a:t>
            </a:r>
            <a:r>
              <a:rPr lang="en-IN" dirty="0" err="1"/>
              <a:t>formLogin</a:t>
            </a:r>
            <a:r>
              <a:rPr lang="en-IN" dirty="0"/>
              <a:t>(</a:t>
            </a:r>
            <a:r>
              <a:rPr lang="en-IN" dirty="0" err="1"/>
              <a:t>Customizer.withDefaults</a:t>
            </a:r>
            <a:r>
              <a:rPr lang="en-IN" dirty="0"/>
              <a:t>());</a:t>
            </a:r>
          </a:p>
          <a:p>
            <a:pPr marL="0" indent="0">
              <a:buNone/>
            </a:pPr>
            <a:r>
              <a:rPr lang="en-IN" dirty="0"/>
              <a:t>            return </a:t>
            </a:r>
            <a:r>
              <a:rPr lang="en-IN" dirty="0" err="1"/>
              <a:t>http.build</a:t>
            </a:r>
            <a:r>
              <a:rPr lang="en-IN" dirty="0"/>
              <a:t>();</a:t>
            </a:r>
          </a:p>
          <a:p>
            <a:pPr marL="0" indent="0">
              <a:buNone/>
            </a:pPr>
            <a:r>
              <a:rPr lang="en-IN" dirty="0"/>
              <a:t>        }</a:t>
            </a:r>
          </a:p>
          <a:p>
            <a:pPr marL="0" indent="0">
              <a:buNone/>
            </a:pPr>
            <a:r>
              <a:rPr lang="en-IN" dirty="0"/>
              <a:t>    }</a:t>
            </a:r>
          </a:p>
          <a:p>
            <a:pPr marL="0" indent="0">
              <a:buNone/>
            </a:pPr>
            <a:endParaRPr lang="en-IN" dirty="0"/>
          </a:p>
        </p:txBody>
      </p:sp>
    </p:spTree>
    <p:extLst>
      <p:ext uri="{BB962C8B-B14F-4D97-AF65-F5344CB8AC3E}">
        <p14:creationId xmlns:p14="http://schemas.microsoft.com/office/powerpoint/2010/main" val="827301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8BEF73A-FB43-8154-AFBC-4A76444DBF1D}"/>
              </a:ext>
            </a:extLst>
          </p:cNvPr>
          <p:cNvSpPr>
            <a:spLocks noGrp="1"/>
          </p:cNvSpPr>
          <p:nvPr>
            <p:ph type="title"/>
          </p:nvPr>
        </p:nvSpPr>
        <p:spPr/>
        <p:txBody>
          <a:bodyPr/>
          <a:lstStyle/>
          <a:p>
            <a:r>
              <a:rPr lang="en-IN" dirty="0"/>
              <a:t>The Security Filter Chain</a:t>
            </a:r>
            <a:br>
              <a:rPr lang="en-IN" dirty="0"/>
            </a:br>
            <a:endParaRPr lang="en-IN" dirty="0"/>
          </a:p>
        </p:txBody>
      </p:sp>
      <p:sp>
        <p:nvSpPr>
          <p:cNvPr id="6" name="Content Placeholder 5">
            <a:extLst>
              <a:ext uri="{FF2B5EF4-FFF2-40B4-BE49-F238E27FC236}">
                <a16:creationId xmlns:a16="http://schemas.microsoft.com/office/drawing/2014/main" id="{EDE992B3-43FA-F426-A6A8-603C05FD7DD8}"/>
              </a:ext>
            </a:extLst>
          </p:cNvPr>
          <p:cNvSpPr>
            <a:spLocks noGrp="1"/>
          </p:cNvSpPr>
          <p:nvPr>
            <p:ph idx="1"/>
          </p:nvPr>
        </p:nvSpPr>
        <p:spPr>
          <a:xfrm>
            <a:off x="838200" y="1012371"/>
            <a:ext cx="10515600" cy="5164592"/>
          </a:xfrm>
        </p:spPr>
        <p:txBody>
          <a:bodyPr>
            <a:normAutofit fontScale="92500" lnSpcReduction="10000"/>
          </a:bodyPr>
          <a:lstStyle/>
          <a:p>
            <a:r>
              <a:rPr lang="en-US" dirty="0"/>
              <a:t>The Foundation: Spring Security's web support is built on standard servlet filters, which are executed in a specific order for each request.</a:t>
            </a:r>
          </a:p>
          <a:p>
            <a:r>
              <a:rPr lang="en-US" dirty="0"/>
              <a:t>Intercepting Requests:</a:t>
            </a:r>
          </a:p>
          <a:p>
            <a:pPr lvl="1"/>
            <a:r>
              <a:rPr lang="en-US" dirty="0"/>
              <a:t> A special filter, </a:t>
            </a:r>
            <a:r>
              <a:rPr lang="en-US" dirty="0" err="1"/>
              <a:t>FilterChainProxy</a:t>
            </a:r>
            <a:r>
              <a:rPr lang="en-US" dirty="0"/>
              <a:t>, manages the entire security filter chain. </a:t>
            </a:r>
          </a:p>
          <a:p>
            <a:pPr lvl="1"/>
            <a:r>
              <a:rPr lang="en-US" dirty="0"/>
              <a:t>It contains multiple </a:t>
            </a:r>
            <a:r>
              <a:rPr lang="en-US" dirty="0" err="1"/>
              <a:t>SecurityFilterChain</a:t>
            </a:r>
            <a:r>
              <a:rPr lang="en-US" dirty="0"/>
              <a:t> instances, each configured to a specific URL pattern.</a:t>
            </a:r>
          </a:p>
          <a:p>
            <a:r>
              <a:rPr lang="en-US" dirty="0"/>
              <a:t>Key Filters in the Chain:</a:t>
            </a:r>
          </a:p>
          <a:p>
            <a:pPr lvl="1"/>
            <a:r>
              <a:rPr lang="en-US" dirty="0" err="1"/>
              <a:t>SecurityContextPersistenceFilter</a:t>
            </a:r>
            <a:r>
              <a:rPr lang="en-US" dirty="0"/>
              <a:t>: Sets up the </a:t>
            </a:r>
            <a:r>
              <a:rPr lang="en-US" dirty="0" err="1"/>
              <a:t>SecurityContextHolder</a:t>
            </a:r>
            <a:r>
              <a:rPr lang="en-US" dirty="0"/>
              <a:t> at the beginning of a request.</a:t>
            </a:r>
          </a:p>
          <a:p>
            <a:pPr lvl="1"/>
            <a:r>
              <a:rPr lang="en-US" dirty="0"/>
              <a:t>Authentication filters (e.g., </a:t>
            </a:r>
            <a:r>
              <a:rPr lang="en-US" dirty="0" err="1"/>
              <a:t>UsernamePasswordAuthenticationFilter</a:t>
            </a:r>
            <a:r>
              <a:rPr lang="en-US" dirty="0"/>
              <a:t>): Intercept login requests and delegate to the </a:t>
            </a:r>
            <a:r>
              <a:rPr lang="en-US" dirty="0" err="1"/>
              <a:t>AuthenticationManager</a:t>
            </a:r>
            <a:r>
              <a:rPr lang="en-US" dirty="0"/>
              <a:t>.</a:t>
            </a:r>
          </a:p>
          <a:p>
            <a:pPr lvl="1"/>
            <a:r>
              <a:rPr lang="en-US" dirty="0" err="1"/>
              <a:t>FilterSecurityInterceptor</a:t>
            </a:r>
            <a:r>
              <a:rPr lang="en-US" dirty="0"/>
              <a:t>: Performs authorization based on the secured URL.</a:t>
            </a:r>
          </a:p>
          <a:p>
            <a:pPr lvl="1"/>
            <a:r>
              <a:rPr lang="en-US" dirty="0"/>
              <a:t>Order Matters: The order of filters is crucial. For example, authentication must happen before authorization.</a:t>
            </a:r>
          </a:p>
          <a:p>
            <a:endParaRPr lang="en-IN" dirty="0"/>
          </a:p>
        </p:txBody>
      </p:sp>
    </p:spTree>
    <p:extLst>
      <p:ext uri="{BB962C8B-B14F-4D97-AF65-F5344CB8AC3E}">
        <p14:creationId xmlns:p14="http://schemas.microsoft.com/office/powerpoint/2010/main" val="2439311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1E81A-1C53-9FDD-4AA8-C470C5B15A2B}"/>
              </a:ext>
            </a:extLst>
          </p:cNvPr>
          <p:cNvSpPr>
            <a:spLocks noGrp="1"/>
          </p:cNvSpPr>
          <p:nvPr>
            <p:ph type="title"/>
          </p:nvPr>
        </p:nvSpPr>
        <p:spPr/>
        <p:txBody>
          <a:bodyPr/>
          <a:lstStyle/>
          <a:p>
            <a:r>
              <a:rPr lang="en-US" dirty="0"/>
              <a:t>Using filter</a:t>
            </a:r>
            <a:endParaRPr lang="en-IN" dirty="0"/>
          </a:p>
        </p:txBody>
      </p:sp>
      <p:sp>
        <p:nvSpPr>
          <p:cNvPr id="3" name="Content Placeholder 2">
            <a:extLst>
              <a:ext uri="{FF2B5EF4-FFF2-40B4-BE49-F238E27FC236}">
                <a16:creationId xmlns:a16="http://schemas.microsoft.com/office/drawing/2014/main" id="{374352DA-11B9-049E-8B3C-82BC54465C79}"/>
              </a:ext>
            </a:extLst>
          </p:cNvPr>
          <p:cNvSpPr>
            <a:spLocks noGrp="1"/>
          </p:cNvSpPr>
          <p:nvPr>
            <p:ph sz="half" idx="1"/>
          </p:nvPr>
        </p:nvSpPr>
        <p:spPr/>
        <p:txBody>
          <a:bodyPr>
            <a:normAutofit fontScale="40000" lnSpcReduction="20000"/>
          </a:bodyPr>
          <a:lstStyle/>
          <a:p>
            <a:pPr marL="0" indent="0">
              <a:buNone/>
            </a:pPr>
            <a:r>
              <a:rPr lang="en-IN" dirty="0"/>
              <a:t>@Configuration</a:t>
            </a:r>
          </a:p>
          <a:p>
            <a:pPr marL="0" indent="0">
              <a:buNone/>
            </a:pPr>
            <a:r>
              <a:rPr lang="en-IN" dirty="0"/>
              <a:t>@EnableWebSecurity</a:t>
            </a:r>
          </a:p>
          <a:p>
            <a:pPr marL="0" indent="0">
              <a:buNone/>
            </a:pPr>
            <a:r>
              <a:rPr lang="en-IN" dirty="0"/>
              <a:t>public class </a:t>
            </a:r>
            <a:r>
              <a:rPr lang="en-IN" dirty="0" err="1"/>
              <a:t>SecurityConfig</a:t>
            </a:r>
            <a:r>
              <a:rPr lang="en-IN" dirty="0"/>
              <a:t> {</a:t>
            </a:r>
          </a:p>
          <a:p>
            <a:pPr marL="0" indent="0">
              <a:buNone/>
            </a:pPr>
            <a:endParaRPr lang="en-IN" dirty="0"/>
          </a:p>
          <a:p>
            <a:pPr marL="0" indent="0">
              <a:buNone/>
            </a:pPr>
            <a:r>
              <a:rPr lang="en-IN" dirty="0"/>
              <a:t>    @Bean</a:t>
            </a:r>
          </a:p>
          <a:p>
            <a:pPr marL="0" indent="0">
              <a:buNone/>
            </a:pPr>
            <a:r>
              <a:rPr lang="en-IN" dirty="0"/>
              <a:t>    public </a:t>
            </a:r>
            <a:r>
              <a:rPr lang="en-IN" dirty="0" err="1"/>
              <a:t>UserDetailsService</a:t>
            </a:r>
            <a:r>
              <a:rPr lang="en-IN" dirty="0"/>
              <a:t> </a:t>
            </a:r>
            <a:r>
              <a:rPr lang="en-IN" dirty="0" err="1"/>
              <a:t>userDetailsService</a:t>
            </a:r>
            <a:r>
              <a:rPr lang="en-IN" dirty="0"/>
              <a:t>() {</a:t>
            </a:r>
          </a:p>
          <a:p>
            <a:pPr marL="0" indent="0">
              <a:buNone/>
            </a:pPr>
            <a:r>
              <a:rPr lang="en-IN" dirty="0"/>
              <a:t>        </a:t>
            </a:r>
            <a:r>
              <a:rPr lang="en-IN" dirty="0" err="1"/>
              <a:t>UserDetails</a:t>
            </a:r>
            <a:r>
              <a:rPr lang="en-IN" dirty="0"/>
              <a:t> user = </a:t>
            </a:r>
            <a:r>
              <a:rPr lang="en-IN" dirty="0" err="1"/>
              <a:t>User.withDefaultPasswordEncoder</a:t>
            </a:r>
            <a:r>
              <a:rPr lang="en-IN" dirty="0"/>
              <a:t>()</a:t>
            </a:r>
          </a:p>
          <a:p>
            <a:pPr marL="0" indent="0">
              <a:buNone/>
            </a:pPr>
            <a:r>
              <a:rPr lang="en-IN" dirty="0"/>
              <a:t>            .username("user")</a:t>
            </a:r>
          </a:p>
          <a:p>
            <a:pPr marL="0" indent="0">
              <a:buNone/>
            </a:pPr>
            <a:r>
              <a:rPr lang="en-IN" dirty="0"/>
              <a:t>            .password("password")</a:t>
            </a:r>
          </a:p>
          <a:p>
            <a:pPr marL="0" indent="0">
              <a:buNone/>
            </a:pPr>
            <a:r>
              <a:rPr lang="en-IN" dirty="0"/>
              <a:t>            .roles("USER")</a:t>
            </a:r>
          </a:p>
          <a:p>
            <a:pPr marL="0" indent="0">
              <a:buNone/>
            </a:pPr>
            <a:r>
              <a:rPr lang="en-IN" dirty="0"/>
              <a:t>            .build();</a:t>
            </a:r>
          </a:p>
          <a:p>
            <a:pPr marL="0" indent="0">
              <a:buNone/>
            </a:pPr>
            <a:r>
              <a:rPr lang="en-IN" dirty="0"/>
              <a:t>        return new </a:t>
            </a:r>
            <a:r>
              <a:rPr lang="en-IN" dirty="0" err="1"/>
              <a:t>InMemoryUserDetailsManager</a:t>
            </a:r>
            <a:r>
              <a:rPr lang="en-IN" dirty="0"/>
              <a:t>(user);</a:t>
            </a:r>
          </a:p>
          <a:p>
            <a:pPr marL="0" indent="0">
              <a:buNone/>
            </a:pPr>
            <a:r>
              <a:rPr lang="en-IN" dirty="0"/>
              <a:t>    }</a:t>
            </a:r>
          </a:p>
        </p:txBody>
      </p:sp>
      <p:sp>
        <p:nvSpPr>
          <p:cNvPr id="4" name="Content Placeholder 3">
            <a:extLst>
              <a:ext uri="{FF2B5EF4-FFF2-40B4-BE49-F238E27FC236}">
                <a16:creationId xmlns:a16="http://schemas.microsoft.com/office/drawing/2014/main" id="{52B076E4-5F6D-75A4-5C61-C6993C59FF82}"/>
              </a:ext>
            </a:extLst>
          </p:cNvPr>
          <p:cNvSpPr>
            <a:spLocks noGrp="1"/>
          </p:cNvSpPr>
          <p:nvPr>
            <p:ph sz="half" idx="2"/>
          </p:nvPr>
        </p:nvSpPr>
        <p:spPr/>
        <p:txBody>
          <a:bodyPr>
            <a:normAutofit fontScale="40000" lnSpcReduction="20000"/>
          </a:bodyPr>
          <a:lstStyle/>
          <a:p>
            <a:pPr marL="0" indent="0">
              <a:buNone/>
            </a:pPr>
            <a:endParaRPr lang="en-IN" dirty="0"/>
          </a:p>
          <a:p>
            <a:pPr marL="0" indent="0">
              <a:buNone/>
            </a:pPr>
            <a:r>
              <a:rPr lang="en-IN" dirty="0"/>
              <a:t>    @Bean</a:t>
            </a:r>
          </a:p>
          <a:p>
            <a:pPr marL="0" indent="0">
              <a:buNone/>
            </a:pPr>
            <a:r>
              <a:rPr lang="en-IN" dirty="0"/>
              <a:t>    public </a:t>
            </a:r>
            <a:r>
              <a:rPr lang="en-IN" dirty="0" err="1"/>
              <a:t>SecurityFilterChain</a:t>
            </a:r>
            <a:r>
              <a:rPr lang="en-IN" dirty="0"/>
              <a:t> </a:t>
            </a:r>
            <a:r>
              <a:rPr lang="en-IN" dirty="0" err="1"/>
              <a:t>securityFilterChain</a:t>
            </a:r>
            <a:r>
              <a:rPr lang="en-IN" dirty="0"/>
              <a:t>(</a:t>
            </a:r>
            <a:r>
              <a:rPr lang="en-IN" dirty="0" err="1"/>
              <a:t>HttpSecurity</a:t>
            </a:r>
            <a:r>
              <a:rPr lang="en-IN" dirty="0"/>
              <a:t> http) throws Exception {</a:t>
            </a:r>
          </a:p>
          <a:p>
            <a:pPr marL="0" indent="0">
              <a:buNone/>
            </a:pPr>
            <a:r>
              <a:rPr lang="en-IN" dirty="0"/>
              <a:t>        http</a:t>
            </a:r>
          </a:p>
          <a:p>
            <a:pPr marL="0" indent="0">
              <a:buNone/>
            </a:pPr>
            <a:r>
              <a:rPr lang="en-IN" dirty="0"/>
              <a:t>            .</a:t>
            </a:r>
            <a:r>
              <a:rPr lang="en-IN" dirty="0" err="1"/>
              <a:t>authorizeHttpRequests</a:t>
            </a:r>
            <a:r>
              <a:rPr lang="en-IN" dirty="0"/>
              <a:t>((requests) -&gt; requests</a:t>
            </a:r>
          </a:p>
          <a:p>
            <a:pPr marL="0" indent="0">
              <a:buNone/>
            </a:pPr>
            <a:r>
              <a:rPr lang="en-IN" dirty="0"/>
              <a:t>                .</a:t>
            </a:r>
            <a:r>
              <a:rPr lang="en-IN" dirty="0" err="1"/>
              <a:t>requestMatchers</a:t>
            </a:r>
            <a:r>
              <a:rPr lang="en-IN" dirty="0"/>
              <a:t>("/", "/home").</a:t>
            </a:r>
            <a:r>
              <a:rPr lang="en-IN" dirty="0" err="1"/>
              <a:t>permitAll</a:t>
            </a:r>
            <a:r>
              <a:rPr lang="en-IN" dirty="0"/>
              <a:t>()</a:t>
            </a:r>
          </a:p>
          <a:p>
            <a:pPr marL="0" indent="0">
              <a:buNone/>
            </a:pPr>
            <a:r>
              <a:rPr lang="en-IN" dirty="0"/>
              <a:t>                .</a:t>
            </a:r>
            <a:r>
              <a:rPr lang="en-IN" dirty="0" err="1"/>
              <a:t>anyRequest</a:t>
            </a:r>
            <a:r>
              <a:rPr lang="en-IN" dirty="0"/>
              <a:t>().authenticated()</a:t>
            </a:r>
          </a:p>
          <a:p>
            <a:pPr marL="0" indent="0">
              <a:buNone/>
            </a:pPr>
            <a:r>
              <a:rPr lang="en-IN" dirty="0"/>
              <a:t>            )</a:t>
            </a:r>
          </a:p>
          <a:p>
            <a:pPr marL="0" indent="0">
              <a:buNone/>
            </a:pPr>
            <a:r>
              <a:rPr lang="en-IN" dirty="0"/>
              <a:t>            .</a:t>
            </a:r>
            <a:r>
              <a:rPr lang="en-IN" dirty="0" err="1"/>
              <a:t>formLogin</a:t>
            </a:r>
            <a:r>
              <a:rPr lang="en-IN" dirty="0"/>
              <a:t>((form) -&gt; form</a:t>
            </a:r>
          </a:p>
          <a:p>
            <a:pPr marL="0" indent="0">
              <a:buNone/>
            </a:pPr>
            <a:r>
              <a:rPr lang="en-IN" dirty="0"/>
              <a:t>                .</a:t>
            </a:r>
            <a:r>
              <a:rPr lang="en-IN" dirty="0" err="1"/>
              <a:t>loginPage</a:t>
            </a:r>
            <a:r>
              <a:rPr lang="en-IN" dirty="0"/>
              <a:t>("/login")</a:t>
            </a:r>
          </a:p>
          <a:p>
            <a:pPr marL="0" indent="0">
              <a:buNone/>
            </a:pPr>
            <a:r>
              <a:rPr lang="en-IN" dirty="0"/>
              <a:t>                .</a:t>
            </a:r>
            <a:r>
              <a:rPr lang="en-IN" dirty="0" err="1"/>
              <a:t>permitAll</a:t>
            </a:r>
            <a:r>
              <a:rPr lang="en-IN" dirty="0"/>
              <a:t>()</a:t>
            </a:r>
          </a:p>
          <a:p>
            <a:pPr marL="0" indent="0">
              <a:buNone/>
            </a:pPr>
            <a:r>
              <a:rPr lang="en-IN" dirty="0"/>
              <a:t>            )</a:t>
            </a:r>
          </a:p>
          <a:p>
            <a:pPr marL="0" indent="0">
              <a:buNone/>
            </a:pPr>
            <a:r>
              <a:rPr lang="en-IN" dirty="0"/>
              <a:t>            .logout((logout) -&gt; </a:t>
            </a:r>
            <a:r>
              <a:rPr lang="en-IN" dirty="0" err="1"/>
              <a:t>logout.permitAll</a:t>
            </a:r>
            <a:r>
              <a:rPr lang="en-IN" dirty="0"/>
              <a:t>());</a:t>
            </a:r>
          </a:p>
          <a:p>
            <a:pPr marL="0" indent="0">
              <a:buNone/>
            </a:pPr>
            <a:r>
              <a:rPr lang="en-IN" dirty="0"/>
              <a:t>        return </a:t>
            </a:r>
            <a:r>
              <a:rPr lang="en-IN" dirty="0" err="1"/>
              <a:t>http.build</a:t>
            </a:r>
            <a:r>
              <a:rPr lang="en-IN" dirty="0"/>
              <a:t>();</a:t>
            </a:r>
          </a:p>
          <a:p>
            <a:pPr marL="0" indent="0">
              <a:buNone/>
            </a:pPr>
            <a:r>
              <a:rPr lang="en-IN" dirty="0"/>
              <a:t>    }</a:t>
            </a:r>
          </a:p>
          <a:p>
            <a:pPr marL="0" indent="0">
              <a:buNone/>
            </a:pPr>
            <a:r>
              <a:rPr lang="en-IN" dirty="0"/>
              <a:t>}</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38550126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14B1936-A8BF-E136-1922-76ABFA488B5C}"/>
              </a:ext>
            </a:extLst>
          </p:cNvPr>
          <p:cNvSpPr>
            <a:spLocks noGrp="1"/>
          </p:cNvSpPr>
          <p:nvPr>
            <p:ph type="title"/>
          </p:nvPr>
        </p:nvSpPr>
        <p:spPr/>
        <p:txBody>
          <a:bodyPr/>
          <a:lstStyle/>
          <a:p>
            <a:r>
              <a:rPr lang="en-IN" dirty="0"/>
              <a:t>Customizer </a:t>
            </a:r>
          </a:p>
        </p:txBody>
      </p:sp>
      <p:sp>
        <p:nvSpPr>
          <p:cNvPr id="6" name="Content Placeholder 5">
            <a:extLst>
              <a:ext uri="{FF2B5EF4-FFF2-40B4-BE49-F238E27FC236}">
                <a16:creationId xmlns:a16="http://schemas.microsoft.com/office/drawing/2014/main" id="{4BA0CC1E-9D9B-7749-716A-090F0344513A}"/>
              </a:ext>
            </a:extLst>
          </p:cNvPr>
          <p:cNvSpPr>
            <a:spLocks noGrp="1"/>
          </p:cNvSpPr>
          <p:nvPr>
            <p:ph idx="1"/>
          </p:nvPr>
        </p:nvSpPr>
        <p:spPr/>
        <p:txBody>
          <a:bodyPr>
            <a:normAutofit lnSpcReduction="10000"/>
          </a:bodyPr>
          <a:lstStyle/>
          <a:p>
            <a:r>
              <a:rPr lang="en-US" dirty="0"/>
              <a:t>Customizer is a functional interface used to apply custom configurations to various components within the security setup. </a:t>
            </a:r>
          </a:p>
          <a:p>
            <a:r>
              <a:rPr lang="en-US" dirty="0"/>
              <a:t>It provides a concise and flexible way to modify default behaviors or add specific configurations without needing to extend or override entire classes.</a:t>
            </a:r>
          </a:p>
          <a:p>
            <a:pPr lvl="1"/>
            <a:r>
              <a:rPr lang="en-US" dirty="0"/>
              <a:t>Functional Interface: Customizer is a functional interface with a single abstract method, customize(T t). This allows it to be used with lambda expressions, making configurations more readable and compact.</a:t>
            </a:r>
          </a:p>
          <a:p>
            <a:pPr lvl="1"/>
            <a:r>
              <a:rPr lang="en-US" dirty="0"/>
              <a:t>Applying Customizations: Use Customizer to modify the behavior of specific Spring Security components. For example, you can use it with </a:t>
            </a:r>
            <a:r>
              <a:rPr lang="en-US" dirty="0" err="1"/>
              <a:t>httpBasic</a:t>
            </a:r>
            <a:r>
              <a:rPr lang="en-US" dirty="0"/>
              <a:t>(), </a:t>
            </a:r>
            <a:r>
              <a:rPr lang="en-US" dirty="0" err="1"/>
              <a:t>formLogin</a:t>
            </a:r>
            <a:r>
              <a:rPr lang="en-US" dirty="0"/>
              <a:t>(), </a:t>
            </a:r>
            <a:r>
              <a:rPr lang="en-US" dirty="0" err="1"/>
              <a:t>csrf</a:t>
            </a:r>
            <a:r>
              <a:rPr lang="en-US" dirty="0"/>
              <a:t>(), or logout() to customize their respective configurations.</a:t>
            </a:r>
          </a:p>
          <a:p>
            <a:pPr lvl="1"/>
            <a:endParaRPr lang="en-IN" dirty="0"/>
          </a:p>
        </p:txBody>
      </p:sp>
    </p:spTree>
    <p:extLst>
      <p:ext uri="{BB962C8B-B14F-4D97-AF65-F5344CB8AC3E}">
        <p14:creationId xmlns:p14="http://schemas.microsoft.com/office/powerpoint/2010/main" val="307016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F22BEB-61A9-BA8A-80C7-EED7128CD722}"/>
              </a:ext>
            </a:extLst>
          </p:cNvPr>
          <p:cNvSpPr>
            <a:spLocks noGrp="1"/>
          </p:cNvSpPr>
          <p:nvPr>
            <p:ph idx="1"/>
          </p:nvPr>
        </p:nvSpPr>
        <p:spPr>
          <a:xfrm>
            <a:off x="838200" y="414670"/>
            <a:ext cx="10515600" cy="5762293"/>
          </a:xfrm>
        </p:spPr>
        <p:txBody>
          <a:bodyPr>
            <a:normAutofit fontScale="92500" lnSpcReduction="20000"/>
          </a:bodyPr>
          <a:lstStyle/>
          <a:p>
            <a:pPr marL="0" indent="0">
              <a:buNone/>
            </a:pPr>
            <a:r>
              <a:rPr lang="en-IN" dirty="0"/>
              <a:t> @Bean</a:t>
            </a:r>
          </a:p>
          <a:p>
            <a:pPr marL="0" indent="0">
              <a:buNone/>
            </a:pPr>
            <a:r>
              <a:rPr lang="en-IN" dirty="0"/>
              <a:t>    public </a:t>
            </a:r>
            <a:r>
              <a:rPr lang="en-IN" dirty="0" err="1"/>
              <a:t>SecurityFilterChain</a:t>
            </a:r>
            <a:r>
              <a:rPr lang="en-IN" dirty="0"/>
              <a:t> </a:t>
            </a:r>
            <a:r>
              <a:rPr lang="en-IN" dirty="0" err="1"/>
              <a:t>securityFilterChain</a:t>
            </a:r>
            <a:r>
              <a:rPr lang="en-IN" dirty="0"/>
              <a:t>(</a:t>
            </a:r>
            <a:r>
              <a:rPr lang="en-IN" dirty="0" err="1"/>
              <a:t>HttpSecurity</a:t>
            </a:r>
            <a:r>
              <a:rPr lang="en-IN" dirty="0"/>
              <a:t> http) throws Exception {</a:t>
            </a:r>
          </a:p>
          <a:p>
            <a:pPr marL="0" indent="0">
              <a:buNone/>
            </a:pPr>
            <a:r>
              <a:rPr lang="en-IN" dirty="0"/>
              <a:t>        http</a:t>
            </a:r>
          </a:p>
          <a:p>
            <a:pPr marL="0" indent="0">
              <a:buNone/>
            </a:pPr>
            <a:r>
              <a:rPr lang="en-IN" dirty="0"/>
              <a:t>            .</a:t>
            </a:r>
            <a:r>
              <a:rPr lang="en-IN" dirty="0" err="1"/>
              <a:t>csrf</a:t>
            </a:r>
            <a:r>
              <a:rPr lang="en-IN" dirty="0"/>
              <a:t>(</a:t>
            </a:r>
            <a:r>
              <a:rPr lang="en-IN" dirty="0" err="1"/>
              <a:t>csrf</a:t>
            </a:r>
            <a:r>
              <a:rPr lang="en-IN" dirty="0"/>
              <a:t> -&gt; </a:t>
            </a:r>
            <a:r>
              <a:rPr lang="en-IN" dirty="0" err="1"/>
              <a:t>csrf.disable</a:t>
            </a:r>
            <a:r>
              <a:rPr lang="en-IN" dirty="0"/>
              <a:t>()) // Using a Customizer with a lambda</a:t>
            </a:r>
          </a:p>
          <a:p>
            <a:pPr marL="0" indent="0">
              <a:buNone/>
            </a:pPr>
            <a:r>
              <a:rPr lang="en-IN" dirty="0"/>
              <a:t>            // ... other configurations</a:t>
            </a:r>
          </a:p>
          <a:p>
            <a:pPr marL="0" indent="0">
              <a:buNone/>
            </a:pPr>
            <a:r>
              <a:rPr lang="en-IN" dirty="0"/>
              <a:t>            .build();</a:t>
            </a:r>
          </a:p>
          <a:p>
            <a:pPr marL="0" indent="0">
              <a:buNone/>
            </a:pPr>
            <a:r>
              <a:rPr lang="en-IN" dirty="0"/>
              <a:t>        return </a:t>
            </a:r>
            <a:r>
              <a:rPr lang="en-IN" dirty="0" err="1"/>
              <a:t>http.build</a:t>
            </a:r>
            <a:r>
              <a:rPr lang="en-IN" dirty="0"/>
              <a:t>();</a:t>
            </a:r>
          </a:p>
          <a:p>
            <a:pPr marL="0" indent="0">
              <a:buNone/>
            </a:pPr>
            <a:r>
              <a:rPr lang="en-IN" dirty="0"/>
              <a:t>    }</a:t>
            </a:r>
          </a:p>
          <a:p>
            <a:pPr marL="0" indent="0">
              <a:buNone/>
            </a:pPr>
            <a:r>
              <a:rPr lang="en-US" dirty="0" err="1"/>
              <a:t>csrf</a:t>
            </a:r>
            <a:r>
              <a:rPr lang="en-US" dirty="0"/>
              <a:t> -&gt; </a:t>
            </a:r>
            <a:r>
              <a:rPr lang="en-US" dirty="0" err="1"/>
              <a:t>csrf.disable</a:t>
            </a:r>
            <a:r>
              <a:rPr lang="en-US" dirty="0"/>
              <a:t>() is a lambda expression implementing the Customizer&lt;</a:t>
            </a:r>
            <a:r>
              <a:rPr lang="en-US" dirty="0" err="1"/>
              <a:t>CsrfConfigurer</a:t>
            </a:r>
            <a:r>
              <a:rPr lang="en-US" dirty="0"/>
              <a:t>&lt;</a:t>
            </a:r>
            <a:r>
              <a:rPr lang="en-US" dirty="0" err="1"/>
              <a:t>HttpSecurity</a:t>
            </a:r>
            <a:r>
              <a:rPr lang="en-US" dirty="0"/>
              <a:t>&gt;&gt; interface.</a:t>
            </a:r>
          </a:p>
          <a:p>
            <a:pPr marL="0" indent="0">
              <a:buNone/>
            </a:pPr>
            <a:r>
              <a:rPr lang="en-US" dirty="0" err="1"/>
              <a:t>withDefaults</a:t>
            </a:r>
            <a:r>
              <a:rPr lang="en-US" dirty="0"/>
              <a:t>(): The </a:t>
            </a:r>
            <a:r>
              <a:rPr lang="en-US" dirty="0" err="1"/>
              <a:t>Customizer.withDefaults</a:t>
            </a:r>
            <a:r>
              <a:rPr lang="en-US" dirty="0"/>
              <a:t>() static method provides a Customizer that applies the default configuration for a given component. This is useful when you want to explicitly indicate that you are accepting the default behavior without any custom modifications.</a:t>
            </a:r>
            <a:endParaRPr lang="en-IN" dirty="0"/>
          </a:p>
        </p:txBody>
      </p:sp>
    </p:spTree>
    <p:extLst>
      <p:ext uri="{BB962C8B-B14F-4D97-AF65-F5344CB8AC3E}">
        <p14:creationId xmlns:p14="http://schemas.microsoft.com/office/powerpoint/2010/main" val="3081553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F6230-FA0E-054F-554E-87C02E99AD2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78BD161-6426-F9BF-5D48-37C7BF551319}"/>
              </a:ext>
            </a:extLst>
          </p:cNvPr>
          <p:cNvSpPr>
            <a:spLocks noGrp="1"/>
          </p:cNvSpPr>
          <p:nvPr>
            <p:ph idx="1"/>
          </p:nvPr>
        </p:nvSpPr>
        <p:spPr/>
        <p:txBody>
          <a:bodyPr/>
          <a:lstStyle/>
          <a:p>
            <a:pPr marL="0" indent="0">
              <a:buNone/>
            </a:pPr>
            <a:r>
              <a:rPr lang="en-US" dirty="0"/>
              <a:t> @Bean</a:t>
            </a:r>
          </a:p>
          <a:p>
            <a:pPr marL="0" indent="0">
              <a:buNone/>
            </a:pPr>
            <a:r>
              <a:rPr lang="en-US" dirty="0"/>
              <a:t>    public </a:t>
            </a:r>
            <a:r>
              <a:rPr lang="en-US" dirty="0" err="1"/>
              <a:t>SecurityFilterChain</a:t>
            </a:r>
            <a:r>
              <a:rPr lang="en-US" dirty="0"/>
              <a:t> </a:t>
            </a:r>
            <a:r>
              <a:rPr lang="en-US" dirty="0" err="1"/>
              <a:t>securityFilterChain</a:t>
            </a:r>
            <a:r>
              <a:rPr lang="en-US" dirty="0"/>
              <a:t>(</a:t>
            </a:r>
            <a:r>
              <a:rPr lang="en-US" dirty="0" err="1"/>
              <a:t>HttpSecurity</a:t>
            </a:r>
            <a:r>
              <a:rPr lang="en-US" dirty="0"/>
              <a:t> </a:t>
            </a:r>
            <a:r>
              <a:rPr lang="en-US" dirty="0" err="1"/>
              <a:t>httpSecurity</a:t>
            </a:r>
            <a:r>
              <a:rPr lang="en-US" dirty="0"/>
              <a:t>) throws Exception {</a:t>
            </a:r>
          </a:p>
          <a:p>
            <a:pPr marL="0" indent="0">
              <a:buNone/>
            </a:pPr>
            <a:r>
              <a:rPr lang="en-US" dirty="0"/>
              <a:t>     </a:t>
            </a:r>
            <a:r>
              <a:rPr lang="en-US" dirty="0" err="1"/>
              <a:t>httpSecurity.httpBasic</a:t>
            </a:r>
            <a:r>
              <a:rPr lang="en-US" dirty="0"/>
              <a:t>(</a:t>
            </a:r>
            <a:r>
              <a:rPr lang="en-US" dirty="0" err="1"/>
              <a:t>Customizer.withDefaults</a:t>
            </a:r>
            <a:r>
              <a:rPr lang="en-US" dirty="0"/>
              <a:t>());</a:t>
            </a:r>
          </a:p>
          <a:p>
            <a:pPr marL="0" indent="0">
              <a:buNone/>
            </a:pPr>
            <a:r>
              <a:rPr lang="en-US" dirty="0"/>
              <a:t>     </a:t>
            </a:r>
            <a:r>
              <a:rPr lang="en-US" dirty="0" err="1"/>
              <a:t>httpSecurity.authorizeHttpRequests</a:t>
            </a:r>
            <a:r>
              <a:rPr lang="en-US" dirty="0"/>
              <a:t>(request-&gt;</a:t>
            </a:r>
            <a:r>
              <a:rPr lang="en-US" dirty="0" err="1"/>
              <a:t>request.requestMatchers</a:t>
            </a:r>
            <a:r>
              <a:rPr lang="en-US" dirty="0"/>
              <a:t>("/","/home").</a:t>
            </a:r>
            <a:r>
              <a:rPr lang="en-US" dirty="0" err="1"/>
              <a:t>permitAll</a:t>
            </a:r>
            <a:r>
              <a:rPr lang="en-US" dirty="0"/>
              <a:t>().</a:t>
            </a:r>
            <a:r>
              <a:rPr lang="en-US" dirty="0" err="1"/>
              <a:t>anyRequest</a:t>
            </a:r>
            <a:r>
              <a:rPr lang="en-US" dirty="0"/>
              <a:t>().</a:t>
            </a:r>
            <a:r>
              <a:rPr lang="en-US"/>
              <a:t>authenticated());</a:t>
            </a:r>
            <a:endParaRPr lang="en-US" dirty="0"/>
          </a:p>
          <a:p>
            <a:pPr marL="0" indent="0">
              <a:buNone/>
            </a:pPr>
            <a:r>
              <a:rPr lang="en-US" dirty="0"/>
              <a:t>    return  </a:t>
            </a:r>
            <a:r>
              <a:rPr lang="en-US" dirty="0" err="1"/>
              <a:t>httpSecurity.build</a:t>
            </a:r>
            <a:r>
              <a:rPr lang="en-US" dirty="0"/>
              <a:t>();</a:t>
            </a:r>
          </a:p>
          <a:p>
            <a:pPr marL="0" indent="0">
              <a:buNone/>
            </a:pPr>
            <a:r>
              <a:rPr lang="en-US" dirty="0"/>
              <a:t>    }</a:t>
            </a:r>
            <a:endParaRPr lang="en-IN" dirty="0"/>
          </a:p>
        </p:txBody>
      </p:sp>
    </p:spTree>
    <p:extLst>
      <p:ext uri="{BB962C8B-B14F-4D97-AF65-F5344CB8AC3E}">
        <p14:creationId xmlns:p14="http://schemas.microsoft.com/office/powerpoint/2010/main" val="9034237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0BA351D-A4AC-D849-C3C2-3E5736B6ED87}"/>
              </a:ext>
            </a:extLst>
          </p:cNvPr>
          <p:cNvSpPr>
            <a:spLocks noGrp="1"/>
          </p:cNvSpPr>
          <p:nvPr>
            <p:ph type="title"/>
          </p:nvPr>
        </p:nvSpPr>
        <p:spPr/>
        <p:txBody>
          <a:bodyPr/>
          <a:lstStyle/>
          <a:p>
            <a:endParaRPr lang="en-IN"/>
          </a:p>
        </p:txBody>
      </p:sp>
      <p:sp>
        <p:nvSpPr>
          <p:cNvPr id="6" name="Content Placeholder 5">
            <a:extLst>
              <a:ext uri="{FF2B5EF4-FFF2-40B4-BE49-F238E27FC236}">
                <a16:creationId xmlns:a16="http://schemas.microsoft.com/office/drawing/2014/main" id="{EC8FA5F0-2434-6A2E-E83E-05914AAEBE36}"/>
              </a:ext>
            </a:extLst>
          </p:cNvPr>
          <p:cNvSpPr>
            <a:spLocks noGrp="1"/>
          </p:cNvSpPr>
          <p:nvPr>
            <p:ph idx="1"/>
          </p:nvPr>
        </p:nvSpPr>
        <p:spPr/>
        <p:txBody>
          <a:bodyPr>
            <a:normAutofit fontScale="85000" lnSpcReduction="20000"/>
          </a:bodyPr>
          <a:lstStyle/>
          <a:p>
            <a:r>
              <a:rPr lang="en-US" dirty="0"/>
              <a:t>Enabling Spring Security with @Configuration and @EnableWebSecurity.</a:t>
            </a:r>
          </a:p>
          <a:p>
            <a:r>
              <a:rPr lang="en-US" dirty="0"/>
              <a:t>Defining authorization rules using </a:t>
            </a:r>
            <a:r>
              <a:rPr lang="en-US" dirty="0" err="1"/>
              <a:t>authorizeHttpRequests</a:t>
            </a:r>
            <a:r>
              <a:rPr lang="en-US" dirty="0"/>
              <a:t>() within the </a:t>
            </a:r>
            <a:r>
              <a:rPr lang="en-US" dirty="0" err="1"/>
              <a:t>SecurityFilterChain</a:t>
            </a:r>
            <a:r>
              <a:rPr lang="en-US" dirty="0"/>
              <a:t> bean.</a:t>
            </a:r>
          </a:p>
          <a:p>
            <a:r>
              <a:rPr lang="en-US" dirty="0" err="1"/>
              <a:t>requestMatchers</a:t>
            </a:r>
            <a:r>
              <a:rPr lang="en-US" dirty="0"/>
              <a:t>() is used for path-based access control, allowing public access with </a:t>
            </a:r>
            <a:r>
              <a:rPr lang="en-US" dirty="0" err="1"/>
              <a:t>permitAll</a:t>
            </a:r>
            <a:r>
              <a:rPr lang="en-US" dirty="0"/>
              <a:t>() or restricting access by role with </a:t>
            </a:r>
            <a:r>
              <a:rPr lang="en-US" dirty="0" err="1"/>
              <a:t>hasRole</a:t>
            </a:r>
            <a:r>
              <a:rPr lang="en-US" dirty="0"/>
              <a:t>().</a:t>
            </a:r>
          </a:p>
          <a:p>
            <a:r>
              <a:rPr lang="en-US" dirty="0" err="1"/>
              <a:t>anyRequest</a:t>
            </a:r>
            <a:r>
              <a:rPr lang="en-US" dirty="0"/>
              <a:t>().authenticated() secures all other endpoints.</a:t>
            </a:r>
          </a:p>
          <a:p>
            <a:r>
              <a:rPr lang="en-US" dirty="0"/>
              <a:t>Enabling HTTP Basic authentication with </a:t>
            </a:r>
            <a:r>
              <a:rPr lang="en-US" dirty="0" err="1"/>
              <a:t>httpBasic</a:t>
            </a:r>
            <a:r>
              <a:rPr lang="en-US" dirty="0"/>
              <a:t>(), which prompts for credentials.</a:t>
            </a:r>
          </a:p>
          <a:p>
            <a:r>
              <a:rPr lang="en-US" dirty="0"/>
              <a:t>Disabling CSRF protection, often done for stateless REST APIs.</a:t>
            </a:r>
          </a:p>
          <a:p>
            <a:r>
              <a:rPr lang="en-US" dirty="0"/>
              <a:t>Setting up in-memory users with </a:t>
            </a:r>
            <a:r>
              <a:rPr lang="en-US" dirty="0" err="1"/>
              <a:t>InMemoryUserDetailsManager</a:t>
            </a:r>
            <a:r>
              <a:rPr lang="en-US" dirty="0"/>
              <a:t>.</a:t>
            </a:r>
          </a:p>
          <a:p>
            <a:r>
              <a:rPr lang="en-US" dirty="0"/>
              <a:t>Using </a:t>
            </a:r>
            <a:r>
              <a:rPr lang="en-US" dirty="0" err="1"/>
              <a:t>PasswordEncoderFactories.createDelegatingPasswordEncoder</a:t>
            </a:r>
            <a:r>
              <a:rPr lang="en-US"/>
              <a:t>() for secure password handling. </a:t>
            </a:r>
          </a:p>
          <a:p>
            <a:endParaRPr lang="en-IN" dirty="0"/>
          </a:p>
        </p:txBody>
      </p:sp>
    </p:spTree>
    <p:extLst>
      <p:ext uri="{BB962C8B-B14F-4D97-AF65-F5344CB8AC3E}">
        <p14:creationId xmlns:p14="http://schemas.microsoft.com/office/powerpoint/2010/main" val="170633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4DD2DC8-0F9E-5271-8F72-A028E33D7BDE}"/>
              </a:ext>
            </a:extLst>
          </p:cNvPr>
          <p:cNvSpPr>
            <a:spLocks noGrp="1"/>
          </p:cNvSpPr>
          <p:nvPr>
            <p:ph type="title"/>
          </p:nvPr>
        </p:nvSpPr>
        <p:spPr/>
        <p:txBody>
          <a:bodyPr/>
          <a:lstStyle/>
          <a:p>
            <a:r>
              <a:rPr lang="en-IN" dirty="0"/>
              <a:t>The Authentication Flow</a:t>
            </a:r>
            <a:br>
              <a:rPr lang="en-IN" dirty="0"/>
            </a:br>
            <a:endParaRPr lang="en-IN" dirty="0"/>
          </a:p>
        </p:txBody>
      </p:sp>
      <p:sp>
        <p:nvSpPr>
          <p:cNvPr id="6" name="Content Placeholder 5">
            <a:extLst>
              <a:ext uri="{FF2B5EF4-FFF2-40B4-BE49-F238E27FC236}">
                <a16:creationId xmlns:a16="http://schemas.microsoft.com/office/drawing/2014/main" id="{19F5CE6B-7476-55D6-19C5-87808309BC31}"/>
              </a:ext>
            </a:extLst>
          </p:cNvPr>
          <p:cNvSpPr>
            <a:spLocks noGrp="1"/>
          </p:cNvSpPr>
          <p:nvPr>
            <p:ph idx="1"/>
          </p:nvPr>
        </p:nvSpPr>
        <p:spPr/>
        <p:txBody>
          <a:bodyPr>
            <a:normAutofit fontScale="70000" lnSpcReduction="20000"/>
          </a:bodyPr>
          <a:lstStyle/>
          <a:p>
            <a:pPr marL="0" indent="0">
              <a:buNone/>
            </a:pPr>
            <a:r>
              <a:rPr lang="en-US" dirty="0"/>
              <a:t>Step 1: Request Arrives: An HTTP request hits the web application and is intercepted by the security filter chain.</a:t>
            </a:r>
          </a:p>
          <a:p>
            <a:pPr marL="0" indent="0">
              <a:buNone/>
            </a:pPr>
            <a:r>
              <a:rPr lang="en-US" dirty="0"/>
              <a:t>Step 2: Credential Extraction: An authentication filter (e.g., </a:t>
            </a:r>
            <a:r>
              <a:rPr lang="en-US" dirty="0" err="1"/>
              <a:t>UsernamePasswordAuthenticationFilter</a:t>
            </a:r>
            <a:r>
              <a:rPr lang="en-US" dirty="0"/>
              <a:t>) extracts the user's credentials, such as a username and password, from the request.</a:t>
            </a:r>
          </a:p>
          <a:p>
            <a:pPr marL="0" indent="0">
              <a:buNone/>
            </a:pPr>
            <a:r>
              <a:rPr lang="en-US" dirty="0"/>
              <a:t>Step 3: Authentication Token: The filter creates an unauthenticated Authentication object, typically a </a:t>
            </a:r>
            <a:r>
              <a:rPr lang="en-US" dirty="0" err="1"/>
              <a:t>UsernamePasswordAuthenticationToken</a:t>
            </a:r>
            <a:r>
              <a:rPr lang="en-US" dirty="0"/>
              <a:t>, with the credentials.</a:t>
            </a:r>
          </a:p>
          <a:p>
            <a:pPr marL="0" indent="0">
              <a:buNone/>
            </a:pPr>
            <a:r>
              <a:rPr lang="en-US" dirty="0"/>
              <a:t>Step 4: Authentication Attempt: The </a:t>
            </a:r>
            <a:r>
              <a:rPr lang="en-US" dirty="0" err="1"/>
              <a:t>AuthenticationManager</a:t>
            </a:r>
            <a:r>
              <a:rPr lang="en-US" dirty="0"/>
              <a:t> attempts to authenticate the token.</a:t>
            </a:r>
          </a:p>
          <a:p>
            <a:pPr marL="0" indent="0">
              <a:buNone/>
            </a:pPr>
            <a:r>
              <a:rPr lang="en-US" dirty="0"/>
              <a:t>Step 5: Provider Authentication: The </a:t>
            </a:r>
            <a:r>
              <a:rPr lang="en-US" dirty="0" err="1"/>
              <a:t>AuthenticationManager</a:t>
            </a:r>
            <a:r>
              <a:rPr lang="en-US" dirty="0"/>
              <a:t> delegates the task to a list of </a:t>
            </a:r>
            <a:r>
              <a:rPr lang="en-US" dirty="0" err="1"/>
              <a:t>AuthenticationProviders</a:t>
            </a:r>
            <a:r>
              <a:rPr lang="en-US" dirty="0"/>
              <a:t>.</a:t>
            </a:r>
          </a:p>
          <a:p>
            <a:pPr marL="0" indent="0">
              <a:buNone/>
            </a:pPr>
            <a:r>
              <a:rPr lang="en-US" dirty="0"/>
              <a:t>Step 6: User Details Loading: A </a:t>
            </a:r>
            <a:r>
              <a:rPr lang="en-US" dirty="0" err="1"/>
              <a:t>DaoAuthenticationProvider</a:t>
            </a:r>
            <a:r>
              <a:rPr lang="en-US" dirty="0"/>
              <a:t> uses a </a:t>
            </a:r>
            <a:r>
              <a:rPr lang="en-US" dirty="0" err="1"/>
              <a:t>UserDetailsService</a:t>
            </a:r>
            <a:r>
              <a:rPr lang="en-US" dirty="0"/>
              <a:t> to retrieve user information from a database and a </a:t>
            </a:r>
            <a:r>
              <a:rPr lang="en-US" dirty="0" err="1"/>
              <a:t>PasswordEncoder</a:t>
            </a:r>
            <a:r>
              <a:rPr lang="en-US" dirty="0"/>
              <a:t> to verify the password.</a:t>
            </a:r>
          </a:p>
          <a:p>
            <a:pPr marL="0" indent="0">
              <a:buNone/>
            </a:pPr>
            <a:r>
              <a:rPr lang="en-US" dirty="0"/>
              <a:t>Step 7: Context Update: If authentication is successful, the provider returns a fully populated Authentication object, which is stored in the </a:t>
            </a:r>
            <a:r>
              <a:rPr lang="en-US" dirty="0" err="1"/>
              <a:t>SecurityContext</a:t>
            </a:r>
            <a:r>
              <a:rPr lang="en-US" dirty="0"/>
              <a:t> managed by the </a:t>
            </a:r>
            <a:r>
              <a:rPr lang="en-US" dirty="0" err="1"/>
              <a:t>SecurityContextHolder</a:t>
            </a:r>
            <a:r>
              <a:rPr lang="en-US" dirty="0"/>
              <a:t>. </a:t>
            </a:r>
          </a:p>
          <a:p>
            <a:pPr marL="0" indent="0">
              <a:buNone/>
            </a:pPr>
            <a:endParaRPr lang="en-IN" dirty="0"/>
          </a:p>
        </p:txBody>
      </p:sp>
    </p:spTree>
    <p:extLst>
      <p:ext uri="{BB962C8B-B14F-4D97-AF65-F5344CB8AC3E}">
        <p14:creationId xmlns:p14="http://schemas.microsoft.com/office/powerpoint/2010/main" val="12687571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60142-CD27-A667-17D3-0C9A2E80F0A3}"/>
              </a:ext>
            </a:extLst>
          </p:cNvPr>
          <p:cNvSpPr>
            <a:spLocks noGrp="1"/>
          </p:cNvSpPr>
          <p:nvPr>
            <p:ph type="title"/>
          </p:nvPr>
        </p:nvSpPr>
        <p:spPr/>
        <p:txBody>
          <a:bodyPr/>
          <a:lstStyle/>
          <a:p>
            <a:r>
              <a:rPr lang="en-IN" dirty="0"/>
              <a:t>Authorization and Access Control</a:t>
            </a:r>
            <a:br>
              <a:rPr lang="en-IN" dirty="0"/>
            </a:br>
            <a:endParaRPr lang="en-IN" dirty="0"/>
          </a:p>
        </p:txBody>
      </p:sp>
      <p:sp>
        <p:nvSpPr>
          <p:cNvPr id="3" name="Content Placeholder 2">
            <a:extLst>
              <a:ext uri="{FF2B5EF4-FFF2-40B4-BE49-F238E27FC236}">
                <a16:creationId xmlns:a16="http://schemas.microsoft.com/office/drawing/2014/main" id="{BC301442-2ACE-6A34-0871-52B6B5D31267}"/>
              </a:ext>
            </a:extLst>
          </p:cNvPr>
          <p:cNvSpPr>
            <a:spLocks noGrp="1"/>
          </p:cNvSpPr>
          <p:nvPr>
            <p:ph idx="1"/>
          </p:nvPr>
        </p:nvSpPr>
        <p:spPr/>
        <p:txBody>
          <a:bodyPr>
            <a:normAutofit fontScale="92500" lnSpcReduction="10000"/>
          </a:bodyPr>
          <a:lstStyle/>
          <a:p>
            <a:r>
              <a:rPr lang="en-US" dirty="0"/>
              <a:t>Post-Authentication: After a user is authenticated, authorization determines what they are allowed to do.</a:t>
            </a:r>
          </a:p>
          <a:p>
            <a:r>
              <a:rPr lang="en-US" dirty="0"/>
              <a:t>Role-Based Access Control (RBAC): The most common authorization model, where permissions are granted based on a user's assigned roles (e.g., ROLE_ADMIN, ROLE_USER).</a:t>
            </a:r>
          </a:p>
          <a:p>
            <a:r>
              <a:rPr lang="en-US" dirty="0"/>
              <a:t>URL-Based Security: Access to specific URLs or paths is restricted based on an authenticated user's roles.</a:t>
            </a:r>
          </a:p>
          <a:p>
            <a:r>
              <a:rPr lang="en-US" dirty="0"/>
              <a:t>Method-Level Security: Annotations like @PreAuthorize can be used to protect specific methods within a service layer.</a:t>
            </a:r>
          </a:p>
          <a:p>
            <a:r>
              <a:rPr lang="en-US" dirty="0"/>
              <a:t>Decision Making: The </a:t>
            </a:r>
            <a:r>
              <a:rPr lang="en-US" dirty="0" err="1"/>
              <a:t>FilterSecurityInterceptor</a:t>
            </a:r>
            <a:r>
              <a:rPr lang="en-US" dirty="0"/>
              <a:t> uses an </a:t>
            </a:r>
            <a:r>
              <a:rPr lang="en-US" dirty="0" err="1"/>
              <a:t>AuthorizationManager</a:t>
            </a:r>
            <a:r>
              <a:rPr lang="en-US" dirty="0"/>
              <a:t> to </a:t>
            </a:r>
            <a:endParaRPr lang="en-IN" dirty="0"/>
          </a:p>
        </p:txBody>
      </p:sp>
    </p:spTree>
    <p:extLst>
      <p:ext uri="{BB962C8B-B14F-4D97-AF65-F5344CB8AC3E}">
        <p14:creationId xmlns:p14="http://schemas.microsoft.com/office/powerpoint/2010/main" val="30415652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D8E95-6AE4-B2F1-D1D2-28E2FD0B77D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0AC0697-F616-8281-E4FD-0ACA14EF984D}"/>
              </a:ext>
            </a:extLst>
          </p:cNvPr>
          <p:cNvSpPr>
            <a:spLocks noGrp="1"/>
          </p:cNvSpPr>
          <p:nvPr>
            <p:ph idx="1"/>
          </p:nvPr>
        </p:nvSpPr>
        <p:spPr/>
        <p:txBody>
          <a:bodyPr>
            <a:normAutofit fontScale="92500" lnSpcReduction="10000"/>
          </a:bodyPr>
          <a:lstStyle/>
          <a:p>
            <a:r>
              <a:rPr lang="en-US" dirty="0" err="1"/>
              <a:t>SecurityContextHolder</a:t>
            </a:r>
            <a:r>
              <a:rPr lang="en-US" dirty="0"/>
              <a:t>: A central object that stores the details of the currently authenticated user for the duration of a request.</a:t>
            </a:r>
          </a:p>
          <a:p>
            <a:r>
              <a:rPr lang="en-US" dirty="0"/>
              <a:t>Authentication: An object that represents the user's principal (the user), credentials, and granted authorities.</a:t>
            </a:r>
          </a:p>
          <a:p>
            <a:r>
              <a:rPr lang="en-US" dirty="0" err="1"/>
              <a:t>UserDetailsService</a:t>
            </a:r>
            <a:r>
              <a:rPr lang="en-US" dirty="0"/>
              <a:t>: An interface used to retrieve user-specific data from a data source.</a:t>
            </a:r>
          </a:p>
          <a:p>
            <a:r>
              <a:rPr lang="en-US" dirty="0" err="1"/>
              <a:t>UserDetails</a:t>
            </a:r>
            <a:r>
              <a:rPr lang="en-US" dirty="0"/>
              <a:t>: An object representing the user's details, including username, password, roles, and account status.</a:t>
            </a:r>
          </a:p>
          <a:p>
            <a:r>
              <a:rPr lang="en-US" dirty="0" err="1"/>
              <a:t>PasswordEncoder</a:t>
            </a:r>
            <a:r>
              <a:rPr lang="en-US" dirty="0"/>
              <a:t>: A component for securely hashing and comparing passwords.</a:t>
            </a:r>
          </a:p>
          <a:p>
            <a:r>
              <a:rPr lang="en-US" dirty="0" err="1"/>
              <a:t>GrantedAuthority</a:t>
            </a:r>
            <a:r>
              <a:rPr lang="en-US" dirty="0"/>
              <a:t>: Represents a permission or role granted to a user. </a:t>
            </a:r>
          </a:p>
          <a:p>
            <a:endParaRPr lang="en-IN" dirty="0"/>
          </a:p>
        </p:txBody>
      </p:sp>
    </p:spTree>
    <p:extLst>
      <p:ext uri="{BB962C8B-B14F-4D97-AF65-F5344CB8AC3E}">
        <p14:creationId xmlns:p14="http://schemas.microsoft.com/office/powerpoint/2010/main" val="8946341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3CAB4-8024-1E35-8DB4-B4C94A21CA30}"/>
              </a:ext>
            </a:extLst>
          </p:cNvPr>
          <p:cNvSpPr>
            <a:spLocks noGrp="1"/>
          </p:cNvSpPr>
          <p:nvPr>
            <p:ph type="title"/>
          </p:nvPr>
        </p:nvSpPr>
        <p:spPr/>
        <p:txBody>
          <a:bodyPr/>
          <a:lstStyle/>
          <a:p>
            <a:r>
              <a:rPr lang="en-IN" dirty="0" err="1"/>
              <a:t>AuthenticationProvider</a:t>
            </a:r>
            <a:endParaRPr lang="en-IN" dirty="0"/>
          </a:p>
        </p:txBody>
      </p:sp>
      <p:sp>
        <p:nvSpPr>
          <p:cNvPr id="3" name="Content Placeholder 2">
            <a:extLst>
              <a:ext uri="{FF2B5EF4-FFF2-40B4-BE49-F238E27FC236}">
                <a16:creationId xmlns:a16="http://schemas.microsoft.com/office/drawing/2014/main" id="{2CF2D561-45FC-A975-B168-85DCA61F405B}"/>
              </a:ext>
            </a:extLst>
          </p:cNvPr>
          <p:cNvSpPr>
            <a:spLocks noGrp="1"/>
          </p:cNvSpPr>
          <p:nvPr>
            <p:ph idx="1"/>
          </p:nvPr>
        </p:nvSpPr>
        <p:spPr/>
        <p:txBody>
          <a:bodyPr/>
          <a:lstStyle/>
          <a:p>
            <a:r>
              <a:rPr lang="en-US" dirty="0" err="1"/>
              <a:t>AuthenticationProvider</a:t>
            </a:r>
            <a:r>
              <a:rPr lang="en-US" dirty="0"/>
              <a:t> is a component that verifies a user's identity during the authentication process. </a:t>
            </a:r>
          </a:p>
          <a:p>
            <a:r>
              <a:rPr lang="en-US" dirty="0"/>
              <a:t>It validates a user's credentials against a database or external identity source to confirm that they are who they claim to be. </a:t>
            </a:r>
          </a:p>
          <a:p>
            <a:r>
              <a:rPr lang="en-US" dirty="0"/>
              <a:t>The most common example is authenticating a user with a username and password, but providers can be designed for other mechanisms like JSON Web Tokens (JWT) or LDAP</a:t>
            </a:r>
            <a:endParaRPr lang="en-IN" dirty="0"/>
          </a:p>
        </p:txBody>
      </p:sp>
    </p:spTree>
    <p:extLst>
      <p:ext uri="{BB962C8B-B14F-4D97-AF65-F5344CB8AC3E}">
        <p14:creationId xmlns:p14="http://schemas.microsoft.com/office/powerpoint/2010/main" val="18246201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D01B0-8B7B-89F8-C152-0CA20F1B73AD}"/>
              </a:ext>
            </a:extLst>
          </p:cNvPr>
          <p:cNvSpPr>
            <a:spLocks noGrp="1"/>
          </p:cNvSpPr>
          <p:nvPr>
            <p:ph type="title"/>
          </p:nvPr>
        </p:nvSpPr>
        <p:spPr/>
        <p:txBody>
          <a:bodyPr>
            <a:normAutofit fontScale="90000"/>
          </a:bodyPr>
          <a:lstStyle/>
          <a:p>
            <a:r>
              <a:rPr lang="en-US" dirty="0"/>
              <a:t>Common types of </a:t>
            </a:r>
            <a:r>
              <a:rPr lang="en-US" dirty="0" err="1"/>
              <a:t>AuthenticationProvider</a:t>
            </a:r>
            <a:r>
              <a:rPr lang="en-US" dirty="0"/>
              <a:t> in Spring</a:t>
            </a:r>
            <a:br>
              <a:rPr lang="en-US" dirty="0"/>
            </a:br>
            <a:endParaRPr lang="en-IN" dirty="0"/>
          </a:p>
        </p:txBody>
      </p:sp>
      <p:sp>
        <p:nvSpPr>
          <p:cNvPr id="3" name="Content Placeholder 2">
            <a:extLst>
              <a:ext uri="{FF2B5EF4-FFF2-40B4-BE49-F238E27FC236}">
                <a16:creationId xmlns:a16="http://schemas.microsoft.com/office/drawing/2014/main" id="{BFBC2B01-B9B7-B337-C597-20CCF3E232C5}"/>
              </a:ext>
            </a:extLst>
          </p:cNvPr>
          <p:cNvSpPr>
            <a:spLocks noGrp="1"/>
          </p:cNvSpPr>
          <p:nvPr>
            <p:ph idx="1"/>
          </p:nvPr>
        </p:nvSpPr>
        <p:spPr/>
        <p:txBody>
          <a:bodyPr>
            <a:normAutofit fontScale="92500" lnSpcReduction="10000"/>
          </a:bodyPr>
          <a:lstStyle/>
          <a:p>
            <a:r>
              <a:rPr lang="en-US" dirty="0" err="1"/>
              <a:t>DaoAuthenticationProvider</a:t>
            </a:r>
            <a:r>
              <a:rPr lang="en-US" dirty="0"/>
              <a:t>: Authenticates a username and password against a database by using a </a:t>
            </a:r>
            <a:r>
              <a:rPr lang="en-US" dirty="0" err="1"/>
              <a:t>UserDetailsService</a:t>
            </a:r>
            <a:r>
              <a:rPr lang="en-US" dirty="0"/>
              <a:t> to load user information.</a:t>
            </a:r>
          </a:p>
          <a:p>
            <a:r>
              <a:rPr lang="en-US" dirty="0" err="1"/>
              <a:t>LdapAuthenticationProvider</a:t>
            </a:r>
            <a:r>
              <a:rPr lang="en-US" dirty="0"/>
              <a:t>: Authenticates a user against an LDAP (Lightweight Directory Access Protocol) server.</a:t>
            </a:r>
          </a:p>
          <a:p>
            <a:r>
              <a:rPr lang="en-US" dirty="0"/>
              <a:t>OAuth2LoginAuthenticationProvider: Handles authentication for OAuth 2.0 logins, such as "Login with Google" or "Login with Facebook".</a:t>
            </a:r>
          </a:p>
          <a:p>
            <a:r>
              <a:rPr lang="en-US" dirty="0" err="1"/>
              <a:t>JwtAuthenticationProvider</a:t>
            </a:r>
            <a:r>
              <a:rPr lang="en-US" dirty="0"/>
              <a:t>: Authenticates users based on JSON Web Tokens (JWT) for use in OAuth 2.0 Resource Servers.</a:t>
            </a:r>
          </a:p>
          <a:p>
            <a:r>
              <a:rPr lang="en-US" dirty="0" err="1"/>
              <a:t>RememberMeAuthenticationProvider</a:t>
            </a:r>
            <a:r>
              <a:rPr lang="en-US" dirty="0"/>
              <a:t>: Uses previously saved "remember me" tokens to automatically re-authenticate a user. </a:t>
            </a:r>
          </a:p>
          <a:p>
            <a:endParaRPr lang="en-IN" dirty="0"/>
          </a:p>
        </p:txBody>
      </p:sp>
    </p:spTree>
    <p:extLst>
      <p:ext uri="{BB962C8B-B14F-4D97-AF65-F5344CB8AC3E}">
        <p14:creationId xmlns:p14="http://schemas.microsoft.com/office/powerpoint/2010/main" val="34652641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C200F-1C56-4BA6-D9A8-667B1FDA5450}"/>
              </a:ext>
            </a:extLst>
          </p:cNvPr>
          <p:cNvSpPr>
            <a:spLocks noGrp="1"/>
          </p:cNvSpPr>
          <p:nvPr>
            <p:ph type="title"/>
          </p:nvPr>
        </p:nvSpPr>
        <p:spPr/>
        <p:txBody>
          <a:bodyPr>
            <a:normAutofit fontScale="90000"/>
          </a:bodyPr>
          <a:lstStyle/>
          <a:p>
            <a:r>
              <a:rPr lang="en-IN" dirty="0" err="1"/>
              <a:t>BCryptPasswordEncoder</a:t>
            </a:r>
            <a:br>
              <a:rPr lang="en-IN" dirty="0"/>
            </a:br>
            <a:br>
              <a:rPr lang="en-IN" dirty="0"/>
            </a:br>
            <a:endParaRPr lang="en-IN" dirty="0"/>
          </a:p>
        </p:txBody>
      </p:sp>
      <p:sp>
        <p:nvSpPr>
          <p:cNvPr id="3" name="Content Placeholder 2">
            <a:extLst>
              <a:ext uri="{FF2B5EF4-FFF2-40B4-BE49-F238E27FC236}">
                <a16:creationId xmlns:a16="http://schemas.microsoft.com/office/drawing/2014/main" id="{8BE9CF59-CAAB-BD1C-21E0-879BDBCE47F6}"/>
              </a:ext>
            </a:extLst>
          </p:cNvPr>
          <p:cNvSpPr>
            <a:spLocks noGrp="1"/>
          </p:cNvSpPr>
          <p:nvPr>
            <p:ph idx="1"/>
          </p:nvPr>
        </p:nvSpPr>
        <p:spPr/>
        <p:txBody>
          <a:bodyPr/>
          <a:lstStyle/>
          <a:p>
            <a:r>
              <a:rPr lang="en-US" dirty="0"/>
              <a:t>is a password encoder implementation provided by the Spring Security framework that uses the </a:t>
            </a:r>
            <a:r>
              <a:rPr lang="en-US" dirty="0" err="1"/>
              <a:t>bcrypt</a:t>
            </a:r>
            <a:r>
              <a:rPr lang="en-US" dirty="0"/>
              <a:t> hashing algorithm</a:t>
            </a:r>
            <a:r>
              <a:rPr lang="en-US"/>
              <a:t>. </a:t>
            </a:r>
          </a:p>
          <a:p>
            <a:r>
              <a:rPr lang="en-US"/>
              <a:t>Its </a:t>
            </a:r>
            <a:r>
              <a:rPr lang="en-US" dirty="0"/>
              <a:t>purpose is to securely store user passwords by converting them into a hashed, irreversible string</a:t>
            </a:r>
            <a:endParaRPr lang="en-IN" dirty="0"/>
          </a:p>
        </p:txBody>
      </p:sp>
    </p:spTree>
    <p:extLst>
      <p:ext uri="{BB962C8B-B14F-4D97-AF65-F5344CB8AC3E}">
        <p14:creationId xmlns:p14="http://schemas.microsoft.com/office/powerpoint/2010/main" val="12706464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CBE66-54AA-3653-F064-27344B6F94B0}"/>
              </a:ext>
            </a:extLst>
          </p:cNvPr>
          <p:cNvSpPr>
            <a:spLocks noGrp="1"/>
          </p:cNvSpPr>
          <p:nvPr>
            <p:ph type="title"/>
          </p:nvPr>
        </p:nvSpPr>
        <p:spPr/>
        <p:txBody>
          <a:bodyPr/>
          <a:lstStyle/>
          <a:p>
            <a:r>
              <a:rPr lang="en-IN" dirty="0"/>
              <a:t>Role-Based Access Control (RBAC)</a:t>
            </a:r>
          </a:p>
        </p:txBody>
      </p:sp>
      <p:sp>
        <p:nvSpPr>
          <p:cNvPr id="3" name="Content Placeholder 2">
            <a:extLst>
              <a:ext uri="{FF2B5EF4-FFF2-40B4-BE49-F238E27FC236}">
                <a16:creationId xmlns:a16="http://schemas.microsoft.com/office/drawing/2014/main" id="{13250B03-E6AE-8EF5-5256-C53FCB1873D9}"/>
              </a:ext>
            </a:extLst>
          </p:cNvPr>
          <p:cNvSpPr>
            <a:spLocks noGrp="1"/>
          </p:cNvSpPr>
          <p:nvPr>
            <p:ph idx="1"/>
          </p:nvPr>
        </p:nvSpPr>
        <p:spPr/>
        <p:txBody>
          <a:bodyPr>
            <a:normAutofit fontScale="92500" lnSpcReduction="20000"/>
          </a:bodyPr>
          <a:lstStyle/>
          <a:p>
            <a:r>
              <a:rPr lang="en-US" dirty="0"/>
              <a:t>It  is a security model implemented using Spring Security to manage authorization based on user roles. </a:t>
            </a:r>
          </a:p>
          <a:p>
            <a:r>
              <a:rPr lang="en-US" dirty="0"/>
              <a:t>Instead of granting permissions directly to individual users, RBAC assigns permissions to roles, and then users are assigned to those roles.</a:t>
            </a:r>
          </a:p>
          <a:p>
            <a:r>
              <a:rPr lang="en-US" dirty="0"/>
              <a:t>Key Concepts in RBAC with Spring Boot:</a:t>
            </a:r>
          </a:p>
          <a:p>
            <a:pPr lvl="1"/>
            <a:r>
              <a:rPr lang="en-US" dirty="0"/>
              <a:t>Users: Individuals who interact with the application and are authenticated.</a:t>
            </a:r>
          </a:p>
          <a:p>
            <a:pPr lvl="1"/>
            <a:r>
              <a:rPr lang="en-US" dirty="0"/>
              <a:t>Roles: Collections of permissions assigned to a group of users based on their responsibilities or tasks (e.g., ADMIN, USER, MANAGER). </a:t>
            </a:r>
          </a:p>
          <a:p>
            <a:pPr lvl="1"/>
            <a:r>
              <a:rPr lang="en-US" dirty="0"/>
              <a:t>Permissions: Specific rights or actions that a user can perform within the application (e.g., read, write, delete, update).</a:t>
            </a:r>
          </a:p>
          <a:p>
            <a:pPr marL="457200" lvl="1" indent="0">
              <a:buNone/>
            </a:pPr>
            <a:br>
              <a:rPr lang="en-US" dirty="0"/>
            </a:br>
            <a:endParaRPr lang="en-IN" dirty="0"/>
          </a:p>
        </p:txBody>
      </p:sp>
    </p:spTree>
    <p:extLst>
      <p:ext uri="{BB962C8B-B14F-4D97-AF65-F5344CB8AC3E}">
        <p14:creationId xmlns:p14="http://schemas.microsoft.com/office/powerpoint/2010/main" val="18615657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B86C1-CEAA-8B35-D3E0-0820BD311EFE}"/>
              </a:ext>
            </a:extLst>
          </p:cNvPr>
          <p:cNvSpPr>
            <a:spLocks noGrp="1"/>
          </p:cNvSpPr>
          <p:nvPr>
            <p:ph type="title"/>
          </p:nvPr>
        </p:nvSpPr>
        <p:spPr/>
        <p:txBody>
          <a:bodyPr>
            <a:normAutofit fontScale="90000"/>
          </a:bodyPr>
          <a:lstStyle/>
          <a:p>
            <a:r>
              <a:rPr lang="en-IN" b="1" dirty="0"/>
              <a:t>Map Users to Roles:</a:t>
            </a:r>
            <a:br>
              <a:rPr lang="en-IN" dirty="0"/>
            </a:br>
            <a:br>
              <a:rPr lang="en-IN" dirty="0"/>
            </a:br>
            <a:endParaRPr lang="en-IN" dirty="0"/>
          </a:p>
        </p:txBody>
      </p:sp>
      <p:sp>
        <p:nvSpPr>
          <p:cNvPr id="3" name="Content Placeholder 2">
            <a:extLst>
              <a:ext uri="{FF2B5EF4-FFF2-40B4-BE49-F238E27FC236}">
                <a16:creationId xmlns:a16="http://schemas.microsoft.com/office/drawing/2014/main" id="{91DC3FA8-65D4-3D11-80FC-C31D7A465C8C}"/>
              </a:ext>
            </a:extLst>
          </p:cNvPr>
          <p:cNvSpPr>
            <a:spLocks noGrp="1"/>
          </p:cNvSpPr>
          <p:nvPr>
            <p:ph idx="1"/>
          </p:nvPr>
        </p:nvSpPr>
        <p:spPr/>
        <p:txBody>
          <a:bodyPr>
            <a:normAutofit lnSpcReduction="10000"/>
          </a:bodyPr>
          <a:lstStyle/>
          <a:p>
            <a:r>
              <a:rPr lang="en-US" dirty="0"/>
              <a:t>Associate users with their respective roles. This can be done during user creation or through an administrative interface.</a:t>
            </a:r>
          </a:p>
          <a:p>
            <a:r>
              <a:rPr lang="en-US" dirty="0"/>
              <a:t>When a user authenticates, their assigned roles are loaded and used for authorization decisions.</a:t>
            </a:r>
          </a:p>
          <a:p>
            <a:r>
              <a:rPr lang="en-US" dirty="0"/>
              <a:t>Implement Authorization Logic:</a:t>
            </a:r>
          </a:p>
          <a:p>
            <a:pPr lvl="1"/>
            <a:r>
              <a:rPr lang="en-US" dirty="0"/>
              <a:t>Method-level security: Use annotations like @PreAuthorize("hasRole('ROLE_ADMIN')") or @PreAuthorize("hasAuthority('permission:read')") on controller methods or service methods to restrict access based on the authenticated user's roles or permissions.</a:t>
            </a:r>
          </a:p>
          <a:p>
            <a:pPr lvl="1"/>
            <a:r>
              <a:rPr lang="en-US" dirty="0"/>
              <a:t> Ensure @EnableMethodSecurity (or @EnableGlobalMethodSecurity for older versions) is enabled in your security configuration.</a:t>
            </a:r>
          </a:p>
          <a:p>
            <a:pPr lvl="1"/>
            <a:endParaRPr lang="en-US" dirty="0"/>
          </a:p>
          <a:p>
            <a:endParaRPr lang="en-IN" dirty="0"/>
          </a:p>
        </p:txBody>
      </p:sp>
    </p:spTree>
    <p:extLst>
      <p:ext uri="{BB962C8B-B14F-4D97-AF65-F5344CB8AC3E}">
        <p14:creationId xmlns:p14="http://schemas.microsoft.com/office/powerpoint/2010/main" val="23374587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A7027-69AF-19B9-4CC9-11DFEFAE0B80}"/>
              </a:ext>
            </a:extLst>
          </p:cNvPr>
          <p:cNvSpPr>
            <a:spLocks noGrp="1"/>
          </p:cNvSpPr>
          <p:nvPr>
            <p:ph type="title"/>
          </p:nvPr>
        </p:nvSpPr>
        <p:spPr/>
        <p:txBody>
          <a:bodyPr/>
          <a:lstStyle/>
          <a:p>
            <a:r>
              <a:rPr lang="en-US" dirty="0"/>
              <a:t>Define user and role entities</a:t>
            </a:r>
            <a:br>
              <a:rPr lang="en-US" dirty="0"/>
            </a:br>
            <a:endParaRPr lang="en-IN" dirty="0"/>
          </a:p>
        </p:txBody>
      </p:sp>
      <p:sp>
        <p:nvSpPr>
          <p:cNvPr id="3" name="Content Placeholder 2">
            <a:extLst>
              <a:ext uri="{FF2B5EF4-FFF2-40B4-BE49-F238E27FC236}">
                <a16:creationId xmlns:a16="http://schemas.microsoft.com/office/drawing/2014/main" id="{9CAAC2DF-B18C-25F4-9BE7-1EA009AADFAD}"/>
              </a:ext>
            </a:extLst>
          </p:cNvPr>
          <p:cNvSpPr>
            <a:spLocks noGrp="1"/>
          </p:cNvSpPr>
          <p:nvPr>
            <p:ph idx="1"/>
          </p:nvPr>
        </p:nvSpPr>
        <p:spPr>
          <a:xfrm>
            <a:off x="838200" y="1179576"/>
            <a:ext cx="10515600" cy="4997387"/>
          </a:xfrm>
        </p:spPr>
        <p:txBody>
          <a:bodyPr>
            <a:normAutofit fontScale="55000" lnSpcReduction="20000"/>
          </a:bodyPr>
          <a:lstStyle/>
          <a:p>
            <a:pPr marL="0" indent="0">
              <a:buNone/>
            </a:pPr>
            <a:r>
              <a:rPr lang="en-IN" dirty="0"/>
              <a:t>Role.java</a:t>
            </a:r>
          </a:p>
          <a:p>
            <a:pPr marL="0" indent="0">
              <a:buNone/>
            </a:pPr>
            <a:r>
              <a:rPr lang="en-IN" dirty="0"/>
              <a:t>java</a:t>
            </a:r>
          </a:p>
          <a:p>
            <a:pPr marL="0" indent="0">
              <a:buNone/>
            </a:pPr>
            <a:r>
              <a:rPr lang="en-IN" dirty="0"/>
              <a:t>public class Role implements </a:t>
            </a:r>
            <a:r>
              <a:rPr lang="en-IN" dirty="0" err="1"/>
              <a:t>GrantedAuthority</a:t>
            </a:r>
            <a:r>
              <a:rPr lang="en-IN" dirty="0"/>
              <a:t> {</a:t>
            </a:r>
          </a:p>
          <a:p>
            <a:pPr marL="0" indent="0">
              <a:buNone/>
            </a:pPr>
            <a:endParaRPr lang="en-IN" dirty="0"/>
          </a:p>
          <a:p>
            <a:pPr marL="0" indent="0">
              <a:buNone/>
            </a:pPr>
            <a:r>
              <a:rPr lang="en-IN" dirty="0"/>
              <a:t>    private String name;</a:t>
            </a:r>
          </a:p>
          <a:p>
            <a:pPr marL="0" indent="0">
              <a:buNone/>
            </a:pPr>
            <a:endParaRPr lang="en-IN" dirty="0"/>
          </a:p>
          <a:p>
            <a:pPr marL="0" indent="0">
              <a:buNone/>
            </a:pPr>
            <a:r>
              <a:rPr lang="en-IN" dirty="0"/>
              <a:t>    public Role(String name) {</a:t>
            </a:r>
          </a:p>
          <a:p>
            <a:pPr marL="0" indent="0">
              <a:buNone/>
            </a:pPr>
            <a:r>
              <a:rPr lang="en-IN" dirty="0"/>
              <a:t>        this.name = name;</a:t>
            </a:r>
          </a:p>
          <a:p>
            <a:pPr marL="0" indent="0">
              <a:buNone/>
            </a:pPr>
            <a:r>
              <a:rPr lang="en-IN" dirty="0"/>
              <a:t>    }</a:t>
            </a:r>
          </a:p>
          <a:p>
            <a:pPr marL="0" indent="0">
              <a:buNone/>
            </a:pPr>
            <a:endParaRPr lang="en-IN" dirty="0"/>
          </a:p>
          <a:p>
            <a:pPr marL="0" indent="0">
              <a:buNone/>
            </a:pPr>
            <a:r>
              <a:rPr lang="en-IN" dirty="0"/>
              <a:t>    @Override</a:t>
            </a:r>
          </a:p>
          <a:p>
            <a:pPr marL="0" indent="0">
              <a:buNone/>
            </a:pPr>
            <a:r>
              <a:rPr lang="en-IN" dirty="0"/>
              <a:t>    public String </a:t>
            </a:r>
            <a:r>
              <a:rPr lang="en-IN" dirty="0" err="1"/>
              <a:t>getAuthority</a:t>
            </a:r>
            <a:r>
              <a:rPr lang="en-IN" dirty="0"/>
              <a:t>() {</a:t>
            </a:r>
          </a:p>
          <a:p>
            <a:pPr marL="0" indent="0">
              <a:buNone/>
            </a:pPr>
            <a:r>
              <a:rPr lang="en-IN" dirty="0"/>
              <a:t>        return name;</a:t>
            </a:r>
          </a:p>
          <a:p>
            <a:pPr marL="0" indent="0">
              <a:buNone/>
            </a:pPr>
            <a:r>
              <a:rPr lang="en-IN" dirty="0"/>
              <a:t>    }</a:t>
            </a:r>
          </a:p>
          <a:p>
            <a:pPr marL="0" indent="0">
              <a:buNone/>
            </a:pPr>
            <a:endParaRPr lang="en-IN" dirty="0"/>
          </a:p>
          <a:p>
            <a:pPr marL="0" indent="0">
              <a:buNone/>
            </a:pPr>
            <a:r>
              <a:rPr lang="en-IN" dirty="0"/>
              <a:t>    // Getters and setters...</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12684742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7CE503-6120-DAA4-E3AD-707AFE4FED9A}"/>
              </a:ext>
            </a:extLst>
          </p:cNvPr>
          <p:cNvSpPr>
            <a:spLocks noGrp="1"/>
          </p:cNvSpPr>
          <p:nvPr>
            <p:ph sz="half" idx="1"/>
          </p:nvPr>
        </p:nvSpPr>
        <p:spPr>
          <a:xfrm>
            <a:off x="838200" y="384048"/>
            <a:ext cx="5181600" cy="5792915"/>
          </a:xfrm>
        </p:spPr>
        <p:txBody>
          <a:bodyPr>
            <a:normAutofit fontScale="55000" lnSpcReduction="20000"/>
          </a:bodyPr>
          <a:lstStyle/>
          <a:p>
            <a:pPr marL="0" indent="0">
              <a:buNone/>
            </a:pPr>
            <a:r>
              <a:rPr lang="en-IN" dirty="0"/>
              <a:t>public class User implements </a:t>
            </a:r>
            <a:r>
              <a:rPr lang="en-IN" dirty="0" err="1"/>
              <a:t>UserDetails</a:t>
            </a:r>
            <a:r>
              <a:rPr lang="en-IN" dirty="0"/>
              <a:t> {</a:t>
            </a:r>
          </a:p>
          <a:p>
            <a:pPr marL="0" indent="0">
              <a:buNone/>
            </a:pPr>
            <a:endParaRPr lang="en-IN" dirty="0"/>
          </a:p>
          <a:p>
            <a:pPr marL="0" indent="0">
              <a:buNone/>
            </a:pPr>
            <a:r>
              <a:rPr lang="en-IN" dirty="0"/>
              <a:t>    private String username;</a:t>
            </a:r>
          </a:p>
          <a:p>
            <a:pPr marL="0" indent="0">
              <a:buNone/>
            </a:pPr>
            <a:r>
              <a:rPr lang="en-IN" dirty="0"/>
              <a:t>    private String password;</a:t>
            </a:r>
          </a:p>
          <a:p>
            <a:pPr marL="0" indent="0">
              <a:buNone/>
            </a:pPr>
            <a:r>
              <a:rPr lang="en-IN" dirty="0"/>
              <a:t>    private List&lt;Role&gt; roles;</a:t>
            </a:r>
          </a:p>
          <a:p>
            <a:pPr marL="0" indent="0">
              <a:buNone/>
            </a:pPr>
            <a:endParaRPr lang="en-IN" dirty="0"/>
          </a:p>
          <a:p>
            <a:pPr marL="0" indent="0">
              <a:buNone/>
            </a:pPr>
            <a:r>
              <a:rPr lang="en-IN" dirty="0"/>
              <a:t>    // A real-world application would use a database and ORM</a:t>
            </a:r>
          </a:p>
          <a:p>
            <a:pPr marL="0" indent="0">
              <a:buNone/>
            </a:pPr>
            <a:r>
              <a:rPr lang="en-IN" dirty="0"/>
              <a:t>    public User(String username, String password, List&lt;Role&gt; roles) {</a:t>
            </a:r>
          </a:p>
          <a:p>
            <a:pPr marL="0" indent="0">
              <a:buNone/>
            </a:pPr>
            <a:r>
              <a:rPr lang="en-IN" dirty="0"/>
              <a:t>        </a:t>
            </a:r>
            <a:r>
              <a:rPr lang="en-IN" dirty="0" err="1"/>
              <a:t>this.username</a:t>
            </a:r>
            <a:r>
              <a:rPr lang="en-IN" dirty="0"/>
              <a:t> = username;</a:t>
            </a:r>
          </a:p>
          <a:p>
            <a:pPr marL="0" indent="0">
              <a:buNone/>
            </a:pPr>
            <a:r>
              <a:rPr lang="en-IN" dirty="0"/>
              <a:t>        </a:t>
            </a:r>
            <a:r>
              <a:rPr lang="en-IN" dirty="0" err="1"/>
              <a:t>this.password</a:t>
            </a:r>
            <a:r>
              <a:rPr lang="en-IN" dirty="0"/>
              <a:t> = password;</a:t>
            </a:r>
          </a:p>
          <a:p>
            <a:pPr marL="0" indent="0">
              <a:buNone/>
            </a:pPr>
            <a:r>
              <a:rPr lang="en-IN" dirty="0"/>
              <a:t>        </a:t>
            </a:r>
            <a:r>
              <a:rPr lang="en-IN" dirty="0" err="1"/>
              <a:t>this.roles</a:t>
            </a:r>
            <a:r>
              <a:rPr lang="en-IN" dirty="0"/>
              <a:t> = roles;</a:t>
            </a:r>
          </a:p>
          <a:p>
            <a:pPr marL="0" indent="0">
              <a:buNone/>
            </a:pPr>
            <a:r>
              <a:rPr lang="en-IN" dirty="0"/>
              <a:t>    }</a:t>
            </a:r>
          </a:p>
          <a:p>
            <a:pPr marL="0" indent="0">
              <a:buNone/>
            </a:pPr>
            <a:endParaRPr lang="en-IN" dirty="0"/>
          </a:p>
          <a:p>
            <a:pPr marL="0" indent="0">
              <a:buNone/>
            </a:pPr>
            <a:r>
              <a:rPr lang="en-IN" dirty="0"/>
              <a:t>    @Override</a:t>
            </a:r>
          </a:p>
          <a:p>
            <a:pPr marL="0" indent="0">
              <a:buNone/>
            </a:pPr>
            <a:r>
              <a:rPr lang="en-IN" dirty="0"/>
              <a:t>    public Collection&lt;? extends </a:t>
            </a:r>
            <a:r>
              <a:rPr lang="en-IN" dirty="0" err="1"/>
              <a:t>GrantedAuthority</a:t>
            </a:r>
            <a:r>
              <a:rPr lang="en-IN" dirty="0"/>
              <a:t>&gt; </a:t>
            </a:r>
            <a:r>
              <a:rPr lang="en-IN" dirty="0" err="1"/>
              <a:t>getAuthorities</a:t>
            </a:r>
            <a:r>
              <a:rPr lang="en-IN" dirty="0"/>
              <a:t>() {</a:t>
            </a:r>
          </a:p>
          <a:p>
            <a:pPr marL="0" indent="0">
              <a:buNone/>
            </a:pPr>
            <a:r>
              <a:rPr lang="en-IN" dirty="0"/>
              <a:t>        return </a:t>
            </a:r>
            <a:r>
              <a:rPr lang="en-IN" dirty="0" err="1"/>
              <a:t>this.roles</a:t>
            </a:r>
            <a:r>
              <a:rPr lang="en-IN" dirty="0"/>
              <a:t>;</a:t>
            </a:r>
          </a:p>
          <a:p>
            <a:pPr marL="0" indent="0">
              <a:buNone/>
            </a:pPr>
            <a:r>
              <a:rPr lang="en-IN" dirty="0"/>
              <a:t>    }</a:t>
            </a:r>
          </a:p>
        </p:txBody>
      </p:sp>
      <p:sp>
        <p:nvSpPr>
          <p:cNvPr id="5" name="Content Placeholder 4">
            <a:extLst>
              <a:ext uri="{FF2B5EF4-FFF2-40B4-BE49-F238E27FC236}">
                <a16:creationId xmlns:a16="http://schemas.microsoft.com/office/drawing/2014/main" id="{2BB7FA2A-209D-7306-28C3-DB918B4AE68E}"/>
              </a:ext>
            </a:extLst>
          </p:cNvPr>
          <p:cNvSpPr>
            <a:spLocks noGrp="1"/>
          </p:cNvSpPr>
          <p:nvPr>
            <p:ph sz="half" idx="2"/>
          </p:nvPr>
        </p:nvSpPr>
        <p:spPr>
          <a:xfrm>
            <a:off x="6172200" y="320040"/>
            <a:ext cx="5181600" cy="5856923"/>
          </a:xfrm>
        </p:spPr>
        <p:txBody>
          <a:bodyPr>
            <a:normAutofit fontScale="55000" lnSpcReduction="20000"/>
          </a:bodyPr>
          <a:lstStyle/>
          <a:p>
            <a:pPr marL="0" indent="0">
              <a:buNone/>
            </a:pPr>
            <a:endParaRPr lang="en-IN" dirty="0"/>
          </a:p>
          <a:p>
            <a:pPr marL="0" indent="0">
              <a:buNone/>
            </a:pPr>
            <a:r>
              <a:rPr lang="en-IN" dirty="0"/>
              <a:t>    // Additional </a:t>
            </a:r>
            <a:r>
              <a:rPr lang="en-IN" dirty="0" err="1"/>
              <a:t>UserDetails</a:t>
            </a:r>
            <a:r>
              <a:rPr lang="en-IN" dirty="0"/>
              <a:t> interface methods...</a:t>
            </a:r>
          </a:p>
          <a:p>
            <a:pPr marL="0" indent="0">
              <a:buNone/>
            </a:pPr>
            <a:r>
              <a:rPr lang="en-IN" dirty="0"/>
              <a:t>    @Override</a:t>
            </a:r>
          </a:p>
          <a:p>
            <a:pPr marL="0" indent="0">
              <a:buNone/>
            </a:pPr>
            <a:r>
              <a:rPr lang="en-IN" dirty="0"/>
              <a:t>    public String </a:t>
            </a:r>
            <a:r>
              <a:rPr lang="en-IN" dirty="0" err="1"/>
              <a:t>getUsername</a:t>
            </a:r>
            <a:r>
              <a:rPr lang="en-IN" dirty="0"/>
              <a:t>() {</a:t>
            </a:r>
          </a:p>
          <a:p>
            <a:pPr marL="0" indent="0">
              <a:buNone/>
            </a:pPr>
            <a:r>
              <a:rPr lang="en-IN" dirty="0"/>
              <a:t>        return username;</a:t>
            </a:r>
          </a:p>
          <a:p>
            <a:pPr marL="0" indent="0">
              <a:buNone/>
            </a:pPr>
            <a:r>
              <a:rPr lang="en-IN" dirty="0"/>
              <a:t>    }</a:t>
            </a:r>
          </a:p>
          <a:p>
            <a:pPr marL="0" indent="0">
              <a:buNone/>
            </a:pPr>
            <a:endParaRPr lang="en-IN" dirty="0"/>
          </a:p>
          <a:p>
            <a:pPr marL="0" indent="0">
              <a:buNone/>
            </a:pPr>
            <a:r>
              <a:rPr lang="en-IN" dirty="0"/>
              <a:t>    @Override</a:t>
            </a:r>
          </a:p>
          <a:p>
            <a:pPr marL="0" indent="0">
              <a:buNone/>
            </a:pPr>
            <a:r>
              <a:rPr lang="en-IN" dirty="0"/>
              <a:t>    public String </a:t>
            </a:r>
            <a:r>
              <a:rPr lang="en-IN" dirty="0" err="1"/>
              <a:t>getPassword</a:t>
            </a:r>
            <a:r>
              <a:rPr lang="en-IN" dirty="0"/>
              <a:t>() {</a:t>
            </a:r>
          </a:p>
          <a:p>
            <a:pPr marL="0" indent="0">
              <a:buNone/>
            </a:pPr>
            <a:r>
              <a:rPr lang="en-IN" dirty="0"/>
              <a:t>        return password;</a:t>
            </a:r>
          </a:p>
          <a:p>
            <a:pPr marL="0" indent="0">
              <a:buNone/>
            </a:pPr>
            <a:r>
              <a:rPr lang="en-IN" dirty="0"/>
              <a:t>    }</a:t>
            </a:r>
          </a:p>
          <a:p>
            <a:pPr marL="0" indent="0">
              <a:buNone/>
            </a:pPr>
            <a:r>
              <a:rPr lang="en-IN" dirty="0"/>
              <a:t>    // Implement other </a:t>
            </a:r>
            <a:r>
              <a:rPr lang="en-IN" dirty="0" err="1"/>
              <a:t>UserDetails</a:t>
            </a:r>
            <a:r>
              <a:rPr lang="en-IN" dirty="0"/>
              <a:t> methods (</a:t>
            </a:r>
            <a:r>
              <a:rPr lang="en-IN" dirty="0" err="1"/>
              <a:t>isAccountNonExpired</a:t>
            </a:r>
            <a:r>
              <a:rPr lang="en-IN" dirty="0"/>
              <a:t>, etc.).</a:t>
            </a:r>
          </a:p>
          <a:p>
            <a:pPr marL="0" indent="0">
              <a:buNone/>
            </a:pPr>
            <a:r>
              <a:rPr lang="en-IN" dirty="0"/>
              <a:t>    // For simplicity, we can return true for now.</a:t>
            </a:r>
          </a:p>
          <a:p>
            <a:pPr marL="0" indent="0">
              <a:buNone/>
            </a:pPr>
            <a:r>
              <a:rPr lang="en-IN" dirty="0"/>
              <a:t>}</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9334301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42E88-BAF4-9FEC-0CB7-A50C894EE94C}"/>
              </a:ext>
            </a:extLst>
          </p:cNvPr>
          <p:cNvSpPr>
            <a:spLocks noGrp="1"/>
          </p:cNvSpPr>
          <p:nvPr>
            <p:ph type="title"/>
          </p:nvPr>
        </p:nvSpPr>
        <p:spPr/>
        <p:txBody>
          <a:bodyPr/>
          <a:lstStyle/>
          <a:p>
            <a:r>
              <a:rPr lang="en-IN" dirty="0"/>
              <a:t> </a:t>
            </a:r>
            <a:r>
              <a:rPr lang="en-IN" dirty="0" err="1"/>
              <a:t>CustomUserDetailsService</a:t>
            </a:r>
            <a:endParaRPr lang="en-IN" dirty="0"/>
          </a:p>
        </p:txBody>
      </p:sp>
      <p:sp>
        <p:nvSpPr>
          <p:cNvPr id="3" name="Content Placeholder 2">
            <a:extLst>
              <a:ext uri="{FF2B5EF4-FFF2-40B4-BE49-F238E27FC236}">
                <a16:creationId xmlns:a16="http://schemas.microsoft.com/office/drawing/2014/main" id="{965E07BA-2799-E030-6503-8ED1BCF571F3}"/>
              </a:ext>
            </a:extLst>
          </p:cNvPr>
          <p:cNvSpPr>
            <a:spLocks noGrp="1"/>
          </p:cNvSpPr>
          <p:nvPr>
            <p:ph sz="half" idx="1"/>
          </p:nvPr>
        </p:nvSpPr>
        <p:spPr/>
        <p:txBody>
          <a:bodyPr>
            <a:normAutofit fontScale="62500" lnSpcReduction="20000"/>
          </a:bodyPr>
          <a:lstStyle/>
          <a:p>
            <a:pPr marL="0" indent="0">
              <a:buNone/>
            </a:pPr>
            <a:r>
              <a:rPr lang="en-IN" dirty="0"/>
              <a:t>@Service</a:t>
            </a:r>
          </a:p>
          <a:p>
            <a:pPr marL="0" indent="0">
              <a:buNone/>
            </a:pPr>
            <a:r>
              <a:rPr lang="en-IN" dirty="0"/>
              <a:t>public class </a:t>
            </a:r>
            <a:r>
              <a:rPr lang="en-IN" dirty="0" err="1"/>
              <a:t>CustomUserDetailsService</a:t>
            </a:r>
            <a:r>
              <a:rPr lang="en-IN" dirty="0"/>
              <a:t> implements </a:t>
            </a:r>
            <a:r>
              <a:rPr lang="en-IN" dirty="0" err="1"/>
              <a:t>UserDetailsService</a:t>
            </a:r>
            <a:r>
              <a:rPr lang="en-IN" dirty="0"/>
              <a:t> {</a:t>
            </a:r>
          </a:p>
          <a:p>
            <a:pPr marL="0" indent="0">
              <a:buNone/>
            </a:pPr>
            <a:endParaRPr lang="en-IN" dirty="0"/>
          </a:p>
          <a:p>
            <a:pPr marL="0" indent="0">
              <a:buNone/>
            </a:pPr>
            <a:r>
              <a:rPr lang="en-IN" dirty="0"/>
              <a:t>    private final Map&lt;String, User&gt; users = new HashMap&lt;&gt;();</a:t>
            </a:r>
          </a:p>
          <a:p>
            <a:pPr marL="0" indent="0">
              <a:buNone/>
            </a:pPr>
            <a:endParaRPr lang="en-IN" dirty="0"/>
          </a:p>
          <a:p>
            <a:pPr marL="0" indent="0">
              <a:buNone/>
            </a:pPr>
            <a:r>
              <a:rPr lang="en-IN" dirty="0"/>
              <a:t>    @PostConstruct</a:t>
            </a:r>
          </a:p>
          <a:p>
            <a:pPr marL="0" indent="0">
              <a:buNone/>
            </a:pPr>
            <a:r>
              <a:rPr lang="en-IN" dirty="0"/>
              <a:t>    public void </a:t>
            </a:r>
            <a:r>
              <a:rPr lang="en-IN" dirty="0" err="1"/>
              <a:t>init</a:t>
            </a:r>
            <a:r>
              <a:rPr lang="en-IN" dirty="0"/>
              <a:t>() {</a:t>
            </a:r>
          </a:p>
          <a:p>
            <a:pPr marL="0" indent="0">
              <a:buNone/>
            </a:pPr>
            <a:r>
              <a:rPr lang="en-IN" dirty="0"/>
              <a:t>        </a:t>
            </a:r>
            <a:r>
              <a:rPr lang="en-IN" dirty="0" err="1"/>
              <a:t>users.put</a:t>
            </a:r>
            <a:r>
              <a:rPr lang="en-IN" dirty="0"/>
              <a:t>("admin", new User("admin", "{noop}password", </a:t>
            </a:r>
            <a:r>
              <a:rPr lang="en-IN" dirty="0" err="1"/>
              <a:t>List.of</a:t>
            </a:r>
            <a:r>
              <a:rPr lang="en-IN" dirty="0"/>
              <a:t>(new Role("ROLE_ADMIN"), new Role("ROLE_USER"))));</a:t>
            </a:r>
          </a:p>
          <a:p>
            <a:pPr marL="0" indent="0">
              <a:buNone/>
            </a:pPr>
            <a:r>
              <a:rPr lang="en-IN" dirty="0"/>
              <a:t>        </a:t>
            </a:r>
            <a:r>
              <a:rPr lang="en-IN" dirty="0" err="1"/>
              <a:t>users.put</a:t>
            </a:r>
            <a:r>
              <a:rPr lang="en-IN" dirty="0"/>
              <a:t>("user", new User("user", "{noop}password", </a:t>
            </a:r>
            <a:r>
              <a:rPr lang="en-IN" dirty="0" err="1"/>
              <a:t>List.of</a:t>
            </a:r>
            <a:r>
              <a:rPr lang="en-IN" dirty="0"/>
              <a:t>(new Role("ROLE_USER"))));</a:t>
            </a:r>
          </a:p>
          <a:p>
            <a:pPr marL="0" indent="0">
              <a:buNone/>
            </a:pPr>
            <a:r>
              <a:rPr lang="en-IN" dirty="0"/>
              <a:t>    }</a:t>
            </a:r>
          </a:p>
        </p:txBody>
      </p:sp>
      <p:sp>
        <p:nvSpPr>
          <p:cNvPr id="4" name="Content Placeholder 3">
            <a:extLst>
              <a:ext uri="{FF2B5EF4-FFF2-40B4-BE49-F238E27FC236}">
                <a16:creationId xmlns:a16="http://schemas.microsoft.com/office/drawing/2014/main" id="{A32A45D5-729A-BF4C-116A-23A8D85A9F04}"/>
              </a:ext>
            </a:extLst>
          </p:cNvPr>
          <p:cNvSpPr>
            <a:spLocks noGrp="1"/>
          </p:cNvSpPr>
          <p:nvPr>
            <p:ph sz="half" idx="2"/>
          </p:nvPr>
        </p:nvSpPr>
        <p:spPr/>
        <p:txBody>
          <a:bodyPr>
            <a:normAutofit fontScale="62500" lnSpcReduction="20000"/>
          </a:bodyPr>
          <a:lstStyle/>
          <a:p>
            <a:pPr marL="0" indent="0">
              <a:buNone/>
            </a:pPr>
            <a:endParaRPr lang="en-IN" dirty="0"/>
          </a:p>
          <a:p>
            <a:pPr marL="0" indent="0">
              <a:buNone/>
            </a:pPr>
            <a:r>
              <a:rPr lang="en-IN" dirty="0"/>
              <a:t>    @Override</a:t>
            </a:r>
          </a:p>
          <a:p>
            <a:pPr marL="0" indent="0">
              <a:buNone/>
            </a:pPr>
            <a:r>
              <a:rPr lang="en-IN" dirty="0"/>
              <a:t>    public </a:t>
            </a:r>
            <a:r>
              <a:rPr lang="en-IN" dirty="0" err="1"/>
              <a:t>UserDetails</a:t>
            </a:r>
            <a:r>
              <a:rPr lang="en-IN" dirty="0"/>
              <a:t> </a:t>
            </a:r>
            <a:r>
              <a:rPr lang="en-IN" dirty="0" err="1"/>
              <a:t>loadUserByUsername</a:t>
            </a:r>
            <a:r>
              <a:rPr lang="en-IN" dirty="0"/>
              <a:t>(String username) throws </a:t>
            </a:r>
            <a:r>
              <a:rPr lang="en-IN" dirty="0" err="1"/>
              <a:t>UsernameNotFoundException</a:t>
            </a:r>
            <a:r>
              <a:rPr lang="en-IN" dirty="0"/>
              <a:t> {</a:t>
            </a:r>
          </a:p>
          <a:p>
            <a:pPr marL="0" indent="0">
              <a:buNone/>
            </a:pPr>
            <a:r>
              <a:rPr lang="en-IN" dirty="0"/>
              <a:t>        User </a:t>
            </a:r>
            <a:r>
              <a:rPr lang="en-IN" dirty="0" err="1"/>
              <a:t>user</a:t>
            </a:r>
            <a:r>
              <a:rPr lang="en-IN" dirty="0"/>
              <a:t> = </a:t>
            </a:r>
            <a:r>
              <a:rPr lang="en-IN" dirty="0" err="1"/>
              <a:t>users.get</a:t>
            </a:r>
            <a:r>
              <a:rPr lang="en-IN" dirty="0"/>
              <a:t>(username);</a:t>
            </a:r>
          </a:p>
          <a:p>
            <a:pPr marL="0" indent="0">
              <a:buNone/>
            </a:pPr>
            <a:r>
              <a:rPr lang="en-IN" dirty="0"/>
              <a:t>        if (user == null) {</a:t>
            </a:r>
          </a:p>
          <a:p>
            <a:pPr marL="0" indent="0">
              <a:buNone/>
            </a:pPr>
            <a:r>
              <a:rPr lang="en-IN" dirty="0"/>
              <a:t>            throw new </a:t>
            </a:r>
            <a:r>
              <a:rPr lang="en-IN" dirty="0" err="1"/>
              <a:t>UsernameNotFoundException</a:t>
            </a:r>
            <a:r>
              <a:rPr lang="en-IN" dirty="0"/>
              <a:t>("User not found");</a:t>
            </a:r>
          </a:p>
          <a:p>
            <a:pPr marL="0" indent="0">
              <a:buNone/>
            </a:pPr>
            <a:r>
              <a:rPr lang="en-IN" dirty="0"/>
              <a:t>        }</a:t>
            </a:r>
          </a:p>
          <a:p>
            <a:pPr marL="0" indent="0">
              <a:buNone/>
            </a:pPr>
            <a:r>
              <a:rPr lang="en-IN" dirty="0"/>
              <a:t>        return user;</a:t>
            </a:r>
          </a:p>
          <a:p>
            <a:pPr marL="0" indent="0">
              <a:buNone/>
            </a:pPr>
            <a:r>
              <a:rPr lang="en-IN" dirty="0"/>
              <a:t>    }</a:t>
            </a:r>
          </a:p>
          <a:p>
            <a:pPr marL="0" indent="0">
              <a:buNone/>
            </a:pPr>
            <a:r>
              <a:rPr lang="en-IN" dirty="0"/>
              <a:t>}</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36833356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9F41F-97D3-DE03-5AF7-613C1FB77CF1}"/>
              </a:ext>
            </a:extLst>
          </p:cNvPr>
          <p:cNvSpPr>
            <a:spLocks noGrp="1"/>
          </p:cNvSpPr>
          <p:nvPr>
            <p:ph type="title"/>
          </p:nvPr>
        </p:nvSpPr>
        <p:spPr>
          <a:xfrm>
            <a:off x="762000" y="90806"/>
            <a:ext cx="10515600" cy="590232"/>
          </a:xfrm>
        </p:spPr>
        <p:txBody>
          <a:bodyPr>
            <a:normAutofit fontScale="90000"/>
          </a:bodyPr>
          <a:lstStyle/>
          <a:p>
            <a:r>
              <a:rPr lang="en-IN" dirty="0"/>
              <a:t> Configure </a:t>
            </a:r>
            <a:r>
              <a:rPr lang="en-IN" dirty="0" err="1"/>
              <a:t>SecurityFilterChain</a:t>
            </a:r>
            <a:endParaRPr lang="en-IN" dirty="0"/>
          </a:p>
        </p:txBody>
      </p:sp>
      <p:sp>
        <p:nvSpPr>
          <p:cNvPr id="3" name="Content Placeholder 2">
            <a:extLst>
              <a:ext uri="{FF2B5EF4-FFF2-40B4-BE49-F238E27FC236}">
                <a16:creationId xmlns:a16="http://schemas.microsoft.com/office/drawing/2014/main" id="{772F69F1-DCB5-CAE4-569F-075C533D0727}"/>
              </a:ext>
            </a:extLst>
          </p:cNvPr>
          <p:cNvSpPr>
            <a:spLocks noGrp="1"/>
          </p:cNvSpPr>
          <p:nvPr>
            <p:ph sz="half" idx="1"/>
          </p:nvPr>
        </p:nvSpPr>
        <p:spPr>
          <a:xfrm>
            <a:off x="838200" y="868680"/>
            <a:ext cx="5181600" cy="5308283"/>
          </a:xfrm>
        </p:spPr>
        <p:txBody>
          <a:bodyPr>
            <a:normAutofit fontScale="47500" lnSpcReduction="20000"/>
          </a:bodyPr>
          <a:lstStyle/>
          <a:p>
            <a:pPr marL="0" indent="0">
              <a:buNone/>
            </a:pPr>
            <a:r>
              <a:rPr lang="en-IN" dirty="0"/>
              <a:t>@Configuration</a:t>
            </a:r>
          </a:p>
          <a:p>
            <a:pPr marL="0" indent="0">
              <a:buNone/>
            </a:pPr>
            <a:r>
              <a:rPr lang="en-IN" dirty="0"/>
              <a:t>@EnableWebSecurity</a:t>
            </a:r>
          </a:p>
          <a:p>
            <a:pPr marL="0" indent="0">
              <a:buNone/>
            </a:pPr>
            <a:r>
              <a:rPr lang="en-IN" dirty="0"/>
              <a:t>public class </a:t>
            </a:r>
            <a:r>
              <a:rPr lang="en-IN" dirty="0" err="1"/>
              <a:t>SecurityConfig</a:t>
            </a:r>
            <a:r>
              <a:rPr lang="en-IN" dirty="0"/>
              <a:t> {</a:t>
            </a:r>
          </a:p>
          <a:p>
            <a:pPr marL="0" indent="0">
              <a:buNone/>
            </a:pPr>
            <a:endParaRPr lang="en-IN" dirty="0"/>
          </a:p>
          <a:p>
            <a:pPr marL="0" indent="0">
              <a:buNone/>
            </a:pPr>
            <a:r>
              <a:rPr lang="en-IN" dirty="0"/>
              <a:t>    private final </a:t>
            </a:r>
            <a:r>
              <a:rPr lang="en-IN" dirty="0" err="1"/>
              <a:t>CustomUserDetailsService</a:t>
            </a:r>
            <a:r>
              <a:rPr lang="en-IN" dirty="0"/>
              <a:t> </a:t>
            </a:r>
            <a:r>
              <a:rPr lang="en-IN" dirty="0" err="1"/>
              <a:t>userDetailsService</a:t>
            </a:r>
            <a:r>
              <a:rPr lang="en-IN" dirty="0"/>
              <a:t>;</a:t>
            </a:r>
          </a:p>
          <a:p>
            <a:pPr marL="0" indent="0">
              <a:buNone/>
            </a:pPr>
            <a:endParaRPr lang="en-IN" dirty="0"/>
          </a:p>
          <a:p>
            <a:pPr marL="0" indent="0">
              <a:buNone/>
            </a:pPr>
            <a:r>
              <a:rPr lang="en-IN" dirty="0"/>
              <a:t>    public </a:t>
            </a:r>
            <a:r>
              <a:rPr lang="en-IN" dirty="0" err="1"/>
              <a:t>SecurityConfig</a:t>
            </a:r>
            <a:r>
              <a:rPr lang="en-IN" dirty="0"/>
              <a:t>(</a:t>
            </a:r>
            <a:r>
              <a:rPr lang="en-IN" dirty="0" err="1"/>
              <a:t>CustomUserDetailsService</a:t>
            </a:r>
            <a:r>
              <a:rPr lang="en-IN" dirty="0"/>
              <a:t> </a:t>
            </a:r>
            <a:r>
              <a:rPr lang="en-IN" dirty="0" err="1"/>
              <a:t>userDetailsService</a:t>
            </a:r>
            <a:r>
              <a:rPr lang="en-IN" dirty="0"/>
              <a:t>) {</a:t>
            </a:r>
          </a:p>
          <a:p>
            <a:pPr marL="0" indent="0">
              <a:buNone/>
            </a:pPr>
            <a:r>
              <a:rPr lang="en-IN" dirty="0"/>
              <a:t>        </a:t>
            </a:r>
            <a:r>
              <a:rPr lang="en-IN" dirty="0" err="1"/>
              <a:t>this.userDetailsService</a:t>
            </a:r>
            <a:r>
              <a:rPr lang="en-IN" dirty="0"/>
              <a:t> = </a:t>
            </a:r>
            <a:r>
              <a:rPr lang="en-IN" dirty="0" err="1"/>
              <a:t>userDetailsService</a:t>
            </a:r>
            <a:r>
              <a:rPr lang="en-IN" dirty="0"/>
              <a:t>;</a:t>
            </a:r>
          </a:p>
          <a:p>
            <a:pPr marL="0" indent="0">
              <a:buNone/>
            </a:pPr>
            <a:r>
              <a:rPr lang="en-IN" dirty="0"/>
              <a:t>    }</a:t>
            </a:r>
          </a:p>
          <a:p>
            <a:pPr marL="0" indent="0">
              <a:buNone/>
            </a:pPr>
            <a:endParaRPr lang="en-IN" dirty="0"/>
          </a:p>
          <a:p>
            <a:pPr marL="0" indent="0">
              <a:buNone/>
            </a:pPr>
            <a:r>
              <a:rPr lang="en-IN" dirty="0"/>
              <a:t>    @Bean</a:t>
            </a:r>
          </a:p>
          <a:p>
            <a:pPr marL="0" indent="0">
              <a:buNone/>
            </a:pPr>
            <a:r>
              <a:rPr lang="en-IN" dirty="0"/>
              <a:t>    public </a:t>
            </a:r>
            <a:r>
              <a:rPr lang="en-IN" dirty="0" err="1"/>
              <a:t>SecurityFilterChain</a:t>
            </a:r>
            <a:r>
              <a:rPr lang="en-IN" dirty="0"/>
              <a:t> </a:t>
            </a:r>
            <a:r>
              <a:rPr lang="en-IN" dirty="0" err="1"/>
              <a:t>securityFilterChain</a:t>
            </a:r>
            <a:r>
              <a:rPr lang="en-IN" dirty="0"/>
              <a:t>(</a:t>
            </a:r>
            <a:r>
              <a:rPr lang="en-IN" dirty="0" err="1"/>
              <a:t>HttpSecurity</a:t>
            </a:r>
            <a:r>
              <a:rPr lang="en-IN" dirty="0"/>
              <a:t> http) throws Exception {</a:t>
            </a:r>
          </a:p>
          <a:p>
            <a:pPr marL="0" indent="0">
              <a:buNone/>
            </a:pPr>
            <a:r>
              <a:rPr lang="en-IN" dirty="0"/>
              <a:t>        http</a:t>
            </a:r>
          </a:p>
          <a:p>
            <a:pPr marL="0" indent="0">
              <a:buNone/>
            </a:pPr>
            <a:r>
              <a:rPr lang="en-IN" dirty="0"/>
              <a:t>            .</a:t>
            </a:r>
            <a:r>
              <a:rPr lang="en-IN" dirty="0" err="1"/>
              <a:t>authorizeHttpRequests</a:t>
            </a:r>
            <a:r>
              <a:rPr lang="en-IN" dirty="0"/>
              <a:t>(authorize -&gt; authorize</a:t>
            </a:r>
          </a:p>
          <a:p>
            <a:pPr marL="0" indent="0">
              <a:buNone/>
            </a:pPr>
            <a:r>
              <a:rPr lang="en-IN" dirty="0"/>
              <a:t>                .</a:t>
            </a:r>
            <a:r>
              <a:rPr lang="en-IN" dirty="0" err="1"/>
              <a:t>requestMatchers</a:t>
            </a:r>
            <a:r>
              <a:rPr lang="en-IN" dirty="0"/>
              <a:t>("/admin").</a:t>
            </a:r>
            <a:r>
              <a:rPr lang="en-IN" dirty="0" err="1"/>
              <a:t>hasRole</a:t>
            </a:r>
            <a:r>
              <a:rPr lang="en-IN" dirty="0"/>
              <a:t>("ADMIN")</a:t>
            </a:r>
          </a:p>
          <a:p>
            <a:pPr marL="0" indent="0">
              <a:buNone/>
            </a:pPr>
            <a:r>
              <a:rPr lang="en-IN" dirty="0"/>
              <a:t>                .</a:t>
            </a:r>
            <a:r>
              <a:rPr lang="en-IN" dirty="0" err="1"/>
              <a:t>requestMatchers</a:t>
            </a:r>
            <a:r>
              <a:rPr lang="en-IN" dirty="0"/>
              <a:t>("/user").</a:t>
            </a:r>
            <a:r>
              <a:rPr lang="en-IN" dirty="0" err="1"/>
              <a:t>hasAnyRole</a:t>
            </a:r>
            <a:r>
              <a:rPr lang="en-IN" dirty="0"/>
              <a:t>("ADMIN", "USER")</a:t>
            </a:r>
          </a:p>
          <a:p>
            <a:pPr marL="0" indent="0">
              <a:buNone/>
            </a:pPr>
            <a:r>
              <a:rPr lang="en-IN" dirty="0"/>
              <a:t>                .</a:t>
            </a:r>
            <a:r>
              <a:rPr lang="en-IN" dirty="0" err="1"/>
              <a:t>requestMatchers</a:t>
            </a:r>
            <a:r>
              <a:rPr lang="en-IN" dirty="0"/>
              <a:t>("/", "/public").</a:t>
            </a:r>
            <a:r>
              <a:rPr lang="en-IN" dirty="0" err="1"/>
              <a:t>permitAll</a:t>
            </a:r>
            <a:r>
              <a:rPr lang="en-IN" dirty="0"/>
              <a:t>()</a:t>
            </a:r>
          </a:p>
          <a:p>
            <a:pPr marL="0" indent="0">
              <a:buNone/>
            </a:pPr>
            <a:r>
              <a:rPr lang="en-IN" dirty="0"/>
              <a:t>                .</a:t>
            </a:r>
            <a:r>
              <a:rPr lang="en-IN" dirty="0" err="1"/>
              <a:t>anyRequest</a:t>
            </a:r>
            <a:r>
              <a:rPr lang="en-IN" dirty="0"/>
              <a:t>().authenticated()</a:t>
            </a:r>
          </a:p>
          <a:p>
            <a:pPr marL="0" indent="0">
              <a:buNone/>
            </a:pPr>
            <a:r>
              <a:rPr lang="en-IN" dirty="0"/>
              <a:t>            )</a:t>
            </a:r>
          </a:p>
        </p:txBody>
      </p:sp>
      <p:sp>
        <p:nvSpPr>
          <p:cNvPr id="4" name="Content Placeholder 3">
            <a:extLst>
              <a:ext uri="{FF2B5EF4-FFF2-40B4-BE49-F238E27FC236}">
                <a16:creationId xmlns:a16="http://schemas.microsoft.com/office/drawing/2014/main" id="{02CCF3E0-859E-3B4B-AD3C-7B5AAAAEA903}"/>
              </a:ext>
            </a:extLst>
          </p:cNvPr>
          <p:cNvSpPr>
            <a:spLocks noGrp="1"/>
          </p:cNvSpPr>
          <p:nvPr>
            <p:ph sz="half" idx="2"/>
          </p:nvPr>
        </p:nvSpPr>
        <p:spPr>
          <a:xfrm>
            <a:off x="6172200" y="681038"/>
            <a:ext cx="5181600" cy="5495925"/>
          </a:xfrm>
        </p:spPr>
        <p:txBody>
          <a:bodyPr>
            <a:noAutofit/>
          </a:bodyPr>
          <a:lstStyle/>
          <a:p>
            <a:pPr marL="0" indent="0">
              <a:buNone/>
            </a:pPr>
            <a:r>
              <a:rPr lang="en-IN" sz="1600" dirty="0"/>
              <a:t> .</a:t>
            </a:r>
            <a:r>
              <a:rPr lang="en-IN" sz="1600" dirty="0" err="1"/>
              <a:t>userDetailsService</a:t>
            </a:r>
            <a:r>
              <a:rPr lang="en-IN" sz="1600" dirty="0"/>
              <a:t>(</a:t>
            </a:r>
            <a:r>
              <a:rPr lang="en-IN" sz="1600" dirty="0" err="1"/>
              <a:t>userDetailsService</a:t>
            </a:r>
            <a:r>
              <a:rPr lang="en-IN" sz="1600" dirty="0"/>
              <a:t>)</a:t>
            </a:r>
          </a:p>
          <a:p>
            <a:pPr marL="0" indent="0">
              <a:buNone/>
            </a:pPr>
            <a:r>
              <a:rPr lang="en-IN" sz="1600" dirty="0"/>
              <a:t>            .</a:t>
            </a:r>
            <a:r>
              <a:rPr lang="en-IN" sz="1600" dirty="0" err="1"/>
              <a:t>formLogin</a:t>
            </a:r>
            <a:r>
              <a:rPr lang="en-IN" sz="1600" dirty="0"/>
              <a:t>(</a:t>
            </a:r>
            <a:r>
              <a:rPr lang="en-IN" sz="1600" dirty="0" err="1"/>
              <a:t>Customizer.withDefaults</a:t>
            </a:r>
            <a:r>
              <a:rPr lang="en-IN" sz="1600" dirty="0"/>
              <a:t>()); // Use default form login</a:t>
            </a:r>
          </a:p>
          <a:p>
            <a:pPr marL="0" indent="0">
              <a:buNone/>
            </a:pPr>
            <a:r>
              <a:rPr lang="en-IN" sz="1600" dirty="0"/>
              <a:t>        return </a:t>
            </a:r>
            <a:r>
              <a:rPr lang="en-IN" sz="1600" dirty="0" err="1"/>
              <a:t>http.build</a:t>
            </a:r>
            <a:r>
              <a:rPr lang="en-IN" sz="1600" dirty="0"/>
              <a:t>();</a:t>
            </a:r>
          </a:p>
          <a:p>
            <a:pPr marL="0" indent="0">
              <a:buNone/>
            </a:pPr>
            <a:r>
              <a:rPr lang="en-IN" sz="1600" dirty="0"/>
              <a:t>    }</a:t>
            </a:r>
          </a:p>
          <a:p>
            <a:pPr marL="0" indent="0">
              <a:buNone/>
            </a:pPr>
            <a:r>
              <a:rPr lang="en-IN" sz="1600" dirty="0"/>
              <a:t>    // To use in-memory users for basic testing, you can override the default.</a:t>
            </a:r>
          </a:p>
          <a:p>
            <a:pPr marL="0" indent="0">
              <a:buNone/>
            </a:pPr>
            <a:r>
              <a:rPr lang="en-IN" sz="1600" dirty="0"/>
              <a:t>    // In a real app, the </a:t>
            </a:r>
            <a:r>
              <a:rPr lang="en-IN" sz="1600" dirty="0" err="1"/>
              <a:t>UserDetailsService</a:t>
            </a:r>
            <a:r>
              <a:rPr lang="en-IN" sz="1600" dirty="0"/>
              <a:t> bean and </a:t>
            </a:r>
            <a:r>
              <a:rPr lang="en-IN" sz="1600" dirty="0" err="1"/>
              <a:t>UserDetails</a:t>
            </a:r>
            <a:r>
              <a:rPr lang="en-IN" sz="1600" dirty="0"/>
              <a:t> implementation would suffice.</a:t>
            </a:r>
          </a:p>
          <a:p>
            <a:pPr marL="0" indent="0">
              <a:buNone/>
            </a:pPr>
            <a:r>
              <a:rPr lang="en-IN" sz="1600" dirty="0"/>
              <a:t>    // @Bean</a:t>
            </a:r>
          </a:p>
          <a:p>
            <a:pPr marL="0" indent="0">
              <a:buNone/>
            </a:pPr>
            <a:r>
              <a:rPr lang="en-IN" sz="1600" dirty="0"/>
              <a:t>    // public </a:t>
            </a:r>
            <a:r>
              <a:rPr lang="en-IN" sz="1600" dirty="0" err="1"/>
              <a:t>UserDetailsService</a:t>
            </a:r>
            <a:r>
              <a:rPr lang="en-IN" sz="1600" dirty="0"/>
              <a:t> users() {</a:t>
            </a:r>
          </a:p>
          <a:p>
            <a:pPr marL="0" indent="0">
              <a:buNone/>
            </a:pPr>
            <a:r>
              <a:rPr lang="en-IN" sz="1600" dirty="0"/>
              <a:t>    //     </a:t>
            </a:r>
            <a:r>
              <a:rPr lang="en-IN" sz="1600" dirty="0" err="1"/>
              <a:t>UserDetails</a:t>
            </a:r>
            <a:r>
              <a:rPr lang="en-IN" sz="1600" dirty="0"/>
              <a:t> admin = </a:t>
            </a:r>
            <a:r>
              <a:rPr lang="en-IN" sz="1600" dirty="0" err="1"/>
              <a:t>User.builder</a:t>
            </a:r>
            <a:r>
              <a:rPr lang="en-IN" sz="1600" dirty="0"/>
              <a:t>().username("admin").password("{noop}password").roles("ADMIN", "USER").build();</a:t>
            </a:r>
          </a:p>
          <a:p>
            <a:pPr marL="0" indent="0">
              <a:buNone/>
            </a:pPr>
            <a:r>
              <a:rPr lang="en-IN" sz="1600" dirty="0"/>
              <a:t>    //     </a:t>
            </a:r>
            <a:r>
              <a:rPr lang="en-IN" sz="1600" dirty="0" err="1"/>
              <a:t>UserDetails</a:t>
            </a:r>
            <a:r>
              <a:rPr lang="en-IN" sz="1600" dirty="0"/>
              <a:t> user = </a:t>
            </a:r>
            <a:r>
              <a:rPr lang="en-IN" sz="1600" dirty="0" err="1"/>
              <a:t>User.builder</a:t>
            </a:r>
            <a:r>
              <a:rPr lang="en-IN" sz="1600" dirty="0"/>
              <a:t>().username("user").password("{noop}password").roles("USER").build();</a:t>
            </a:r>
          </a:p>
          <a:p>
            <a:pPr marL="0" indent="0">
              <a:buNone/>
            </a:pPr>
            <a:r>
              <a:rPr lang="en-IN" sz="1600" dirty="0"/>
              <a:t>    //     return new </a:t>
            </a:r>
            <a:r>
              <a:rPr lang="en-IN" sz="1600" dirty="0" err="1"/>
              <a:t>InMemoryUserDetailsManager</a:t>
            </a:r>
            <a:r>
              <a:rPr lang="en-IN" sz="1600" dirty="0"/>
              <a:t>(admin, user);</a:t>
            </a:r>
          </a:p>
          <a:p>
            <a:pPr marL="0" indent="0">
              <a:buNone/>
            </a:pPr>
            <a:r>
              <a:rPr lang="en-IN" sz="1600" dirty="0"/>
              <a:t>    // }</a:t>
            </a:r>
          </a:p>
          <a:p>
            <a:pPr marL="0" indent="0">
              <a:buNone/>
            </a:pPr>
            <a:r>
              <a:rPr lang="en-IN" sz="1600" dirty="0"/>
              <a:t>}</a:t>
            </a:r>
          </a:p>
          <a:p>
            <a:pPr marL="0" indent="0">
              <a:buNone/>
            </a:pPr>
            <a:endParaRPr lang="en-IN" sz="1600" dirty="0"/>
          </a:p>
        </p:txBody>
      </p:sp>
    </p:spTree>
    <p:extLst>
      <p:ext uri="{BB962C8B-B14F-4D97-AF65-F5344CB8AC3E}">
        <p14:creationId xmlns:p14="http://schemas.microsoft.com/office/powerpoint/2010/main" val="7045790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6619869-B5FA-79F4-4873-04D42E69C5E1}"/>
              </a:ext>
            </a:extLst>
          </p:cNvPr>
          <p:cNvSpPr>
            <a:spLocks noGrp="1"/>
          </p:cNvSpPr>
          <p:nvPr>
            <p:ph type="title"/>
          </p:nvPr>
        </p:nvSpPr>
        <p:spPr/>
        <p:txBody>
          <a:bodyPr/>
          <a:lstStyle/>
          <a:p>
            <a:endParaRPr lang="en-IN"/>
          </a:p>
        </p:txBody>
      </p:sp>
      <p:sp>
        <p:nvSpPr>
          <p:cNvPr id="6" name="Content Placeholder 5">
            <a:extLst>
              <a:ext uri="{FF2B5EF4-FFF2-40B4-BE49-F238E27FC236}">
                <a16:creationId xmlns:a16="http://schemas.microsoft.com/office/drawing/2014/main" id="{2BED1601-BA62-A982-8CF0-7147A651A079}"/>
              </a:ext>
            </a:extLst>
          </p:cNvPr>
          <p:cNvSpPr>
            <a:spLocks noGrp="1"/>
          </p:cNvSpPr>
          <p:nvPr>
            <p:ph idx="1"/>
          </p:nvPr>
        </p:nvSpPr>
        <p:spPr/>
        <p:txBody>
          <a:bodyPr>
            <a:normAutofit/>
          </a:bodyPr>
          <a:lstStyle/>
          <a:p>
            <a:r>
              <a:rPr lang="en-US" dirty="0" err="1"/>
              <a:t>hasRole</a:t>
            </a:r>
            <a:r>
              <a:rPr lang="en-US" dirty="0"/>
              <a:t>() and </a:t>
            </a:r>
            <a:r>
              <a:rPr lang="en-US" dirty="0" err="1"/>
              <a:t>hasAuthority</a:t>
            </a:r>
            <a:r>
              <a:rPr lang="en-US" dirty="0"/>
              <a:t>(): </a:t>
            </a:r>
          </a:p>
          <a:p>
            <a:pPr lvl="1"/>
            <a:r>
              <a:rPr lang="en-US" dirty="0"/>
              <a:t>The </a:t>
            </a:r>
            <a:r>
              <a:rPr lang="en-US" dirty="0" err="1"/>
              <a:t>hasRole</a:t>
            </a:r>
            <a:r>
              <a:rPr lang="en-US" dirty="0"/>
              <a:t>() method is a shortcut that automatically prefixes the role name with "ROLE_", so </a:t>
            </a:r>
            <a:r>
              <a:rPr lang="en-US" dirty="0" err="1"/>
              <a:t>hasRole</a:t>
            </a:r>
            <a:r>
              <a:rPr lang="en-US" dirty="0"/>
              <a:t>("ADMIN") looks for the authority "ROLE_ADMIN".</a:t>
            </a:r>
          </a:p>
          <a:p>
            <a:r>
              <a:rPr lang="en-US" dirty="0"/>
              <a:t>Request matchers:</a:t>
            </a:r>
          </a:p>
          <a:p>
            <a:pPr lvl="1"/>
            <a:r>
              <a:rPr lang="en-US" dirty="0"/>
              <a:t> Rules should be ordered from most specific to least specific. The </a:t>
            </a:r>
            <a:r>
              <a:rPr lang="en-US" dirty="0" err="1"/>
              <a:t>anyRequest</a:t>
            </a:r>
            <a:r>
              <a:rPr lang="en-US" dirty="0"/>
              <a:t>().authenticated() at the end acts as a catch-all.</a:t>
            </a:r>
          </a:p>
          <a:p>
            <a:r>
              <a:rPr lang="en-US" dirty="0"/>
              <a:t>{</a:t>
            </a:r>
            <a:r>
              <a:rPr lang="en-US" dirty="0" err="1"/>
              <a:t>noop</a:t>
            </a:r>
            <a:r>
              <a:rPr lang="en-US" dirty="0"/>
              <a:t>} prefix:</a:t>
            </a:r>
          </a:p>
          <a:p>
            <a:pPr lvl="1"/>
            <a:r>
              <a:rPr lang="en-US" dirty="0"/>
              <a:t> This tells Spring to use a plain-text password for demonstration. In a production application, you should always use a password encoder like </a:t>
            </a:r>
            <a:r>
              <a:rPr lang="en-US" dirty="0" err="1"/>
              <a:t>BCryptPasswordEncoder</a:t>
            </a:r>
            <a:r>
              <a:rPr lang="en-US" dirty="0"/>
              <a:t>.</a:t>
            </a:r>
            <a:endParaRPr lang="en-IN" dirty="0"/>
          </a:p>
        </p:txBody>
      </p:sp>
    </p:spTree>
    <p:extLst>
      <p:ext uri="{BB962C8B-B14F-4D97-AF65-F5344CB8AC3E}">
        <p14:creationId xmlns:p14="http://schemas.microsoft.com/office/powerpoint/2010/main" val="7002769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8874F-EC3E-3ADC-6675-DB9E186B552E}"/>
              </a:ext>
            </a:extLst>
          </p:cNvPr>
          <p:cNvSpPr>
            <a:spLocks noGrp="1"/>
          </p:cNvSpPr>
          <p:nvPr>
            <p:ph type="title"/>
          </p:nvPr>
        </p:nvSpPr>
        <p:spPr/>
        <p:txBody>
          <a:bodyPr/>
          <a:lstStyle/>
          <a:p>
            <a:r>
              <a:rPr lang="en-US" dirty="0"/>
              <a:t>Controller</a:t>
            </a:r>
            <a:endParaRPr lang="en-IN" dirty="0"/>
          </a:p>
        </p:txBody>
      </p:sp>
      <p:sp>
        <p:nvSpPr>
          <p:cNvPr id="3" name="Content Placeholder 2">
            <a:extLst>
              <a:ext uri="{FF2B5EF4-FFF2-40B4-BE49-F238E27FC236}">
                <a16:creationId xmlns:a16="http://schemas.microsoft.com/office/drawing/2014/main" id="{8984FC5E-D632-AC0C-26AE-B5B35D3BD9D1}"/>
              </a:ext>
            </a:extLst>
          </p:cNvPr>
          <p:cNvSpPr>
            <a:spLocks noGrp="1"/>
          </p:cNvSpPr>
          <p:nvPr>
            <p:ph sz="half" idx="1"/>
          </p:nvPr>
        </p:nvSpPr>
        <p:spPr>
          <a:xfrm>
            <a:off x="838200" y="1825625"/>
            <a:ext cx="5181600" cy="5391604"/>
          </a:xfrm>
        </p:spPr>
        <p:txBody>
          <a:bodyPr>
            <a:normAutofit fontScale="55000" lnSpcReduction="20000"/>
          </a:bodyPr>
          <a:lstStyle/>
          <a:p>
            <a:pPr marL="0" indent="0">
              <a:buNone/>
            </a:pPr>
            <a:r>
              <a:rPr lang="en-US" dirty="0"/>
              <a:t>@RestController</a:t>
            </a:r>
          </a:p>
          <a:p>
            <a:pPr marL="0" indent="0">
              <a:buNone/>
            </a:pPr>
            <a:r>
              <a:rPr lang="en-US" dirty="0"/>
              <a:t>public class </a:t>
            </a:r>
            <a:r>
              <a:rPr lang="en-US" dirty="0" err="1"/>
              <a:t>TestController</a:t>
            </a:r>
            <a:r>
              <a:rPr lang="en-US" dirty="0"/>
              <a:t> {</a:t>
            </a:r>
          </a:p>
          <a:p>
            <a:pPr marL="0" indent="0">
              <a:buNone/>
            </a:pPr>
            <a:endParaRPr lang="en-US" dirty="0"/>
          </a:p>
          <a:p>
            <a:pPr marL="0" indent="0">
              <a:buNone/>
            </a:pPr>
            <a:r>
              <a:rPr lang="en-US" dirty="0"/>
              <a:t>    @GetMapping("/public")</a:t>
            </a:r>
          </a:p>
          <a:p>
            <a:pPr marL="0" indent="0">
              <a:buNone/>
            </a:pPr>
            <a:r>
              <a:rPr lang="en-US" dirty="0"/>
              <a:t>    public String </a:t>
            </a:r>
            <a:r>
              <a:rPr lang="en-US" dirty="0" err="1"/>
              <a:t>publicEndpoint</a:t>
            </a:r>
            <a:r>
              <a:rPr lang="en-US" dirty="0"/>
              <a:t>() {</a:t>
            </a:r>
          </a:p>
          <a:p>
            <a:pPr marL="0" indent="0">
              <a:buNone/>
            </a:pPr>
            <a:r>
              <a:rPr lang="en-US" dirty="0"/>
              <a:t>        return "This is a public endpoint.";</a:t>
            </a:r>
          </a:p>
          <a:p>
            <a:pPr marL="0" indent="0">
              <a:buNone/>
            </a:pPr>
            <a:r>
              <a:rPr lang="en-US" dirty="0"/>
              <a:t>    }</a:t>
            </a:r>
          </a:p>
          <a:p>
            <a:pPr marL="0" indent="0">
              <a:buNone/>
            </a:pPr>
            <a:endParaRPr lang="en-US" dirty="0"/>
          </a:p>
          <a:p>
            <a:pPr marL="0" indent="0">
              <a:buNone/>
            </a:pPr>
            <a:r>
              <a:rPr lang="en-US" dirty="0"/>
              <a:t>    @GetMapping("/admin")</a:t>
            </a:r>
          </a:p>
          <a:p>
            <a:pPr marL="0" indent="0">
              <a:buNone/>
            </a:pPr>
            <a:r>
              <a:rPr lang="en-US" dirty="0"/>
              <a:t>    public String </a:t>
            </a:r>
            <a:r>
              <a:rPr lang="en-US" dirty="0" err="1"/>
              <a:t>adminEndpoint</a:t>
            </a:r>
            <a:r>
              <a:rPr lang="en-US" dirty="0"/>
              <a:t>() {</a:t>
            </a:r>
          </a:p>
          <a:p>
            <a:pPr marL="0" indent="0">
              <a:buNone/>
            </a:pPr>
            <a:r>
              <a:rPr lang="en-US" dirty="0"/>
              <a:t>        return "This is an ADMIN-only endpoint.";</a:t>
            </a:r>
          </a:p>
          <a:p>
            <a:pPr marL="0" indent="0">
              <a:buNone/>
            </a:pPr>
            <a:r>
              <a:rPr lang="en-US" dirty="0"/>
              <a:t>    }</a:t>
            </a:r>
          </a:p>
          <a:p>
            <a:pPr marL="0" indent="0">
              <a:buNone/>
            </a:pPr>
            <a:endParaRPr lang="en-US" dirty="0"/>
          </a:p>
          <a:p>
            <a:pPr marL="0" indent="0">
              <a:buNone/>
            </a:pPr>
            <a:r>
              <a:rPr lang="en-US" dirty="0"/>
              <a:t>    @GetMapping("/user")</a:t>
            </a:r>
          </a:p>
          <a:p>
            <a:pPr marL="0" indent="0">
              <a:buNone/>
            </a:pPr>
            <a:r>
              <a:rPr lang="en-US" dirty="0"/>
              <a:t>    public String </a:t>
            </a:r>
            <a:r>
              <a:rPr lang="en-US" dirty="0" err="1"/>
              <a:t>userEndpoint</a:t>
            </a:r>
            <a:r>
              <a:rPr lang="en-US" dirty="0"/>
              <a:t>() {</a:t>
            </a:r>
          </a:p>
          <a:p>
            <a:pPr marL="0" indent="0">
              <a:buNone/>
            </a:pPr>
            <a:r>
              <a:rPr lang="en-US" dirty="0"/>
              <a:t>        return "This is a USER endpoint, accessible by ADMINs and USERs.";</a:t>
            </a:r>
          </a:p>
          <a:p>
            <a:pPr marL="0" indent="0">
              <a:buNone/>
            </a:pPr>
            <a:r>
              <a:rPr lang="en-US" dirty="0"/>
              <a:t>    }</a:t>
            </a:r>
          </a:p>
          <a:p>
            <a:pPr marL="0" indent="0">
              <a:buNone/>
            </a:pPr>
            <a:r>
              <a:rPr lang="en-US" dirty="0"/>
              <a:t>}</a:t>
            </a:r>
          </a:p>
          <a:p>
            <a:pPr marL="0" indent="0">
              <a:buNone/>
            </a:pPr>
            <a:endParaRPr lang="en-US" dirty="0"/>
          </a:p>
          <a:p>
            <a:pPr marL="0" indent="0">
              <a:buNone/>
            </a:pPr>
            <a:endParaRPr lang="en-US" dirty="0"/>
          </a:p>
          <a:p>
            <a:pPr marL="0" indent="0">
              <a:buNone/>
            </a:pPr>
            <a:endParaRPr lang="en-IN" dirty="0"/>
          </a:p>
        </p:txBody>
      </p:sp>
      <p:sp>
        <p:nvSpPr>
          <p:cNvPr id="4" name="Content Placeholder 3">
            <a:extLst>
              <a:ext uri="{FF2B5EF4-FFF2-40B4-BE49-F238E27FC236}">
                <a16:creationId xmlns:a16="http://schemas.microsoft.com/office/drawing/2014/main" id="{3593CACF-36C9-92D1-968B-26EF2D335DD9}"/>
              </a:ext>
            </a:extLst>
          </p:cNvPr>
          <p:cNvSpPr>
            <a:spLocks noGrp="1"/>
          </p:cNvSpPr>
          <p:nvPr>
            <p:ph sz="half" idx="2"/>
          </p:nvPr>
        </p:nvSpPr>
        <p:spPr/>
        <p:txBody>
          <a:bodyPr>
            <a:normAutofit fontScale="55000" lnSpcReduction="20000"/>
          </a:bodyPr>
          <a:lstStyle/>
          <a:p>
            <a:endParaRPr lang="en-IN"/>
          </a:p>
        </p:txBody>
      </p:sp>
    </p:spTree>
    <p:extLst>
      <p:ext uri="{BB962C8B-B14F-4D97-AF65-F5344CB8AC3E}">
        <p14:creationId xmlns:p14="http://schemas.microsoft.com/office/powerpoint/2010/main" val="13554945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37734-7DDD-D0A2-85BA-9B1179A44923}"/>
              </a:ext>
            </a:extLst>
          </p:cNvPr>
          <p:cNvSpPr>
            <a:spLocks noGrp="1"/>
          </p:cNvSpPr>
          <p:nvPr>
            <p:ph type="title"/>
          </p:nvPr>
        </p:nvSpPr>
        <p:spPr/>
        <p:txBody>
          <a:bodyPr/>
          <a:lstStyle/>
          <a:p>
            <a:r>
              <a:rPr lang="en-IN" dirty="0"/>
              <a:t>Method-level security with @PreAuthorize</a:t>
            </a:r>
            <a:br>
              <a:rPr lang="en-IN" dirty="0"/>
            </a:br>
            <a:endParaRPr lang="en-IN" dirty="0"/>
          </a:p>
        </p:txBody>
      </p:sp>
      <p:sp>
        <p:nvSpPr>
          <p:cNvPr id="6" name="Content Placeholder 5">
            <a:extLst>
              <a:ext uri="{FF2B5EF4-FFF2-40B4-BE49-F238E27FC236}">
                <a16:creationId xmlns:a16="http://schemas.microsoft.com/office/drawing/2014/main" id="{8C90EE4C-6546-BF13-2080-EC386D576A24}"/>
              </a:ext>
            </a:extLst>
          </p:cNvPr>
          <p:cNvSpPr>
            <a:spLocks noGrp="1"/>
          </p:cNvSpPr>
          <p:nvPr>
            <p:ph idx="1"/>
          </p:nvPr>
        </p:nvSpPr>
        <p:spPr/>
        <p:txBody>
          <a:bodyPr/>
          <a:lstStyle/>
          <a:p>
            <a:r>
              <a:rPr lang="en-US" dirty="0"/>
              <a:t>Enable method security: Add the @EnableMethodSecurity annotation to your </a:t>
            </a:r>
            <a:r>
              <a:rPr lang="en-US" dirty="0" err="1"/>
              <a:t>SecurityConfig</a:t>
            </a:r>
            <a:r>
              <a:rPr lang="en-US" dirty="0"/>
              <a:t> class.SecurityConfig.java</a:t>
            </a:r>
          </a:p>
          <a:p>
            <a:pPr marL="0" indent="0">
              <a:buNone/>
            </a:pPr>
            <a:r>
              <a:rPr lang="en-US" dirty="0"/>
              <a:t>@Configuration</a:t>
            </a:r>
          </a:p>
          <a:p>
            <a:pPr marL="0" indent="0">
              <a:buNone/>
            </a:pPr>
            <a:r>
              <a:rPr lang="en-US" dirty="0"/>
              <a:t>@EnableWebSecurity</a:t>
            </a:r>
          </a:p>
          <a:p>
            <a:pPr marL="0" indent="0">
              <a:buNone/>
            </a:pPr>
            <a:r>
              <a:rPr lang="en-US" dirty="0"/>
              <a:t>@EnableMethodSecurity // Add this line</a:t>
            </a:r>
          </a:p>
          <a:p>
            <a:pPr marL="0" indent="0">
              <a:buNone/>
            </a:pPr>
            <a:r>
              <a:rPr lang="en-US" dirty="0"/>
              <a:t>public class </a:t>
            </a:r>
            <a:r>
              <a:rPr lang="en-US" dirty="0" err="1"/>
              <a:t>SecurityConfig</a:t>
            </a:r>
            <a:r>
              <a:rPr lang="en-US" dirty="0"/>
              <a:t> {</a:t>
            </a:r>
          </a:p>
          <a:p>
            <a:pPr marL="0" indent="0">
              <a:buNone/>
            </a:pPr>
            <a:r>
              <a:rPr lang="en-US" dirty="0"/>
              <a:t>    // ... (rest of the class is the same)</a:t>
            </a:r>
          </a:p>
          <a:p>
            <a:pPr marL="0" indent="0">
              <a:buNone/>
            </a:pPr>
            <a:r>
              <a:rPr lang="en-US" dirty="0"/>
              <a:t>}</a:t>
            </a:r>
          </a:p>
          <a:p>
            <a:pPr marL="0" indent="0">
              <a:buNone/>
            </a:pPr>
            <a:endParaRPr lang="en-IN" dirty="0"/>
          </a:p>
        </p:txBody>
      </p:sp>
    </p:spTree>
    <p:extLst>
      <p:ext uri="{BB962C8B-B14F-4D97-AF65-F5344CB8AC3E}">
        <p14:creationId xmlns:p14="http://schemas.microsoft.com/office/powerpoint/2010/main" val="20446181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BAEC2A-89E9-3CF1-E7C1-95BD2196BADB}"/>
              </a:ext>
            </a:extLst>
          </p:cNvPr>
          <p:cNvSpPr>
            <a:spLocks noGrp="1"/>
          </p:cNvSpPr>
          <p:nvPr>
            <p:ph idx="1"/>
          </p:nvPr>
        </p:nvSpPr>
        <p:spPr>
          <a:xfrm>
            <a:off x="838200" y="164592"/>
            <a:ext cx="10515600" cy="6012371"/>
          </a:xfrm>
        </p:spPr>
        <p:txBody>
          <a:bodyPr>
            <a:normAutofit fontScale="62500" lnSpcReduction="20000"/>
          </a:bodyPr>
          <a:lstStyle/>
          <a:p>
            <a:r>
              <a:rPr lang="en-US" dirty="0"/>
              <a:t>Use annotations on methods: Apply annotations like @PreAuthorize to your controller or service methods.</a:t>
            </a:r>
          </a:p>
          <a:p>
            <a:pPr marL="0" indent="0">
              <a:buNone/>
            </a:pPr>
            <a:r>
              <a:rPr lang="en-US" dirty="0"/>
              <a:t>@RestController</a:t>
            </a:r>
          </a:p>
          <a:p>
            <a:pPr marL="0" indent="0">
              <a:buNone/>
            </a:pPr>
            <a:r>
              <a:rPr lang="en-US" dirty="0"/>
              <a:t>public class </a:t>
            </a:r>
            <a:r>
              <a:rPr lang="en-US" dirty="0" err="1"/>
              <a:t>TestController</a:t>
            </a:r>
            <a:r>
              <a:rPr lang="en-US" dirty="0"/>
              <a:t> {</a:t>
            </a:r>
          </a:p>
          <a:p>
            <a:pPr marL="0" indent="0">
              <a:buNone/>
            </a:pPr>
            <a:endParaRPr lang="en-US" dirty="0"/>
          </a:p>
          <a:p>
            <a:pPr marL="0" indent="0">
              <a:buNone/>
            </a:pPr>
            <a:r>
              <a:rPr lang="en-US" dirty="0"/>
              <a:t>    // ... (other endpoints)</a:t>
            </a:r>
          </a:p>
          <a:p>
            <a:pPr marL="0" indent="0">
              <a:buNone/>
            </a:pPr>
            <a:endParaRPr lang="en-US" dirty="0"/>
          </a:p>
          <a:p>
            <a:pPr marL="0" indent="0">
              <a:buNone/>
            </a:pPr>
            <a:r>
              <a:rPr lang="en-US" dirty="0"/>
              <a:t>    @GetMapping("/admin/data")</a:t>
            </a:r>
          </a:p>
          <a:p>
            <a:pPr marL="0" indent="0">
              <a:buNone/>
            </a:pPr>
            <a:r>
              <a:rPr lang="en-US" dirty="0"/>
              <a:t>    @PreAuthorize("hasRole('ADMIN')")</a:t>
            </a:r>
          </a:p>
          <a:p>
            <a:pPr marL="0" indent="0">
              <a:buNone/>
            </a:pPr>
            <a:r>
              <a:rPr lang="en-US" dirty="0"/>
              <a:t>    public String </a:t>
            </a:r>
            <a:r>
              <a:rPr lang="en-US" dirty="0" err="1"/>
              <a:t>adminData</a:t>
            </a:r>
            <a:r>
              <a:rPr lang="en-US" dirty="0"/>
              <a:t>() {</a:t>
            </a:r>
          </a:p>
          <a:p>
            <a:pPr marL="0" indent="0">
              <a:buNone/>
            </a:pPr>
            <a:r>
              <a:rPr lang="en-US" dirty="0"/>
              <a:t>        return "This data is only for ADMINs.";</a:t>
            </a:r>
          </a:p>
          <a:p>
            <a:pPr marL="0" indent="0">
              <a:buNone/>
            </a:pPr>
            <a:r>
              <a:rPr lang="en-US" dirty="0"/>
              <a:t>    }</a:t>
            </a:r>
          </a:p>
          <a:p>
            <a:pPr marL="0" indent="0">
              <a:buNone/>
            </a:pPr>
            <a:endParaRPr lang="en-US" dirty="0"/>
          </a:p>
          <a:p>
            <a:pPr marL="0" indent="0">
              <a:buNone/>
            </a:pPr>
            <a:r>
              <a:rPr lang="en-US" dirty="0"/>
              <a:t>    @GetMapping("/user/data")</a:t>
            </a:r>
          </a:p>
          <a:p>
            <a:pPr marL="0" indent="0">
              <a:buNone/>
            </a:pPr>
            <a:r>
              <a:rPr lang="en-US" dirty="0"/>
              <a:t>    @PreAuthorize("hasRole('USER')")</a:t>
            </a:r>
          </a:p>
          <a:p>
            <a:pPr marL="0" indent="0">
              <a:buNone/>
            </a:pPr>
            <a:r>
              <a:rPr lang="en-US" dirty="0"/>
              <a:t>    public String </a:t>
            </a:r>
            <a:r>
              <a:rPr lang="en-US" dirty="0" err="1"/>
              <a:t>userData</a:t>
            </a:r>
            <a:r>
              <a:rPr lang="en-US" dirty="0"/>
              <a:t>() {</a:t>
            </a:r>
          </a:p>
          <a:p>
            <a:pPr marL="0" indent="0">
              <a:buNone/>
            </a:pPr>
            <a:r>
              <a:rPr lang="en-US" dirty="0"/>
              <a:t>        return "This data is for USERs.";</a:t>
            </a:r>
          </a:p>
          <a:p>
            <a:pPr marL="0" indent="0">
              <a:buNone/>
            </a:pPr>
            <a:r>
              <a:rPr lang="en-US" dirty="0"/>
              <a:t>    }</a:t>
            </a:r>
          </a:p>
          <a:p>
            <a:pPr marL="0" indent="0">
              <a:buNone/>
            </a:pPr>
            <a:r>
              <a:rPr lang="en-US" dirty="0"/>
              <a:t>}</a:t>
            </a:r>
          </a:p>
          <a:p>
            <a:pPr marL="0" indent="0">
              <a:buNone/>
            </a:pPr>
            <a:endParaRPr lang="en-IN" dirty="0"/>
          </a:p>
        </p:txBody>
      </p:sp>
    </p:spTree>
    <p:extLst>
      <p:ext uri="{BB962C8B-B14F-4D97-AF65-F5344CB8AC3E}">
        <p14:creationId xmlns:p14="http://schemas.microsoft.com/office/powerpoint/2010/main" val="1003051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3C665-2981-D3CE-C8F4-1695D1872A44}"/>
              </a:ext>
            </a:extLst>
          </p:cNvPr>
          <p:cNvSpPr>
            <a:spLocks noGrp="1"/>
          </p:cNvSpPr>
          <p:nvPr>
            <p:ph type="title"/>
          </p:nvPr>
        </p:nvSpPr>
        <p:spPr>
          <a:xfrm>
            <a:off x="838200" y="365125"/>
            <a:ext cx="10515600" cy="796163"/>
          </a:xfrm>
        </p:spPr>
        <p:txBody>
          <a:bodyPr/>
          <a:lstStyle/>
          <a:p>
            <a:r>
              <a:rPr lang="en-US" dirty="0"/>
              <a:t>Spring Boot Spring Security with JPA</a:t>
            </a:r>
            <a:endParaRPr lang="en-IN" dirty="0"/>
          </a:p>
        </p:txBody>
      </p:sp>
      <p:sp>
        <p:nvSpPr>
          <p:cNvPr id="3" name="Content Placeholder 2">
            <a:extLst>
              <a:ext uri="{FF2B5EF4-FFF2-40B4-BE49-F238E27FC236}">
                <a16:creationId xmlns:a16="http://schemas.microsoft.com/office/drawing/2014/main" id="{EC0CA9D8-45AB-DCCE-582C-6F06D1ABD8DE}"/>
              </a:ext>
            </a:extLst>
          </p:cNvPr>
          <p:cNvSpPr>
            <a:spLocks noGrp="1"/>
          </p:cNvSpPr>
          <p:nvPr>
            <p:ph sz="half" idx="1"/>
          </p:nvPr>
        </p:nvSpPr>
        <p:spPr>
          <a:xfrm>
            <a:off x="838200" y="1161288"/>
            <a:ext cx="5181600" cy="5696711"/>
          </a:xfrm>
        </p:spPr>
        <p:txBody>
          <a:bodyPr>
            <a:noAutofit/>
          </a:bodyPr>
          <a:lstStyle/>
          <a:p>
            <a:r>
              <a:rPr lang="en-US" sz="1400" dirty="0"/>
              <a:t>User Entity and Repository:</a:t>
            </a:r>
          </a:p>
          <a:p>
            <a:pPr marL="0" indent="0">
              <a:buNone/>
            </a:pPr>
            <a:endParaRPr lang="en-US" sz="1400" dirty="0"/>
          </a:p>
          <a:p>
            <a:pPr marL="0" indent="0">
              <a:buNone/>
            </a:pPr>
            <a:r>
              <a:rPr lang="en-US" sz="1400" dirty="0"/>
              <a:t>@Entity </a:t>
            </a:r>
          </a:p>
          <a:p>
            <a:pPr marL="0" indent="0">
              <a:buNone/>
            </a:pPr>
            <a:r>
              <a:rPr lang="en-US" sz="1400" dirty="0"/>
              <a:t>@Data</a:t>
            </a:r>
          </a:p>
          <a:p>
            <a:pPr marL="0" indent="0">
              <a:buNone/>
            </a:pPr>
            <a:r>
              <a:rPr lang="en-US" sz="1400" dirty="0"/>
              <a:t>@Table(name = "users")</a:t>
            </a:r>
          </a:p>
          <a:p>
            <a:pPr marL="0" indent="0">
              <a:buNone/>
            </a:pPr>
            <a:r>
              <a:rPr lang="en-US" sz="1400" dirty="0"/>
              <a:t>public class User {</a:t>
            </a:r>
          </a:p>
          <a:p>
            <a:pPr marL="0" indent="0">
              <a:buNone/>
            </a:pPr>
            <a:r>
              <a:rPr lang="en-US" sz="1400" dirty="0"/>
              <a:t>	</a:t>
            </a:r>
          </a:p>
          <a:p>
            <a:pPr marL="0" indent="0">
              <a:buNone/>
            </a:pPr>
            <a:r>
              <a:rPr lang="en-US" sz="1400" dirty="0"/>
              <a:t>@Id</a:t>
            </a:r>
          </a:p>
          <a:p>
            <a:pPr marL="0" indent="0">
              <a:buNone/>
            </a:pPr>
            <a:r>
              <a:rPr lang="en-US" sz="1400" dirty="0"/>
              <a:t>@GeneratedValue(strategy = </a:t>
            </a:r>
            <a:r>
              <a:rPr lang="en-US" sz="1400" dirty="0" err="1"/>
              <a:t>GenerationType.IDENTITY</a:t>
            </a:r>
            <a:r>
              <a:rPr lang="en-US" sz="1400" dirty="0"/>
              <a:t>)</a:t>
            </a:r>
          </a:p>
          <a:p>
            <a:pPr marL="0" indent="0">
              <a:buNone/>
            </a:pPr>
            <a:r>
              <a:rPr lang="en-US" sz="1400" dirty="0"/>
              <a:t>    private Long id;</a:t>
            </a:r>
          </a:p>
          <a:p>
            <a:pPr marL="0" indent="0">
              <a:buNone/>
            </a:pPr>
            <a:r>
              <a:rPr lang="en-US" sz="1400" dirty="0"/>
              <a:t>    </a:t>
            </a:r>
          </a:p>
          <a:p>
            <a:pPr marL="0" indent="0">
              <a:buNone/>
            </a:pPr>
            <a:r>
              <a:rPr lang="en-US" sz="1400" dirty="0"/>
              <a:t>    @Column(nullable = false)</a:t>
            </a:r>
          </a:p>
          <a:p>
            <a:pPr marL="0" indent="0">
              <a:buNone/>
            </a:pPr>
            <a:r>
              <a:rPr lang="en-US" sz="1400" dirty="0"/>
              <a:t>    private String </a:t>
            </a:r>
            <a:r>
              <a:rPr lang="en-US" sz="1400" dirty="0" err="1"/>
              <a:t>userName</a:t>
            </a:r>
            <a:r>
              <a:rPr lang="en-US" sz="1400" dirty="0"/>
              <a:t>;</a:t>
            </a:r>
          </a:p>
          <a:p>
            <a:pPr marL="0" indent="0">
              <a:buNone/>
            </a:pPr>
            <a:endParaRPr lang="en-US" sz="1400" dirty="0"/>
          </a:p>
          <a:p>
            <a:pPr marL="0" indent="0">
              <a:buNone/>
            </a:pPr>
            <a:r>
              <a:rPr lang="en-US" sz="1400" dirty="0"/>
              <a:t>    @Column(nullable = false, length = 100)</a:t>
            </a:r>
          </a:p>
          <a:p>
            <a:pPr marL="0" indent="0">
              <a:buNone/>
            </a:pPr>
            <a:r>
              <a:rPr lang="en-US" sz="1400" dirty="0"/>
              <a:t>    private String password;</a:t>
            </a:r>
          </a:p>
          <a:p>
            <a:pPr marL="0" indent="0">
              <a:buNone/>
            </a:pPr>
            <a:endParaRPr lang="en-US" sz="1400" dirty="0"/>
          </a:p>
          <a:p>
            <a:pPr marL="0" indent="0">
              <a:buNone/>
            </a:pPr>
            <a:r>
              <a:rPr lang="en-US" sz="1400" dirty="0"/>
              <a:t>}</a:t>
            </a:r>
          </a:p>
          <a:p>
            <a:pPr marL="0" indent="0">
              <a:buNone/>
            </a:pPr>
            <a:br>
              <a:rPr lang="en-US" sz="1400" dirty="0"/>
            </a:br>
            <a:endParaRPr lang="en-IN" sz="1400" dirty="0"/>
          </a:p>
        </p:txBody>
      </p:sp>
      <p:sp>
        <p:nvSpPr>
          <p:cNvPr id="4" name="Content Placeholder 3">
            <a:extLst>
              <a:ext uri="{FF2B5EF4-FFF2-40B4-BE49-F238E27FC236}">
                <a16:creationId xmlns:a16="http://schemas.microsoft.com/office/drawing/2014/main" id="{904F0D98-9EFD-EFF2-74E2-B0E8FF0D531F}"/>
              </a:ext>
            </a:extLst>
          </p:cNvPr>
          <p:cNvSpPr>
            <a:spLocks noGrp="1"/>
          </p:cNvSpPr>
          <p:nvPr>
            <p:ph sz="half" idx="2"/>
          </p:nvPr>
        </p:nvSpPr>
        <p:spPr>
          <a:xfrm>
            <a:off x="6172200" y="1825625"/>
            <a:ext cx="5181600" cy="4858204"/>
          </a:xfrm>
        </p:spPr>
        <p:txBody>
          <a:bodyPr>
            <a:normAutofit/>
          </a:bodyPr>
          <a:lstStyle/>
          <a:p>
            <a:pPr marL="0" indent="0">
              <a:buNone/>
            </a:pPr>
            <a:r>
              <a:rPr lang="en-IN" sz="3200" dirty="0"/>
              <a:t>public interface </a:t>
            </a:r>
            <a:r>
              <a:rPr lang="en-IN" sz="3200" dirty="0" err="1"/>
              <a:t>UserRepository</a:t>
            </a:r>
            <a:r>
              <a:rPr lang="en-IN" sz="3200" dirty="0"/>
              <a:t> extends </a:t>
            </a:r>
            <a:r>
              <a:rPr lang="en-IN" sz="3200" dirty="0" err="1"/>
              <a:t>JpaRepository</a:t>
            </a:r>
            <a:r>
              <a:rPr lang="en-IN" sz="3200" dirty="0"/>
              <a:t>&lt;User, Long&gt;{</a:t>
            </a:r>
          </a:p>
          <a:p>
            <a:pPr marL="0" indent="0">
              <a:buNone/>
            </a:pPr>
            <a:r>
              <a:rPr lang="en-IN" sz="3200" dirty="0"/>
              <a:t>	</a:t>
            </a:r>
          </a:p>
          <a:p>
            <a:pPr marL="0" indent="0">
              <a:buNone/>
            </a:pPr>
            <a:r>
              <a:rPr lang="en-IN" sz="3200" dirty="0"/>
              <a:t>	User </a:t>
            </a:r>
            <a:r>
              <a:rPr lang="en-IN" sz="3200" dirty="0" err="1"/>
              <a:t>findByUserName</a:t>
            </a:r>
            <a:r>
              <a:rPr lang="en-IN" sz="3200" dirty="0"/>
              <a:t>(String username);</a:t>
            </a:r>
          </a:p>
          <a:p>
            <a:pPr marL="0" indent="0">
              <a:buNone/>
            </a:pPr>
            <a:endParaRPr lang="en-IN" sz="3200" dirty="0"/>
          </a:p>
          <a:p>
            <a:pPr marL="0" indent="0">
              <a:buNone/>
            </a:pPr>
            <a:r>
              <a:rPr lang="en-IN" sz="3200" dirty="0"/>
              <a:t>}</a:t>
            </a:r>
          </a:p>
        </p:txBody>
      </p:sp>
    </p:spTree>
    <p:extLst>
      <p:ext uri="{BB962C8B-B14F-4D97-AF65-F5344CB8AC3E}">
        <p14:creationId xmlns:p14="http://schemas.microsoft.com/office/powerpoint/2010/main" val="33126650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F6A3F-E90E-9349-26A6-816A82C66EEB}"/>
              </a:ext>
            </a:extLst>
          </p:cNvPr>
          <p:cNvSpPr>
            <a:spLocks noGrp="1"/>
          </p:cNvSpPr>
          <p:nvPr>
            <p:ph type="title"/>
          </p:nvPr>
        </p:nvSpPr>
        <p:spPr/>
        <p:txBody>
          <a:bodyPr/>
          <a:lstStyle/>
          <a:p>
            <a:r>
              <a:rPr lang="en-IN" dirty="0" err="1"/>
              <a:t>MyUserDetailsService</a:t>
            </a:r>
            <a:endParaRPr lang="en-IN" dirty="0"/>
          </a:p>
        </p:txBody>
      </p:sp>
      <p:sp>
        <p:nvSpPr>
          <p:cNvPr id="3" name="Content Placeholder 2">
            <a:extLst>
              <a:ext uri="{FF2B5EF4-FFF2-40B4-BE49-F238E27FC236}">
                <a16:creationId xmlns:a16="http://schemas.microsoft.com/office/drawing/2014/main" id="{AE950530-9A04-6642-0D1C-1E1D2E581BE2}"/>
              </a:ext>
            </a:extLst>
          </p:cNvPr>
          <p:cNvSpPr>
            <a:spLocks noGrp="1"/>
          </p:cNvSpPr>
          <p:nvPr>
            <p:ph idx="1"/>
          </p:nvPr>
        </p:nvSpPr>
        <p:spPr/>
        <p:txBody>
          <a:bodyPr>
            <a:normAutofit fontScale="47500" lnSpcReduction="20000"/>
          </a:bodyPr>
          <a:lstStyle/>
          <a:p>
            <a:pPr marL="0" indent="0">
              <a:buNone/>
            </a:pPr>
            <a:r>
              <a:rPr lang="en-IN" dirty="0"/>
              <a:t>@Service</a:t>
            </a:r>
          </a:p>
          <a:p>
            <a:pPr marL="0" indent="0">
              <a:buNone/>
            </a:pPr>
            <a:r>
              <a:rPr lang="en-IN" dirty="0"/>
              <a:t>public class </a:t>
            </a:r>
            <a:r>
              <a:rPr lang="en-IN" dirty="0" err="1"/>
              <a:t>MyUserDetailsService</a:t>
            </a:r>
            <a:r>
              <a:rPr lang="en-IN" dirty="0"/>
              <a:t> implements </a:t>
            </a:r>
            <a:r>
              <a:rPr lang="en-IN" dirty="0" err="1"/>
              <a:t>UserDetailsService</a:t>
            </a:r>
            <a:r>
              <a:rPr lang="en-IN" dirty="0"/>
              <a:t>{</a:t>
            </a:r>
          </a:p>
          <a:p>
            <a:pPr marL="0" indent="0">
              <a:buNone/>
            </a:pPr>
            <a:r>
              <a:rPr lang="en-IN" dirty="0"/>
              <a:t>	</a:t>
            </a:r>
          </a:p>
          <a:p>
            <a:pPr marL="0" indent="0">
              <a:buNone/>
            </a:pPr>
            <a:r>
              <a:rPr lang="en-IN" dirty="0"/>
              <a:t>	@Autowired</a:t>
            </a:r>
          </a:p>
          <a:p>
            <a:pPr marL="0" indent="0">
              <a:buNone/>
            </a:pPr>
            <a:r>
              <a:rPr lang="en-IN" dirty="0"/>
              <a:t>	private </a:t>
            </a:r>
            <a:r>
              <a:rPr lang="en-IN" dirty="0" err="1"/>
              <a:t>UserRepository</a:t>
            </a:r>
            <a:r>
              <a:rPr lang="en-IN" dirty="0"/>
              <a:t> repo;</a:t>
            </a:r>
          </a:p>
          <a:p>
            <a:pPr marL="0" indent="0">
              <a:buNone/>
            </a:pPr>
            <a:endParaRPr lang="en-IN" dirty="0"/>
          </a:p>
          <a:p>
            <a:pPr marL="0" indent="0">
              <a:buNone/>
            </a:pPr>
            <a:r>
              <a:rPr lang="en-IN" dirty="0"/>
              <a:t>	@Override</a:t>
            </a:r>
          </a:p>
          <a:p>
            <a:pPr marL="0" indent="0">
              <a:buNone/>
            </a:pPr>
            <a:r>
              <a:rPr lang="en-IN" dirty="0"/>
              <a:t>	public </a:t>
            </a:r>
            <a:r>
              <a:rPr lang="en-IN" dirty="0" err="1"/>
              <a:t>UserDetails</a:t>
            </a:r>
            <a:r>
              <a:rPr lang="en-IN" dirty="0"/>
              <a:t> </a:t>
            </a:r>
            <a:r>
              <a:rPr lang="en-IN" dirty="0" err="1"/>
              <a:t>loadUserByUsername</a:t>
            </a:r>
            <a:r>
              <a:rPr lang="en-IN" dirty="0"/>
              <a:t>(String username) throws </a:t>
            </a:r>
            <a:r>
              <a:rPr lang="en-IN" dirty="0" err="1"/>
              <a:t>UsernameNotFoundException</a:t>
            </a:r>
            <a:r>
              <a:rPr lang="en-IN" dirty="0"/>
              <a:t> {</a:t>
            </a:r>
          </a:p>
          <a:p>
            <a:pPr marL="0" indent="0">
              <a:buNone/>
            </a:pPr>
            <a:r>
              <a:rPr lang="en-IN" dirty="0"/>
              <a:t>		User user=</a:t>
            </a:r>
            <a:r>
              <a:rPr lang="en-IN" dirty="0" err="1"/>
              <a:t>repo.findByUserName</a:t>
            </a:r>
            <a:r>
              <a:rPr lang="en-IN" dirty="0"/>
              <a:t>(username);</a:t>
            </a:r>
          </a:p>
          <a:p>
            <a:pPr marL="0" indent="0">
              <a:buNone/>
            </a:pPr>
            <a:r>
              <a:rPr lang="en-IN" dirty="0"/>
              <a:t>		if(user==null) {</a:t>
            </a:r>
          </a:p>
          <a:p>
            <a:pPr marL="0" indent="0">
              <a:buNone/>
            </a:pPr>
            <a:r>
              <a:rPr lang="en-IN" dirty="0"/>
              <a:t>			</a:t>
            </a:r>
            <a:r>
              <a:rPr lang="en-IN" dirty="0" err="1"/>
              <a:t>System.out.println</a:t>
            </a:r>
            <a:r>
              <a:rPr lang="en-IN" dirty="0"/>
              <a:t>("user not found");</a:t>
            </a:r>
          </a:p>
          <a:p>
            <a:pPr marL="0" indent="0">
              <a:buNone/>
            </a:pPr>
            <a:r>
              <a:rPr lang="en-IN" dirty="0"/>
              <a:t>		}</a:t>
            </a:r>
          </a:p>
          <a:p>
            <a:pPr marL="0" indent="0">
              <a:buNone/>
            </a:pPr>
            <a:r>
              <a:rPr lang="en-IN" dirty="0"/>
              <a:t>		return new </a:t>
            </a:r>
            <a:r>
              <a:rPr lang="en-IN" dirty="0" err="1"/>
              <a:t>UserPrincipal</a:t>
            </a:r>
            <a:r>
              <a:rPr lang="en-IN" dirty="0"/>
              <a:t>(user);</a:t>
            </a:r>
          </a:p>
          <a:p>
            <a:pPr marL="0" indent="0">
              <a:buNone/>
            </a:pPr>
            <a:r>
              <a:rPr lang="en-IN" dirty="0"/>
              <a:t>	}</a:t>
            </a:r>
          </a:p>
          <a:p>
            <a:pPr marL="0" indent="0">
              <a:buNone/>
            </a:pPr>
            <a:endParaRPr lang="en-IN" dirty="0"/>
          </a:p>
          <a:p>
            <a:pPr marL="0" indent="0">
              <a:buNone/>
            </a:pPr>
            <a:r>
              <a:rPr lang="en-IN" dirty="0"/>
              <a:t>}</a:t>
            </a:r>
          </a:p>
        </p:txBody>
      </p:sp>
    </p:spTree>
    <p:extLst>
      <p:ext uri="{BB962C8B-B14F-4D97-AF65-F5344CB8AC3E}">
        <p14:creationId xmlns:p14="http://schemas.microsoft.com/office/powerpoint/2010/main" val="19950560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80DD3-1695-04C1-7A90-8814A343EE41}"/>
              </a:ext>
            </a:extLst>
          </p:cNvPr>
          <p:cNvSpPr>
            <a:spLocks noGrp="1"/>
          </p:cNvSpPr>
          <p:nvPr>
            <p:ph type="title"/>
          </p:nvPr>
        </p:nvSpPr>
        <p:spPr/>
        <p:txBody>
          <a:bodyPr/>
          <a:lstStyle/>
          <a:p>
            <a:r>
              <a:rPr lang="en-IN" dirty="0"/>
              <a:t>Custom </a:t>
            </a:r>
            <a:r>
              <a:rPr lang="en-IN" dirty="0" err="1"/>
              <a:t>UserDetailsService</a:t>
            </a:r>
            <a:endParaRPr lang="en-IN" dirty="0"/>
          </a:p>
        </p:txBody>
      </p:sp>
      <p:sp>
        <p:nvSpPr>
          <p:cNvPr id="3" name="Content Placeholder 2">
            <a:extLst>
              <a:ext uri="{FF2B5EF4-FFF2-40B4-BE49-F238E27FC236}">
                <a16:creationId xmlns:a16="http://schemas.microsoft.com/office/drawing/2014/main" id="{5F3DB1AB-5219-7A0C-91F2-EDAA5519FFAC}"/>
              </a:ext>
            </a:extLst>
          </p:cNvPr>
          <p:cNvSpPr>
            <a:spLocks noGrp="1"/>
          </p:cNvSpPr>
          <p:nvPr>
            <p:ph idx="1"/>
          </p:nvPr>
        </p:nvSpPr>
        <p:spPr/>
        <p:txBody>
          <a:bodyPr/>
          <a:lstStyle/>
          <a:p>
            <a:r>
              <a:rPr lang="en-IN" dirty="0"/>
              <a:t>Implement a custom </a:t>
            </a:r>
            <a:r>
              <a:rPr lang="en-IN" dirty="0" err="1"/>
              <a:t>UserDetailsService</a:t>
            </a:r>
            <a:r>
              <a:rPr lang="en-IN" dirty="0"/>
              <a:t> (e.g., CustomUserDetailsService.java) that retrieves user details from your database using the </a:t>
            </a:r>
            <a:r>
              <a:rPr lang="en-IN" dirty="0" err="1"/>
              <a:t>UserRepository</a:t>
            </a:r>
            <a:r>
              <a:rPr lang="en-IN" dirty="0"/>
              <a:t>.</a:t>
            </a:r>
          </a:p>
          <a:p>
            <a:r>
              <a:rPr lang="en-IN" dirty="0"/>
              <a:t>Override the </a:t>
            </a:r>
            <a:r>
              <a:rPr lang="en-IN" dirty="0" err="1"/>
              <a:t>loadUserByUsername</a:t>
            </a:r>
            <a:r>
              <a:rPr lang="en-IN" dirty="0"/>
              <a:t> method to fetch the User entity and convert it into a </a:t>
            </a:r>
            <a:r>
              <a:rPr lang="en-IN" dirty="0" err="1"/>
              <a:t>UserDetails</a:t>
            </a:r>
            <a:r>
              <a:rPr lang="en-IN" dirty="0"/>
              <a:t> object, including authorities (roles).</a:t>
            </a:r>
          </a:p>
          <a:p>
            <a:endParaRPr lang="en-IN" dirty="0"/>
          </a:p>
        </p:txBody>
      </p:sp>
    </p:spTree>
    <p:extLst>
      <p:ext uri="{BB962C8B-B14F-4D97-AF65-F5344CB8AC3E}">
        <p14:creationId xmlns:p14="http://schemas.microsoft.com/office/powerpoint/2010/main" val="21302456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BD5C4-E07F-590F-CBAF-87EDA1A1F1BC}"/>
              </a:ext>
            </a:extLst>
          </p:cNvPr>
          <p:cNvSpPr>
            <a:spLocks noGrp="1"/>
          </p:cNvSpPr>
          <p:nvPr>
            <p:ph type="title"/>
          </p:nvPr>
        </p:nvSpPr>
        <p:spPr/>
        <p:txBody>
          <a:bodyPr>
            <a:normAutofit fontScale="90000"/>
          </a:bodyPr>
          <a:lstStyle/>
          <a:p>
            <a:r>
              <a:rPr lang="en-IN" dirty="0"/>
              <a:t>Security Configuration:</a:t>
            </a:r>
            <a:br>
              <a:rPr lang="en-IN" dirty="0"/>
            </a:br>
            <a:br>
              <a:rPr lang="en-IN" dirty="0"/>
            </a:br>
            <a:endParaRPr lang="en-IN" dirty="0"/>
          </a:p>
        </p:txBody>
      </p:sp>
      <p:sp>
        <p:nvSpPr>
          <p:cNvPr id="3" name="Content Placeholder 2">
            <a:extLst>
              <a:ext uri="{FF2B5EF4-FFF2-40B4-BE49-F238E27FC236}">
                <a16:creationId xmlns:a16="http://schemas.microsoft.com/office/drawing/2014/main" id="{4DCC3C6B-A1E1-9154-71A7-61E445A41E19}"/>
              </a:ext>
            </a:extLst>
          </p:cNvPr>
          <p:cNvSpPr>
            <a:spLocks noGrp="1"/>
          </p:cNvSpPr>
          <p:nvPr>
            <p:ph idx="1"/>
          </p:nvPr>
        </p:nvSpPr>
        <p:spPr/>
        <p:txBody>
          <a:bodyPr/>
          <a:lstStyle/>
          <a:p>
            <a:r>
              <a:rPr lang="en-IN" dirty="0"/>
              <a:t>Create a security configuration class (e.g., SecurityConfig.java) annotated with @Configuration and @EnableWebSecurity.</a:t>
            </a:r>
          </a:p>
          <a:p>
            <a:r>
              <a:rPr lang="en-IN" dirty="0"/>
              <a:t>Configure the </a:t>
            </a:r>
            <a:r>
              <a:rPr lang="en-IN" dirty="0" err="1"/>
              <a:t>HttpSecurity</a:t>
            </a:r>
            <a:r>
              <a:rPr lang="en-IN" dirty="0"/>
              <a:t> to define access rules, login/logout mechanisms, and integrate your </a:t>
            </a:r>
            <a:r>
              <a:rPr lang="en-IN" dirty="0" err="1"/>
              <a:t>UserDetailsService</a:t>
            </a:r>
            <a:r>
              <a:rPr lang="en-IN" dirty="0"/>
              <a:t>.</a:t>
            </a:r>
          </a:p>
          <a:p>
            <a:r>
              <a:rPr lang="en-IN" dirty="0"/>
              <a:t>Provide a </a:t>
            </a:r>
            <a:r>
              <a:rPr lang="en-IN" dirty="0" err="1"/>
              <a:t>PasswordEncoder</a:t>
            </a:r>
            <a:r>
              <a:rPr lang="en-IN" dirty="0"/>
              <a:t> bean (e.g., </a:t>
            </a:r>
            <a:r>
              <a:rPr lang="en-IN" dirty="0" err="1"/>
              <a:t>BCryptPasswordEncoder</a:t>
            </a:r>
            <a:r>
              <a:rPr lang="en-IN" dirty="0"/>
              <a:t>) for secure password hashing.</a:t>
            </a:r>
          </a:p>
          <a:p>
            <a:endParaRPr lang="en-IN" dirty="0"/>
          </a:p>
        </p:txBody>
      </p:sp>
    </p:spTree>
    <p:extLst>
      <p:ext uri="{BB962C8B-B14F-4D97-AF65-F5344CB8AC3E}">
        <p14:creationId xmlns:p14="http://schemas.microsoft.com/office/powerpoint/2010/main" val="26829346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928F749-0768-A9A5-E9DF-CCCF106287BD}"/>
              </a:ext>
            </a:extLst>
          </p:cNvPr>
          <p:cNvSpPr>
            <a:spLocks noGrp="1"/>
          </p:cNvSpPr>
          <p:nvPr>
            <p:ph sz="half" idx="1"/>
          </p:nvPr>
        </p:nvSpPr>
        <p:spPr>
          <a:xfrm>
            <a:off x="838200" y="468086"/>
            <a:ext cx="5181600" cy="5708877"/>
          </a:xfrm>
        </p:spPr>
        <p:txBody>
          <a:bodyPr>
            <a:normAutofit fontScale="55000" lnSpcReduction="20000"/>
          </a:bodyPr>
          <a:lstStyle/>
          <a:p>
            <a:pPr marL="0" indent="0">
              <a:buNone/>
            </a:pPr>
            <a:r>
              <a:rPr lang="en-IN" dirty="0"/>
              <a:t>@Configuration</a:t>
            </a:r>
          </a:p>
          <a:p>
            <a:pPr marL="0" indent="0">
              <a:buNone/>
            </a:pPr>
            <a:r>
              <a:rPr lang="en-IN" dirty="0"/>
              <a:t>@EnableWebSecurity</a:t>
            </a:r>
          </a:p>
          <a:p>
            <a:pPr marL="0" indent="0">
              <a:buNone/>
            </a:pPr>
            <a:r>
              <a:rPr lang="en-IN" dirty="0"/>
              <a:t>public class </a:t>
            </a:r>
            <a:r>
              <a:rPr lang="en-IN" dirty="0" err="1"/>
              <a:t>SecurityConfig</a:t>
            </a:r>
            <a:r>
              <a:rPr lang="en-IN" dirty="0"/>
              <a:t> {</a:t>
            </a:r>
          </a:p>
          <a:p>
            <a:pPr marL="0" indent="0">
              <a:buNone/>
            </a:pPr>
            <a:r>
              <a:rPr lang="en-IN" dirty="0"/>
              <a:t>	</a:t>
            </a:r>
          </a:p>
          <a:p>
            <a:pPr marL="0" indent="0">
              <a:buNone/>
            </a:pPr>
            <a:r>
              <a:rPr lang="en-IN" dirty="0"/>
              <a:t>	@Autowired</a:t>
            </a:r>
          </a:p>
          <a:p>
            <a:pPr marL="0" indent="0">
              <a:buNone/>
            </a:pPr>
            <a:r>
              <a:rPr lang="en-IN" dirty="0"/>
              <a:t>	private </a:t>
            </a:r>
            <a:r>
              <a:rPr lang="en-IN" dirty="0" err="1"/>
              <a:t>UserDetailsService</a:t>
            </a:r>
            <a:r>
              <a:rPr lang="en-IN" dirty="0"/>
              <a:t> </a:t>
            </a:r>
            <a:r>
              <a:rPr lang="en-IN" dirty="0" err="1"/>
              <a:t>userDetailsService</a:t>
            </a:r>
            <a:r>
              <a:rPr lang="en-IN" dirty="0"/>
              <a:t>;</a:t>
            </a:r>
          </a:p>
          <a:p>
            <a:pPr marL="0" indent="0">
              <a:buNone/>
            </a:pPr>
            <a:r>
              <a:rPr lang="en-IN" dirty="0"/>
              <a:t>	</a:t>
            </a:r>
          </a:p>
          <a:p>
            <a:pPr marL="0" indent="0">
              <a:buNone/>
            </a:pPr>
            <a:r>
              <a:rPr lang="en-IN" dirty="0"/>
              <a:t>	@Bean</a:t>
            </a:r>
          </a:p>
          <a:p>
            <a:pPr marL="0" indent="0">
              <a:buNone/>
            </a:pPr>
            <a:r>
              <a:rPr lang="en-IN" dirty="0"/>
              <a:t>	</a:t>
            </a:r>
            <a:r>
              <a:rPr lang="en-IN" dirty="0" err="1"/>
              <a:t>AuthenticationProvider</a:t>
            </a:r>
            <a:r>
              <a:rPr lang="en-IN" dirty="0"/>
              <a:t> </a:t>
            </a:r>
            <a:r>
              <a:rPr lang="en-IN" dirty="0" err="1"/>
              <a:t>authProvider</a:t>
            </a:r>
            <a:r>
              <a:rPr lang="en-IN" dirty="0"/>
              <a:t>() {</a:t>
            </a:r>
          </a:p>
          <a:p>
            <a:pPr marL="0" indent="0">
              <a:buNone/>
            </a:pPr>
            <a:r>
              <a:rPr lang="en-IN" dirty="0"/>
              <a:t>		</a:t>
            </a:r>
            <a:r>
              <a:rPr lang="en-IN" dirty="0" err="1"/>
              <a:t>DaoAuthenticationProvider</a:t>
            </a:r>
            <a:r>
              <a:rPr lang="en-IN" dirty="0"/>
              <a:t> provider=new </a:t>
            </a:r>
            <a:r>
              <a:rPr lang="en-IN" dirty="0" err="1"/>
              <a:t>DaoAuthenticationProvider</a:t>
            </a:r>
            <a:r>
              <a:rPr lang="en-IN" dirty="0"/>
              <a:t>();</a:t>
            </a:r>
          </a:p>
          <a:p>
            <a:pPr marL="0" indent="0">
              <a:buNone/>
            </a:pPr>
            <a:r>
              <a:rPr lang="en-IN" dirty="0"/>
              <a:t>		</a:t>
            </a:r>
            <a:r>
              <a:rPr lang="en-IN" dirty="0" err="1"/>
              <a:t>provider.setUserDetailsService</a:t>
            </a:r>
            <a:r>
              <a:rPr lang="en-IN" dirty="0"/>
              <a:t>(</a:t>
            </a:r>
            <a:r>
              <a:rPr lang="en-IN" dirty="0" err="1"/>
              <a:t>userDetailsService</a:t>
            </a:r>
            <a:r>
              <a:rPr lang="en-IN" dirty="0"/>
              <a:t>);</a:t>
            </a:r>
          </a:p>
          <a:p>
            <a:pPr marL="0" indent="0">
              <a:buNone/>
            </a:pPr>
            <a:r>
              <a:rPr lang="en-IN" dirty="0"/>
              <a:t>		</a:t>
            </a:r>
            <a:r>
              <a:rPr lang="en-IN" dirty="0" err="1"/>
              <a:t>provider.setPasswordEncoder</a:t>
            </a:r>
            <a:r>
              <a:rPr lang="en-IN" dirty="0"/>
              <a:t>(new </a:t>
            </a:r>
            <a:r>
              <a:rPr lang="en-IN" dirty="0" err="1"/>
              <a:t>BCryptPasswordEncoder</a:t>
            </a:r>
            <a:r>
              <a:rPr lang="en-IN" dirty="0"/>
              <a:t>(12));</a:t>
            </a:r>
          </a:p>
          <a:p>
            <a:pPr marL="0" indent="0">
              <a:buNone/>
            </a:pPr>
            <a:r>
              <a:rPr lang="en-IN" dirty="0"/>
              <a:t>		return provider;</a:t>
            </a:r>
          </a:p>
          <a:p>
            <a:pPr marL="0" indent="0">
              <a:buNone/>
            </a:pPr>
            <a:r>
              <a:rPr lang="en-IN" dirty="0"/>
              <a:t>	}</a:t>
            </a:r>
          </a:p>
          <a:p>
            <a:pPr marL="0" indent="0">
              <a:buNone/>
            </a:pPr>
            <a:r>
              <a:rPr lang="en-IN" dirty="0"/>
              <a:t>	</a:t>
            </a:r>
          </a:p>
          <a:p>
            <a:pPr marL="0" indent="0">
              <a:buNone/>
            </a:pPr>
            <a:r>
              <a:rPr lang="en-IN" dirty="0"/>
              <a:t>	</a:t>
            </a:r>
          </a:p>
        </p:txBody>
      </p:sp>
      <p:sp>
        <p:nvSpPr>
          <p:cNvPr id="6" name="Content Placeholder 5">
            <a:extLst>
              <a:ext uri="{FF2B5EF4-FFF2-40B4-BE49-F238E27FC236}">
                <a16:creationId xmlns:a16="http://schemas.microsoft.com/office/drawing/2014/main" id="{5EDE2761-A791-C147-BFC9-20D4DCF217D3}"/>
              </a:ext>
            </a:extLst>
          </p:cNvPr>
          <p:cNvSpPr>
            <a:spLocks noGrp="1"/>
          </p:cNvSpPr>
          <p:nvPr>
            <p:ph sz="half" idx="2"/>
          </p:nvPr>
        </p:nvSpPr>
        <p:spPr>
          <a:xfrm>
            <a:off x="6172200" y="548640"/>
            <a:ext cx="5181600" cy="5628323"/>
          </a:xfrm>
        </p:spPr>
        <p:txBody>
          <a:bodyPr>
            <a:normAutofit fontScale="55000" lnSpcReduction="20000"/>
          </a:bodyPr>
          <a:lstStyle/>
          <a:p>
            <a:pPr marL="0" indent="0">
              <a:buNone/>
            </a:pPr>
            <a:r>
              <a:rPr lang="en-IN" dirty="0"/>
              <a:t>@Bean</a:t>
            </a:r>
          </a:p>
          <a:p>
            <a:pPr marL="0" indent="0">
              <a:buNone/>
            </a:pPr>
            <a:r>
              <a:rPr lang="en-IN" dirty="0"/>
              <a:t>	</a:t>
            </a:r>
            <a:r>
              <a:rPr lang="en-IN" dirty="0" err="1"/>
              <a:t>SecurityFilterChain</a:t>
            </a:r>
            <a:r>
              <a:rPr lang="en-IN" dirty="0"/>
              <a:t> </a:t>
            </a:r>
            <a:r>
              <a:rPr lang="en-IN" dirty="0" err="1"/>
              <a:t>securityFilterChain</a:t>
            </a:r>
            <a:r>
              <a:rPr lang="en-IN" dirty="0"/>
              <a:t>(</a:t>
            </a:r>
            <a:r>
              <a:rPr lang="en-IN" dirty="0" err="1"/>
              <a:t>HttpSecurity</a:t>
            </a:r>
            <a:r>
              <a:rPr lang="en-IN" dirty="0"/>
              <a:t> http) throws Exception {</a:t>
            </a:r>
          </a:p>
          <a:p>
            <a:pPr marL="0" indent="0">
              <a:buNone/>
            </a:pPr>
            <a:r>
              <a:rPr lang="en-IN" dirty="0"/>
              <a:t>		http</a:t>
            </a:r>
          </a:p>
          <a:p>
            <a:pPr marL="0" indent="0">
              <a:buNone/>
            </a:pPr>
            <a:r>
              <a:rPr lang="en-IN" dirty="0"/>
              <a:t>		.</a:t>
            </a:r>
            <a:r>
              <a:rPr lang="en-IN" dirty="0" err="1"/>
              <a:t>csrf</a:t>
            </a:r>
            <a:r>
              <a:rPr lang="en-IN" dirty="0"/>
              <a:t>(customizer-&gt;</a:t>
            </a:r>
            <a:r>
              <a:rPr lang="en-IN" dirty="0" err="1"/>
              <a:t>customizer.disable</a:t>
            </a:r>
            <a:r>
              <a:rPr lang="en-IN" dirty="0"/>
              <a:t>())</a:t>
            </a:r>
          </a:p>
          <a:p>
            <a:pPr marL="0" indent="0">
              <a:buNone/>
            </a:pPr>
            <a:r>
              <a:rPr lang="en-IN" dirty="0"/>
              <a:t>		.</a:t>
            </a:r>
            <a:r>
              <a:rPr lang="en-IN" dirty="0" err="1"/>
              <a:t>authorizeHttpRequests</a:t>
            </a:r>
            <a:r>
              <a:rPr lang="en-IN" dirty="0"/>
              <a:t>(request-&gt;</a:t>
            </a:r>
            <a:r>
              <a:rPr lang="en-IN" dirty="0" err="1"/>
              <a:t>request.anyRequest</a:t>
            </a:r>
            <a:r>
              <a:rPr lang="en-IN" dirty="0"/>
              <a:t>().authenticated())</a:t>
            </a:r>
          </a:p>
          <a:p>
            <a:pPr marL="0" indent="0">
              <a:buNone/>
            </a:pPr>
            <a:r>
              <a:rPr lang="en-IN" dirty="0"/>
              <a:t>		.</a:t>
            </a:r>
            <a:r>
              <a:rPr lang="en-IN" dirty="0" err="1"/>
              <a:t>httpBasic</a:t>
            </a:r>
            <a:r>
              <a:rPr lang="en-IN" dirty="0"/>
              <a:t>(</a:t>
            </a:r>
            <a:r>
              <a:rPr lang="en-IN" dirty="0" err="1"/>
              <a:t>Customizer.withDefaults</a:t>
            </a:r>
            <a:r>
              <a:rPr lang="en-IN" dirty="0"/>
              <a:t>())</a:t>
            </a:r>
          </a:p>
          <a:p>
            <a:pPr marL="0" indent="0">
              <a:buNone/>
            </a:pPr>
            <a:r>
              <a:rPr lang="en-IN" dirty="0"/>
              <a:t>		.</a:t>
            </a:r>
            <a:r>
              <a:rPr lang="en-IN" dirty="0" err="1"/>
              <a:t>sessionManagement</a:t>
            </a:r>
            <a:r>
              <a:rPr lang="en-IN" dirty="0"/>
              <a:t>(session-&gt;session</a:t>
            </a:r>
          </a:p>
          <a:p>
            <a:pPr marL="0" indent="0">
              <a:buNone/>
            </a:pPr>
            <a:r>
              <a:rPr lang="en-IN" dirty="0"/>
              <a:t>				.</a:t>
            </a:r>
            <a:r>
              <a:rPr lang="en-IN" dirty="0" err="1"/>
              <a:t>sessionCreationPolicy</a:t>
            </a:r>
            <a:r>
              <a:rPr lang="en-IN" dirty="0"/>
              <a:t>(</a:t>
            </a:r>
            <a:r>
              <a:rPr lang="en-IN" dirty="0" err="1"/>
              <a:t>SessionCreationPolicy.STATELESS</a:t>
            </a:r>
            <a:r>
              <a:rPr lang="en-IN" dirty="0"/>
              <a:t>));</a:t>
            </a:r>
          </a:p>
          <a:p>
            <a:pPr marL="0" indent="0">
              <a:buNone/>
            </a:pPr>
            <a:r>
              <a:rPr lang="en-IN" dirty="0"/>
              <a:t>		return </a:t>
            </a:r>
            <a:r>
              <a:rPr lang="en-IN" dirty="0" err="1"/>
              <a:t>http.build</a:t>
            </a:r>
            <a:r>
              <a:rPr lang="en-IN" dirty="0"/>
              <a:t>();</a:t>
            </a:r>
          </a:p>
          <a:p>
            <a:pPr marL="0" indent="0">
              <a:buNone/>
            </a:pPr>
            <a:r>
              <a:rPr lang="en-IN" dirty="0"/>
              <a:t>	}</a:t>
            </a:r>
          </a:p>
          <a:p>
            <a:pPr marL="0" indent="0">
              <a:buNone/>
            </a:pPr>
            <a:endParaRPr lang="en-IN" dirty="0"/>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11270797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FF8131-1DFE-DEB1-1904-DD8A3B7C3329}"/>
              </a:ext>
            </a:extLst>
          </p:cNvPr>
          <p:cNvSpPr>
            <a:spLocks noGrp="1"/>
          </p:cNvSpPr>
          <p:nvPr>
            <p:ph sz="half" idx="1"/>
          </p:nvPr>
        </p:nvSpPr>
        <p:spPr>
          <a:xfrm>
            <a:off x="838200" y="310896"/>
            <a:ext cx="5181600" cy="5866067"/>
          </a:xfrm>
        </p:spPr>
        <p:txBody>
          <a:bodyPr>
            <a:normAutofit fontScale="85000" lnSpcReduction="20000"/>
          </a:bodyPr>
          <a:lstStyle/>
          <a:p>
            <a:pPr marL="0" indent="0">
              <a:buNone/>
            </a:pPr>
            <a:r>
              <a:rPr lang="en-IN" dirty="0"/>
              <a:t>public class </a:t>
            </a:r>
            <a:r>
              <a:rPr lang="en-IN" dirty="0" err="1"/>
              <a:t>UserPrincipal</a:t>
            </a:r>
            <a:r>
              <a:rPr lang="en-IN" dirty="0"/>
              <a:t> implements </a:t>
            </a:r>
            <a:r>
              <a:rPr lang="en-IN" dirty="0" err="1"/>
              <a:t>UserDetails</a:t>
            </a:r>
            <a:r>
              <a:rPr lang="en-IN" dirty="0"/>
              <a:t>{</a:t>
            </a:r>
          </a:p>
          <a:p>
            <a:pPr marL="0" indent="0">
              <a:buNone/>
            </a:pPr>
            <a:r>
              <a:rPr lang="en-IN" dirty="0"/>
              <a:t>	</a:t>
            </a:r>
          </a:p>
          <a:p>
            <a:pPr marL="0" indent="0">
              <a:buNone/>
            </a:pPr>
            <a:r>
              <a:rPr lang="en-IN" dirty="0"/>
              <a:t>	private User </a:t>
            </a:r>
            <a:r>
              <a:rPr lang="en-IN" dirty="0" err="1"/>
              <a:t>user</a:t>
            </a:r>
            <a:r>
              <a:rPr lang="en-IN" dirty="0"/>
              <a:t>;</a:t>
            </a:r>
          </a:p>
          <a:p>
            <a:pPr marL="0" indent="0">
              <a:buNone/>
            </a:pPr>
            <a:r>
              <a:rPr lang="en-IN" dirty="0"/>
              <a:t>	</a:t>
            </a:r>
          </a:p>
          <a:p>
            <a:pPr marL="0" indent="0">
              <a:buNone/>
            </a:pPr>
            <a:r>
              <a:rPr lang="en-IN" dirty="0"/>
              <a:t>	public </a:t>
            </a:r>
            <a:r>
              <a:rPr lang="en-IN" dirty="0" err="1"/>
              <a:t>UserPrincipal</a:t>
            </a:r>
            <a:r>
              <a:rPr lang="en-IN" dirty="0"/>
              <a:t>(User user) {</a:t>
            </a:r>
          </a:p>
          <a:p>
            <a:pPr marL="0" indent="0">
              <a:buNone/>
            </a:pPr>
            <a:r>
              <a:rPr lang="en-IN" dirty="0"/>
              <a:t>		</a:t>
            </a:r>
            <a:r>
              <a:rPr lang="en-IN" dirty="0" err="1"/>
              <a:t>this.user</a:t>
            </a:r>
            <a:r>
              <a:rPr lang="en-IN" dirty="0"/>
              <a:t>=user;</a:t>
            </a:r>
          </a:p>
          <a:p>
            <a:pPr marL="0" indent="0">
              <a:buNone/>
            </a:pPr>
            <a:r>
              <a:rPr lang="en-IN" dirty="0"/>
              <a:t>	}</a:t>
            </a:r>
          </a:p>
          <a:p>
            <a:pPr marL="0" indent="0">
              <a:buNone/>
            </a:pPr>
            <a:endParaRPr lang="en-IN" dirty="0"/>
          </a:p>
          <a:p>
            <a:pPr marL="0" indent="0">
              <a:buNone/>
            </a:pPr>
            <a:r>
              <a:rPr lang="en-IN" dirty="0"/>
              <a:t>	@Override</a:t>
            </a:r>
          </a:p>
          <a:p>
            <a:pPr marL="0" indent="0">
              <a:buNone/>
            </a:pPr>
            <a:r>
              <a:rPr lang="en-IN" dirty="0"/>
              <a:t>	public Collection&lt;? extends </a:t>
            </a:r>
            <a:r>
              <a:rPr lang="en-IN" dirty="0" err="1"/>
              <a:t>GrantedAuthority</a:t>
            </a:r>
            <a:r>
              <a:rPr lang="en-IN" dirty="0"/>
              <a:t>&gt; </a:t>
            </a:r>
            <a:r>
              <a:rPr lang="en-IN" dirty="0" err="1"/>
              <a:t>getAuthorities</a:t>
            </a:r>
            <a:r>
              <a:rPr lang="en-IN" dirty="0"/>
              <a:t>() {</a:t>
            </a:r>
          </a:p>
          <a:p>
            <a:pPr marL="0" indent="0">
              <a:buNone/>
            </a:pPr>
            <a:r>
              <a:rPr lang="en-IN" dirty="0"/>
              <a:t>		return </a:t>
            </a:r>
            <a:r>
              <a:rPr lang="en-IN" dirty="0" err="1"/>
              <a:t>Collections.singleton</a:t>
            </a:r>
            <a:r>
              <a:rPr lang="en-IN" dirty="0"/>
              <a:t>(new </a:t>
            </a:r>
            <a:r>
              <a:rPr lang="en-IN" dirty="0" err="1"/>
              <a:t>SimpleGrantedAuthority</a:t>
            </a:r>
            <a:r>
              <a:rPr lang="en-IN" dirty="0"/>
              <a:t>("ADMIN"));</a:t>
            </a:r>
          </a:p>
          <a:p>
            <a:pPr marL="0" indent="0">
              <a:buNone/>
            </a:pPr>
            <a:r>
              <a:rPr lang="en-IN" dirty="0"/>
              <a:t>	}</a:t>
            </a:r>
          </a:p>
        </p:txBody>
      </p:sp>
      <p:sp>
        <p:nvSpPr>
          <p:cNvPr id="4" name="Content Placeholder 3">
            <a:extLst>
              <a:ext uri="{FF2B5EF4-FFF2-40B4-BE49-F238E27FC236}">
                <a16:creationId xmlns:a16="http://schemas.microsoft.com/office/drawing/2014/main" id="{9AE0192F-BEE8-61D0-4B3D-2DC510A6706B}"/>
              </a:ext>
            </a:extLst>
          </p:cNvPr>
          <p:cNvSpPr>
            <a:spLocks noGrp="1"/>
          </p:cNvSpPr>
          <p:nvPr>
            <p:ph sz="half" idx="2"/>
          </p:nvPr>
        </p:nvSpPr>
        <p:spPr>
          <a:xfrm>
            <a:off x="6172200" y="502920"/>
            <a:ext cx="5181600" cy="5674043"/>
          </a:xfrm>
        </p:spPr>
        <p:txBody>
          <a:bodyPr>
            <a:normAutofit fontScale="85000" lnSpcReduction="20000"/>
          </a:bodyPr>
          <a:lstStyle/>
          <a:p>
            <a:pPr marL="0" indent="0">
              <a:buNone/>
            </a:pPr>
            <a:endParaRPr lang="en-IN" dirty="0"/>
          </a:p>
          <a:p>
            <a:pPr marL="0" indent="0">
              <a:buNone/>
            </a:pPr>
            <a:r>
              <a:rPr lang="en-IN" dirty="0"/>
              <a:t>	@Override</a:t>
            </a:r>
          </a:p>
          <a:p>
            <a:pPr marL="0" indent="0">
              <a:buNone/>
            </a:pPr>
            <a:r>
              <a:rPr lang="en-IN" dirty="0"/>
              <a:t>	public String </a:t>
            </a:r>
            <a:r>
              <a:rPr lang="en-IN" dirty="0" err="1"/>
              <a:t>getPassword</a:t>
            </a:r>
            <a:r>
              <a:rPr lang="en-IN" dirty="0"/>
              <a:t>() {</a:t>
            </a:r>
          </a:p>
          <a:p>
            <a:pPr marL="0" indent="0">
              <a:buNone/>
            </a:pPr>
            <a:r>
              <a:rPr lang="en-IN" dirty="0"/>
              <a:t>		return </a:t>
            </a:r>
            <a:r>
              <a:rPr lang="en-IN" dirty="0" err="1"/>
              <a:t>user.getPassword</a:t>
            </a:r>
            <a:r>
              <a:rPr lang="en-IN" dirty="0"/>
              <a:t>();</a:t>
            </a:r>
          </a:p>
          <a:p>
            <a:pPr marL="0" indent="0">
              <a:buNone/>
            </a:pPr>
            <a:r>
              <a:rPr lang="en-IN" dirty="0"/>
              <a:t>	}</a:t>
            </a:r>
          </a:p>
          <a:p>
            <a:pPr marL="0" indent="0">
              <a:buNone/>
            </a:pPr>
            <a:endParaRPr lang="en-IN" dirty="0"/>
          </a:p>
          <a:p>
            <a:pPr marL="0" indent="0">
              <a:buNone/>
            </a:pPr>
            <a:r>
              <a:rPr lang="en-IN" dirty="0"/>
              <a:t>	@Override</a:t>
            </a:r>
          </a:p>
          <a:p>
            <a:pPr marL="0" indent="0">
              <a:buNone/>
            </a:pPr>
            <a:r>
              <a:rPr lang="en-IN" dirty="0"/>
              <a:t>	public String </a:t>
            </a:r>
            <a:r>
              <a:rPr lang="en-IN" dirty="0" err="1"/>
              <a:t>getUsername</a:t>
            </a:r>
            <a:r>
              <a:rPr lang="en-IN" dirty="0"/>
              <a:t>() {</a:t>
            </a:r>
          </a:p>
          <a:p>
            <a:pPr marL="0" indent="0">
              <a:buNone/>
            </a:pPr>
            <a:r>
              <a:rPr lang="en-IN" dirty="0"/>
              <a:t>		return </a:t>
            </a:r>
            <a:r>
              <a:rPr lang="en-IN" dirty="0" err="1"/>
              <a:t>user.getUserName</a:t>
            </a:r>
            <a:r>
              <a:rPr lang="en-IN" dirty="0"/>
              <a:t>();</a:t>
            </a:r>
          </a:p>
          <a:p>
            <a:pPr marL="0" indent="0">
              <a:buNone/>
            </a:pPr>
            <a:r>
              <a:rPr lang="en-IN" dirty="0"/>
              <a:t>	}</a:t>
            </a:r>
          </a:p>
          <a:p>
            <a:pPr marL="0" indent="0">
              <a:buNone/>
            </a:pPr>
            <a:endParaRPr lang="en-IN" dirty="0"/>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6537196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2A1F8-6A6C-1AB2-4087-98772D94146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0FBE602-156B-46B0-02B2-026E5BA0B7B5}"/>
              </a:ext>
            </a:extLst>
          </p:cNvPr>
          <p:cNvSpPr>
            <a:spLocks noGrp="1"/>
          </p:cNvSpPr>
          <p:nvPr>
            <p:ph sz="half" idx="1"/>
          </p:nvPr>
        </p:nvSpPr>
        <p:spPr/>
        <p:txBody>
          <a:bodyPr>
            <a:normAutofit fontScale="77500" lnSpcReduction="20000"/>
          </a:bodyPr>
          <a:lstStyle/>
          <a:p>
            <a:pPr marL="0" indent="0">
              <a:buNone/>
            </a:pPr>
            <a:r>
              <a:rPr lang="en-IN" dirty="0"/>
              <a:t>@RestController</a:t>
            </a:r>
          </a:p>
          <a:p>
            <a:pPr marL="0" indent="0">
              <a:buNone/>
            </a:pPr>
            <a:r>
              <a:rPr lang="en-IN" dirty="0"/>
              <a:t>public class </a:t>
            </a:r>
            <a:r>
              <a:rPr lang="en-IN" dirty="0" err="1"/>
              <a:t>PersonController</a:t>
            </a:r>
            <a:r>
              <a:rPr lang="en-IN" dirty="0"/>
              <a:t> {</a:t>
            </a:r>
          </a:p>
          <a:p>
            <a:pPr marL="0" indent="0">
              <a:buNone/>
            </a:pPr>
            <a:endParaRPr lang="en-IN" dirty="0"/>
          </a:p>
          <a:p>
            <a:pPr marL="0" indent="0">
              <a:buNone/>
            </a:pPr>
            <a:r>
              <a:rPr lang="en-IN" dirty="0"/>
              <a:t>    @GetMapping("/")</a:t>
            </a:r>
          </a:p>
          <a:p>
            <a:pPr marL="0" indent="0">
              <a:buNone/>
            </a:pPr>
            <a:r>
              <a:rPr lang="en-IN" dirty="0"/>
              <a:t>    public String  index(){</a:t>
            </a:r>
          </a:p>
          <a:p>
            <a:pPr marL="0" indent="0">
              <a:buNone/>
            </a:pPr>
            <a:r>
              <a:rPr lang="en-IN" dirty="0"/>
              <a:t>        return  "index";</a:t>
            </a:r>
          </a:p>
          <a:p>
            <a:pPr marL="0" indent="0">
              <a:buNone/>
            </a:pPr>
            <a:r>
              <a:rPr lang="en-IN" dirty="0"/>
              <a:t>    }</a:t>
            </a:r>
          </a:p>
          <a:p>
            <a:pPr marL="0" indent="0">
              <a:buNone/>
            </a:pPr>
            <a:endParaRPr lang="en-IN" dirty="0"/>
          </a:p>
          <a:p>
            <a:pPr marL="0" indent="0">
              <a:buNone/>
            </a:pPr>
            <a:r>
              <a:rPr lang="en-IN" dirty="0"/>
              <a:t>    @GetMapping("/hello")</a:t>
            </a:r>
          </a:p>
          <a:p>
            <a:pPr marL="0" indent="0">
              <a:buNone/>
            </a:pPr>
            <a:r>
              <a:rPr lang="en-IN" dirty="0"/>
              <a:t>    public String  hello(){</a:t>
            </a:r>
          </a:p>
          <a:p>
            <a:pPr marL="0" indent="0">
              <a:buNone/>
            </a:pPr>
            <a:r>
              <a:rPr lang="en-IN" dirty="0"/>
              <a:t>        return  "hello";</a:t>
            </a:r>
          </a:p>
          <a:p>
            <a:pPr marL="0" indent="0">
              <a:buNone/>
            </a:pPr>
            <a:r>
              <a:rPr lang="en-IN" dirty="0"/>
              <a:t>    }</a:t>
            </a:r>
          </a:p>
        </p:txBody>
      </p:sp>
      <p:sp>
        <p:nvSpPr>
          <p:cNvPr id="4" name="Content Placeholder 3">
            <a:extLst>
              <a:ext uri="{FF2B5EF4-FFF2-40B4-BE49-F238E27FC236}">
                <a16:creationId xmlns:a16="http://schemas.microsoft.com/office/drawing/2014/main" id="{2423143F-097A-566B-E35E-61B0FABF5A98}"/>
              </a:ext>
            </a:extLst>
          </p:cNvPr>
          <p:cNvSpPr>
            <a:spLocks noGrp="1"/>
          </p:cNvSpPr>
          <p:nvPr>
            <p:ph sz="half" idx="2"/>
          </p:nvPr>
        </p:nvSpPr>
        <p:spPr/>
        <p:txBody>
          <a:bodyPr>
            <a:normAutofit fontScale="77500" lnSpcReduction="20000"/>
          </a:bodyPr>
          <a:lstStyle/>
          <a:p>
            <a:pPr marL="0" indent="0">
              <a:buNone/>
            </a:pPr>
            <a:endParaRPr lang="en-IN" dirty="0"/>
          </a:p>
          <a:p>
            <a:pPr marL="0" indent="0">
              <a:buNone/>
            </a:pPr>
            <a:r>
              <a:rPr lang="en-IN" dirty="0"/>
              <a:t>    @GetMapping("/test")</a:t>
            </a:r>
          </a:p>
          <a:p>
            <a:pPr marL="0" indent="0">
              <a:buNone/>
            </a:pPr>
            <a:r>
              <a:rPr lang="en-IN" dirty="0"/>
              <a:t>    public String  test(){</a:t>
            </a:r>
          </a:p>
          <a:p>
            <a:pPr marL="0" indent="0">
              <a:buNone/>
            </a:pPr>
            <a:r>
              <a:rPr lang="en-IN" dirty="0"/>
              <a:t>        return  "test";</a:t>
            </a:r>
          </a:p>
          <a:p>
            <a:pPr marL="0" indent="0">
              <a:buNone/>
            </a:pPr>
            <a:r>
              <a:rPr lang="en-IN" dirty="0"/>
              <a:t>    }</a:t>
            </a:r>
          </a:p>
          <a:p>
            <a:pPr marL="0" indent="0">
              <a:buNone/>
            </a:pPr>
            <a:endParaRPr lang="en-IN" dirty="0"/>
          </a:p>
          <a:p>
            <a:pPr marL="0" indent="0">
              <a:buNone/>
            </a:pPr>
            <a:r>
              <a:rPr lang="en-IN" dirty="0"/>
              <a:t>    @GetMapping("/welcome")</a:t>
            </a:r>
          </a:p>
          <a:p>
            <a:pPr marL="0" indent="0">
              <a:buNone/>
            </a:pPr>
            <a:r>
              <a:rPr lang="en-IN" dirty="0"/>
              <a:t>    public String  welcome(){</a:t>
            </a:r>
          </a:p>
          <a:p>
            <a:pPr marL="0" indent="0">
              <a:buNone/>
            </a:pPr>
            <a:r>
              <a:rPr lang="en-IN" dirty="0"/>
              <a:t>        return  "welcome";</a:t>
            </a:r>
          </a:p>
          <a:p>
            <a:pPr marL="0" indent="0">
              <a:buNone/>
            </a:pPr>
            <a:r>
              <a:rPr lang="en-IN" dirty="0"/>
              <a:t>    }</a:t>
            </a:r>
          </a:p>
          <a:p>
            <a:pPr marL="0" indent="0">
              <a:buNone/>
            </a:pPr>
            <a:r>
              <a:rPr lang="en-IN"/>
              <a:t>}</a:t>
            </a:r>
          </a:p>
          <a:p>
            <a:pPr marL="0" indent="0">
              <a:buNone/>
            </a:pPr>
            <a:endParaRPr lang="en-IN"/>
          </a:p>
        </p:txBody>
      </p:sp>
    </p:spTree>
    <p:extLst>
      <p:ext uri="{BB962C8B-B14F-4D97-AF65-F5344CB8AC3E}">
        <p14:creationId xmlns:p14="http://schemas.microsoft.com/office/powerpoint/2010/main" val="14013574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TotalTime>
  <Words>3943</Words>
  <Application>Microsoft Office PowerPoint</Application>
  <PresentationFormat>Widescreen</PresentationFormat>
  <Paragraphs>493</Paragraphs>
  <Slides>40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Aptos</vt:lpstr>
      <vt:lpstr>Aptos Display</vt:lpstr>
      <vt:lpstr>Arial</vt:lpstr>
      <vt:lpstr>Google Sans</vt:lpstr>
      <vt:lpstr>Office Theme</vt:lpstr>
      <vt:lpstr>Spring security</vt:lpstr>
      <vt:lpstr>What is it?</vt:lpstr>
      <vt:lpstr>Key purpose: </vt:lpstr>
      <vt:lpstr>PowerPoint Presentation</vt:lpstr>
      <vt:lpstr>Maven dependency</vt:lpstr>
      <vt:lpstr>PowerPoint Presentation</vt:lpstr>
      <vt:lpstr>Basic Configuration </vt:lpstr>
      <vt:lpstr>User, UserDetails,UserDetailsManager</vt:lpstr>
      <vt:lpstr>PowerPoint Presentation</vt:lpstr>
      <vt:lpstr>InMemoryUserDetailsManager</vt:lpstr>
      <vt:lpstr>example</vt:lpstr>
      <vt:lpstr>The Security Filter Chain </vt:lpstr>
      <vt:lpstr>Using filter</vt:lpstr>
      <vt:lpstr>Customizer </vt:lpstr>
      <vt:lpstr>PowerPoint Presentation</vt:lpstr>
      <vt:lpstr>PowerPoint Presentation</vt:lpstr>
      <vt:lpstr>PowerPoint Presentation</vt:lpstr>
      <vt:lpstr>The Authentication Flow </vt:lpstr>
      <vt:lpstr>Authorization and Access Control </vt:lpstr>
      <vt:lpstr>PowerPoint Presentation</vt:lpstr>
      <vt:lpstr>AuthenticationProvider</vt:lpstr>
      <vt:lpstr>Common types of AuthenticationProvider in Spring </vt:lpstr>
      <vt:lpstr>BCryptPasswordEncoder  </vt:lpstr>
      <vt:lpstr>Role-Based Access Control (RBAC)</vt:lpstr>
      <vt:lpstr>Map Users to Roles:  </vt:lpstr>
      <vt:lpstr>Define user and role entities </vt:lpstr>
      <vt:lpstr>PowerPoint Presentation</vt:lpstr>
      <vt:lpstr> CustomUserDetailsService</vt:lpstr>
      <vt:lpstr> Configure SecurityFilterChain</vt:lpstr>
      <vt:lpstr>PowerPoint Presentation</vt:lpstr>
      <vt:lpstr>Controller</vt:lpstr>
      <vt:lpstr>Method-level security with @PreAuthorize </vt:lpstr>
      <vt:lpstr>PowerPoint Presentation</vt:lpstr>
      <vt:lpstr>Spring Boot Spring Security with JPA</vt:lpstr>
      <vt:lpstr>MyUserDetailsService</vt:lpstr>
      <vt:lpstr>Custom UserDetailsService</vt:lpstr>
      <vt:lpstr>Security Configuration:  </vt:lpstr>
      <vt:lpstr>PowerPoint Presentation</vt:lpstr>
      <vt:lpstr>PowerPoint Presentation</vt:lpstr>
      <vt:lpstr>PowerPoint Presentation</vt:lpstr>
    </vt:vector>
  </TitlesOfParts>
  <Company>Cognizant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Kumar, Shankar (Contractor)</dc:creator>
  <cp:lastModifiedBy>Kumar, Shankar (Contractor)</cp:lastModifiedBy>
  <cp:revision>1</cp:revision>
  <dcterms:created xsi:type="dcterms:W3CDTF">2025-10-14T00:11:15Z</dcterms:created>
  <dcterms:modified xsi:type="dcterms:W3CDTF">2025-10-22T05:06:57Z</dcterms:modified>
</cp:coreProperties>
</file>