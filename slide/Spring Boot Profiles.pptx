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F4F6-31F9-D2F1-FB55-3C9DBDB67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0E880-9197-D807-89FE-5BA269EB8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0568A-7136-5F12-BA8F-6F24FCB5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B327-03BC-70FE-9477-3B5E465F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90B92-912F-AC3B-DE32-E7162D25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C436-C06C-56B9-514D-0D5A6364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BAA1-57ED-0CD2-3051-C88291BFA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2F270-D6AC-7B2F-9883-630CF994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33709-F147-A737-568A-84E2F4E0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79796-1661-7301-CEF2-8CDC2815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54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1021-E67E-350C-7B14-F2CB1446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22DD1-482A-5193-41DD-EFD6F03A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10117-D8D0-DF8D-141B-264352C8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CF0E7-6D84-5C89-4DF0-C2FBAD17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17DCD-ED08-39B2-1B61-7B06881B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90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C6EF-E184-77F4-B34C-37B7888CC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6A1B-E6B2-60B8-8386-DA62AF902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1A4D8-49EE-4328-386E-54D6AB86C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B35A0-715B-4493-BCE2-4B329CC8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32920-87E0-07B7-F6A7-6421E248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6E147-6B23-9ED4-269B-E02FEDEE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12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D8DC-7656-5124-D343-C6E31C63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05A8E-89CB-02B7-D25A-CA15720D9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BBADD-7730-67C9-ABA5-6698BE0E5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323E-05BB-2741-4492-7050C2837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7C885-1C78-53BD-A4B9-6BFF0A8F1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89AC3-AE5C-89CD-E832-49CE68E1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E7A4E-55AC-4D55-A5D3-16D486CE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D9307-FAC9-2366-034A-3FB2AB86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8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2CC3-5548-6CC3-61E3-750A81E6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00A6F-B4FA-B704-957C-1D862130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FB345-226D-149D-EAA6-BF96C2C2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4C27C-F42C-76C5-A11F-D7B6D166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6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909F2-30FD-004B-4738-730C8FBC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61C44-D10B-646E-499C-9019E48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070B0-7361-0096-F736-8E6E716F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6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1BAF-74E7-5E6D-BE25-9F92A5C9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5BE38-7BA7-000D-4FF0-9173DBD52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7BF02-463A-D6E6-D235-8FA4B44B1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3543F-6A2F-67D3-8B69-8B487CD5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B6341-EE0C-9137-9A69-2D1C929A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0F4CB-ED49-33BC-A279-F6B39590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53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BD92-F346-F205-E7B5-09329FCE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E791A-AAFA-66E3-FF9A-15BAA75B0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94D5F-6E91-E0D0-5E34-7CB7A4AD2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37C74-73CF-5245-8181-287689C6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3B72F-C126-76BB-BD92-A7E4033F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67870-A329-0F30-FD19-36D11C8A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05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D048-1F60-C73E-0E1A-6D4810AE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09F32-143F-8063-C02D-6C2776E14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BFA58-2C54-F324-EC55-AA456DF6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191C9-E674-7B54-3AB7-384FC5DA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C0D2C-8A8D-2819-1E2F-C1C34299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17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A7818-1A27-E9A2-6C5C-393B21312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E2E3F-6D90-6268-A943-5B870C5CF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9F8C-B773-53A6-D121-DF55F23E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3033F-C649-1CC3-624C-542CA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AD257-E5EE-C619-4A75-D7619692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8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5AAFB-EDA1-33B4-4539-AC259827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9C5FD-AC7F-2435-4F64-E949D10C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A280-C417-9124-864A-0E670949E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3B0E8-8F2F-4608-B31C-D0EA104C5C8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93CA4-5AF6-8254-38E3-0A4F77495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637FB-E1D3-B48B-02B8-7A4E3A8FB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07DD-1374-4C82-B151-9F1391B72B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09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DBA2-6E57-1664-D8F8-9791BC5F4D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Boot Profiles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1FE0D-F59A-AF3D-10FA-15C954654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1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6BCA-79D5-3C3F-E062-DC1699714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D6A54-F8F2-B636-C1D7-7EE698863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Boot Profiles provide a mechanism to segregate and manage configurations and beans based on the environment where an application is deployed. </a:t>
            </a:r>
          </a:p>
          <a:p>
            <a:r>
              <a:rPr lang="en-US" dirty="0"/>
              <a:t>This allows for environment-specific settings (e.g., database URLs, API keys) without modifying the core application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589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5151-D6EC-143A-9EC9-74CD276B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Concepts: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8D9A5-3441-BCC5-0D2F-DAB0A6070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24"/>
            <a:ext cx="10515600" cy="5070539"/>
          </a:xfrm>
        </p:spPr>
        <p:txBody>
          <a:bodyPr/>
          <a:lstStyle/>
          <a:p>
            <a:r>
              <a:rPr lang="en-US" dirty="0"/>
              <a:t>Environment-Specific Configurations:</a:t>
            </a:r>
          </a:p>
          <a:p>
            <a:pPr lvl="1"/>
            <a:r>
              <a:rPr lang="en-US" dirty="0"/>
              <a:t>Profiles enable the creation of distinct configuration sets for various environments like development (dev), testing (</a:t>
            </a:r>
            <a:r>
              <a:rPr lang="en-US" dirty="0" err="1"/>
              <a:t>qa</a:t>
            </a:r>
            <a:r>
              <a:rPr lang="en-US" dirty="0"/>
              <a:t>/stage), and production (prod).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This is typically achieved by creating application-{profile}.properties or application-{profile}.</a:t>
            </a:r>
            <a:r>
              <a:rPr lang="en-US" dirty="0" err="1"/>
              <a:t>yml</a:t>
            </a:r>
            <a:r>
              <a:rPr lang="en-US" dirty="0"/>
              <a:t> files alongside the main </a:t>
            </a:r>
            <a:r>
              <a:rPr lang="en-US" dirty="0" err="1"/>
              <a:t>application.properties</a:t>
            </a:r>
            <a:r>
              <a:rPr lang="en-US" dirty="0"/>
              <a:t> or </a:t>
            </a:r>
            <a:r>
              <a:rPr lang="en-US" dirty="0" err="1"/>
              <a:t>application.yml</a:t>
            </a:r>
            <a:r>
              <a:rPr lang="en-US" dirty="0"/>
              <a:t>. For example, application-</a:t>
            </a:r>
            <a:r>
              <a:rPr lang="en-US" dirty="0" err="1"/>
              <a:t>dev.properties</a:t>
            </a:r>
            <a:r>
              <a:rPr lang="en-US" dirty="0"/>
              <a:t> for development settings.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67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B066-4A63-6B0F-0D96-B5D92CB7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Activating Profiles: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2B918-8970-5DA4-9300-FBF31BC08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Profiles can be activated in several ways:</a:t>
            </a:r>
          </a:p>
          <a:p>
            <a:pPr lvl="1"/>
            <a:r>
              <a:rPr lang="en-US" dirty="0" err="1"/>
              <a:t>spring.profiles.active</a:t>
            </a:r>
            <a:r>
              <a:rPr lang="en-US" dirty="0"/>
              <a:t> property: Set this in </a:t>
            </a:r>
            <a:r>
              <a:rPr lang="en-US" dirty="0" err="1"/>
              <a:t>application.properties</a:t>
            </a:r>
            <a:r>
              <a:rPr lang="en-US" dirty="0"/>
              <a:t> or as a system property/environment variable (e.g., </a:t>
            </a:r>
            <a:r>
              <a:rPr lang="en-US" dirty="0" err="1"/>
              <a:t>spring.profiles.active</a:t>
            </a:r>
            <a:r>
              <a:rPr lang="en-US" dirty="0"/>
              <a:t>=dev).</a:t>
            </a:r>
          </a:p>
          <a:p>
            <a:pPr lvl="1"/>
            <a:r>
              <a:rPr lang="en-US" dirty="0"/>
              <a:t>Command-line argument: Use --</a:t>
            </a:r>
            <a:r>
              <a:rPr lang="en-US" dirty="0" err="1"/>
              <a:t>spring.profiles.active</a:t>
            </a:r>
            <a:r>
              <a:rPr lang="en-US" dirty="0"/>
              <a:t>=dev when running the application.</a:t>
            </a:r>
          </a:p>
          <a:p>
            <a:pPr lvl="1"/>
            <a:r>
              <a:rPr lang="en-US" dirty="0"/>
              <a:t>Maven/Gradle profiles: Define profiles within your build tool to activate specific Spring Boot profiles during the build process.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54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8F30-DF22-A730-B23F-67560E89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Profile-Specific Beans and Components: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5D2C3-59E6-C72C-BDFB-A86C99D25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@Profile annotation can be applied to @Component, @Configuration, or @ConfigurationProperties classes (or even methods returning beans) to conditionally load them based on the active profile(s).</a:t>
            </a:r>
          </a:p>
          <a:p>
            <a:r>
              <a:rPr lang="en-US" dirty="0"/>
              <a:t>For example, @Profile("dev") on a </a:t>
            </a:r>
            <a:r>
              <a:rPr lang="en-US" dirty="0" err="1"/>
              <a:t>DataSource</a:t>
            </a:r>
            <a:r>
              <a:rPr lang="en-US" dirty="0"/>
              <a:t> configuration would ensure that a specific development database configuration is only used when the "dev" profile is active.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81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4A1F-6ABA-6206-A019-73DB5450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Profile: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7C33-0A1D-B1D2-8492-C2A718CCD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 specific profile is activated, Spring Boot uses the "default" profile.</a:t>
            </a:r>
          </a:p>
          <a:p>
            <a:r>
              <a:rPr lang="en-US" dirty="0"/>
              <a:t>Beans or configurations without an explicit @Profile annotation belong to the default profile.</a:t>
            </a:r>
          </a:p>
          <a:p>
            <a:r>
              <a:rPr lang="en-US" dirty="0"/>
              <a:t>The name of the default profile can be customized using </a:t>
            </a:r>
            <a:r>
              <a:rPr lang="en-US" dirty="0" err="1"/>
              <a:t>spring.profiles.default</a:t>
            </a:r>
            <a:r>
              <a:rPr lang="en-US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3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2372-3B43-B0BE-2A8F-579C531A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Benefits: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CBE6-D016-78DB-3129-4020EF45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872"/>
            <a:ext cx="10515600" cy="4915091"/>
          </a:xfrm>
        </p:spPr>
        <p:txBody>
          <a:bodyPr/>
          <a:lstStyle/>
          <a:p>
            <a:r>
              <a:rPr lang="en-US" dirty="0"/>
              <a:t>Simplified Configuration Management: Centralizes environment-specific settings, making it easier to manage and update configurations.</a:t>
            </a:r>
          </a:p>
          <a:p>
            <a:r>
              <a:rPr lang="en-US" dirty="0"/>
              <a:t>Reduced Errors: Prevents accidental use of incorrect configurations in different environments.</a:t>
            </a:r>
          </a:p>
          <a:p>
            <a:r>
              <a:rPr lang="en-US" dirty="0"/>
              <a:t>Improved Flexibility: Allows for dynamic adjustment of application behavior based on the deployment environment.</a:t>
            </a:r>
          </a:p>
          <a:p>
            <a:r>
              <a:rPr lang="en-US" dirty="0"/>
              <a:t>Cleaner Codebase: Separates configuration details from core application logic.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27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Spring Boot Profiles </vt:lpstr>
      <vt:lpstr>PowerPoint Presentation</vt:lpstr>
      <vt:lpstr>Key Concepts:  </vt:lpstr>
      <vt:lpstr>Activating Profiles:  </vt:lpstr>
      <vt:lpstr>Profile-Specific Beans and Components:  </vt:lpstr>
      <vt:lpstr>Default Profile:  </vt:lpstr>
      <vt:lpstr>Benefits: 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2025-10-16T08:52:10Z</dcterms:created>
  <dcterms:modified xsi:type="dcterms:W3CDTF">2025-10-16T08:55:24Z</dcterms:modified>
</cp:coreProperties>
</file>