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63" r:id="rId11"/>
    <p:sldId id="269" r:id="rId12"/>
    <p:sldId id="267" r:id="rId13"/>
    <p:sldId id="268" r:id="rId14"/>
    <p:sldId id="264" r:id="rId15"/>
    <p:sldId id="266" r:id="rId16"/>
    <p:sldId id="265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9C678-40B2-4507-B904-C9D66E939EE6}" v="88" dt="2025-11-05T06:25:55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delSld modSld sldOrd">
      <pc:chgData name="Kumar, Shankar (Contractor)" userId="d7d2038c-4287-4a61-af48-330653fba828" providerId="ADAL" clId="{715A71CE-967C-41F9-8557-9EA2E601B47A}" dt="2025-11-05T06:25:58.577" v="381" actId="20577"/>
      <pc:docMkLst>
        <pc:docMk/>
      </pc:docMkLst>
      <pc:sldChg chg="modSp new mod">
        <pc:chgData name="Kumar, Shankar (Contractor)" userId="d7d2038c-4287-4a61-af48-330653fba828" providerId="ADAL" clId="{715A71CE-967C-41F9-8557-9EA2E601B47A}" dt="2025-11-05T04:21:17.137" v="5"/>
        <pc:sldMkLst>
          <pc:docMk/>
          <pc:sldMk cId="300165137" sldId="257"/>
        </pc:sldMkLst>
        <pc:spChg chg="mod">
          <ac:chgData name="Kumar, Shankar (Contractor)" userId="d7d2038c-4287-4a61-af48-330653fba828" providerId="ADAL" clId="{715A71CE-967C-41F9-8557-9EA2E601B47A}" dt="2025-11-05T04:21:17.137" v="5"/>
          <ac:spMkLst>
            <pc:docMk/>
            <pc:sldMk cId="300165137" sldId="257"/>
            <ac:spMk id="3" creationId="{1D4D0C8A-C120-7F5E-2EC8-4E33318927D0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1:49.235" v="11" actId="20577"/>
        <pc:sldMkLst>
          <pc:docMk/>
          <pc:sldMk cId="4020792665" sldId="258"/>
        </pc:sldMkLst>
        <pc:spChg chg="mod">
          <ac:chgData name="Kumar, Shankar (Contractor)" userId="d7d2038c-4287-4a61-af48-330653fba828" providerId="ADAL" clId="{715A71CE-967C-41F9-8557-9EA2E601B47A}" dt="2025-11-05T04:21:35.416" v="8" actId="27636"/>
          <ac:spMkLst>
            <pc:docMk/>
            <pc:sldMk cId="4020792665" sldId="258"/>
            <ac:spMk id="2" creationId="{DE6A2846-73B4-7DC4-E0C8-473A34103F2D}"/>
          </ac:spMkLst>
        </pc:spChg>
        <pc:spChg chg="mod">
          <ac:chgData name="Kumar, Shankar (Contractor)" userId="d7d2038c-4287-4a61-af48-330653fba828" providerId="ADAL" clId="{715A71CE-967C-41F9-8557-9EA2E601B47A}" dt="2025-11-05T04:21:49.235" v="11" actId="20577"/>
          <ac:spMkLst>
            <pc:docMk/>
            <pc:sldMk cId="4020792665" sldId="258"/>
            <ac:spMk id="3" creationId="{3B9208A2-28E8-5A95-20E4-246332A1CD8B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2:12.062" v="16" actId="27636"/>
        <pc:sldMkLst>
          <pc:docMk/>
          <pc:sldMk cId="1173889452" sldId="259"/>
        </pc:sldMkLst>
        <pc:spChg chg="mod">
          <ac:chgData name="Kumar, Shankar (Contractor)" userId="d7d2038c-4287-4a61-af48-330653fba828" providerId="ADAL" clId="{715A71CE-967C-41F9-8557-9EA2E601B47A}" dt="2025-11-05T04:22:03.638" v="14" actId="27636"/>
          <ac:spMkLst>
            <pc:docMk/>
            <pc:sldMk cId="1173889452" sldId="259"/>
            <ac:spMk id="2" creationId="{53FBC187-8B8B-CEFC-343F-CC0B11A7AA4D}"/>
          </ac:spMkLst>
        </pc:spChg>
        <pc:spChg chg="mod">
          <ac:chgData name="Kumar, Shankar (Contractor)" userId="d7d2038c-4287-4a61-af48-330653fba828" providerId="ADAL" clId="{715A71CE-967C-41F9-8557-9EA2E601B47A}" dt="2025-11-05T04:22:12.062" v="16" actId="27636"/>
          <ac:spMkLst>
            <pc:docMk/>
            <pc:sldMk cId="1173889452" sldId="259"/>
            <ac:spMk id="3" creationId="{BD99C047-635C-E9CF-26ED-CD4B32EBB50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2:31.521" v="20"/>
        <pc:sldMkLst>
          <pc:docMk/>
          <pc:sldMk cId="402170638" sldId="260"/>
        </pc:sldMkLst>
        <pc:spChg chg="mod">
          <ac:chgData name="Kumar, Shankar (Contractor)" userId="d7d2038c-4287-4a61-af48-330653fba828" providerId="ADAL" clId="{715A71CE-967C-41F9-8557-9EA2E601B47A}" dt="2025-11-05T04:22:19.224" v="19" actId="27636"/>
          <ac:spMkLst>
            <pc:docMk/>
            <pc:sldMk cId="402170638" sldId="260"/>
            <ac:spMk id="2" creationId="{97AEF382-19D2-D179-0169-5FDF9EB181F4}"/>
          </ac:spMkLst>
        </pc:spChg>
        <pc:spChg chg="mod">
          <ac:chgData name="Kumar, Shankar (Contractor)" userId="d7d2038c-4287-4a61-af48-330653fba828" providerId="ADAL" clId="{715A71CE-967C-41F9-8557-9EA2E601B47A}" dt="2025-11-05T04:22:31.521" v="20"/>
          <ac:spMkLst>
            <pc:docMk/>
            <pc:sldMk cId="402170638" sldId="260"/>
            <ac:spMk id="3" creationId="{17414209-38AD-82C3-69B8-D5E1C5CB3A40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3:07.473" v="28" actId="27636"/>
        <pc:sldMkLst>
          <pc:docMk/>
          <pc:sldMk cId="2516916099" sldId="261"/>
        </pc:sldMkLst>
        <pc:spChg chg="mod">
          <ac:chgData name="Kumar, Shankar (Contractor)" userId="d7d2038c-4287-4a61-af48-330653fba828" providerId="ADAL" clId="{715A71CE-967C-41F9-8557-9EA2E601B47A}" dt="2025-11-05T04:22:47.854" v="22"/>
          <ac:spMkLst>
            <pc:docMk/>
            <pc:sldMk cId="2516916099" sldId="261"/>
            <ac:spMk id="2" creationId="{AD251BE2-BF8E-081C-6E9A-F059A1038964}"/>
          </ac:spMkLst>
        </pc:spChg>
        <pc:spChg chg="mod">
          <ac:chgData name="Kumar, Shankar (Contractor)" userId="d7d2038c-4287-4a61-af48-330653fba828" providerId="ADAL" clId="{715A71CE-967C-41F9-8557-9EA2E601B47A}" dt="2025-11-05T04:23:07.473" v="28" actId="27636"/>
          <ac:spMkLst>
            <pc:docMk/>
            <pc:sldMk cId="2516916099" sldId="261"/>
            <ac:spMk id="3" creationId="{CB579804-D44F-97A9-CDF4-709B2C7579CF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3:31.778" v="34" actId="27636"/>
        <pc:sldMkLst>
          <pc:docMk/>
          <pc:sldMk cId="4260213788" sldId="262"/>
        </pc:sldMkLst>
        <pc:spChg chg="mod">
          <ac:chgData name="Kumar, Shankar (Contractor)" userId="d7d2038c-4287-4a61-af48-330653fba828" providerId="ADAL" clId="{715A71CE-967C-41F9-8557-9EA2E601B47A}" dt="2025-11-05T04:23:15.524" v="30"/>
          <ac:spMkLst>
            <pc:docMk/>
            <pc:sldMk cId="4260213788" sldId="262"/>
            <ac:spMk id="2" creationId="{92503734-47EF-EB3F-7F36-DB26A0749602}"/>
          </ac:spMkLst>
        </pc:spChg>
        <pc:spChg chg="mod">
          <ac:chgData name="Kumar, Shankar (Contractor)" userId="d7d2038c-4287-4a61-af48-330653fba828" providerId="ADAL" clId="{715A71CE-967C-41F9-8557-9EA2E601B47A}" dt="2025-11-05T04:23:31.778" v="34" actId="27636"/>
          <ac:spMkLst>
            <pc:docMk/>
            <pc:sldMk cId="4260213788" sldId="262"/>
            <ac:spMk id="3" creationId="{BDF01D36-5684-ED32-4130-6C0D717685F5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3:58.231" v="41" actId="27636"/>
        <pc:sldMkLst>
          <pc:docMk/>
          <pc:sldMk cId="2268346212" sldId="263"/>
        </pc:sldMkLst>
        <pc:spChg chg="mod">
          <ac:chgData name="Kumar, Shankar (Contractor)" userId="d7d2038c-4287-4a61-af48-330653fba828" providerId="ADAL" clId="{715A71CE-967C-41F9-8557-9EA2E601B47A}" dt="2025-11-05T04:23:42.118" v="37" actId="27636"/>
          <ac:spMkLst>
            <pc:docMk/>
            <pc:sldMk cId="2268346212" sldId="263"/>
            <ac:spMk id="2" creationId="{38FF7C42-DDFE-D26E-2485-C1E23975932C}"/>
          </ac:spMkLst>
        </pc:spChg>
        <pc:spChg chg="mod">
          <ac:chgData name="Kumar, Shankar (Contractor)" userId="d7d2038c-4287-4a61-af48-330653fba828" providerId="ADAL" clId="{715A71CE-967C-41F9-8557-9EA2E601B47A}" dt="2025-11-05T04:23:58.231" v="41" actId="27636"/>
          <ac:spMkLst>
            <pc:docMk/>
            <pc:sldMk cId="2268346212" sldId="263"/>
            <ac:spMk id="3" creationId="{E9340AA3-F3FB-BE6C-8A89-56F4E21AD7EB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4:19.813" v="48" actId="27636"/>
        <pc:sldMkLst>
          <pc:docMk/>
          <pc:sldMk cId="3330313872" sldId="264"/>
        </pc:sldMkLst>
        <pc:spChg chg="mod">
          <ac:chgData name="Kumar, Shankar (Contractor)" userId="d7d2038c-4287-4a61-af48-330653fba828" providerId="ADAL" clId="{715A71CE-967C-41F9-8557-9EA2E601B47A}" dt="2025-11-05T04:24:05.860" v="44" actId="27636"/>
          <ac:spMkLst>
            <pc:docMk/>
            <pc:sldMk cId="3330313872" sldId="264"/>
            <ac:spMk id="2" creationId="{4A5FA93A-C17D-438E-77DC-C949FF987564}"/>
          </ac:spMkLst>
        </pc:spChg>
        <pc:spChg chg="mod">
          <ac:chgData name="Kumar, Shankar (Contractor)" userId="d7d2038c-4287-4a61-af48-330653fba828" providerId="ADAL" clId="{715A71CE-967C-41F9-8557-9EA2E601B47A}" dt="2025-11-05T04:24:19.813" v="48" actId="27636"/>
          <ac:spMkLst>
            <pc:docMk/>
            <pc:sldMk cId="3330313872" sldId="264"/>
            <ac:spMk id="3" creationId="{B38BA285-9B70-4F2F-0683-04807AFDD2AD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26:22.771" v="60" actId="27636"/>
        <pc:sldMkLst>
          <pc:docMk/>
          <pc:sldMk cId="1102531474" sldId="265"/>
        </pc:sldMkLst>
        <pc:spChg chg="mod">
          <ac:chgData name="Kumar, Shankar (Contractor)" userId="d7d2038c-4287-4a61-af48-330653fba828" providerId="ADAL" clId="{715A71CE-967C-41F9-8557-9EA2E601B47A}" dt="2025-11-05T04:25:40.471" v="51" actId="27636"/>
          <ac:spMkLst>
            <pc:docMk/>
            <pc:sldMk cId="1102531474" sldId="265"/>
            <ac:spMk id="2" creationId="{AD614760-98CD-FA33-5C86-DBE12A6AD98C}"/>
          </ac:spMkLst>
        </pc:spChg>
        <pc:spChg chg="mod">
          <ac:chgData name="Kumar, Shankar (Contractor)" userId="d7d2038c-4287-4a61-af48-330653fba828" providerId="ADAL" clId="{715A71CE-967C-41F9-8557-9EA2E601B47A}" dt="2025-11-05T04:26:22.771" v="60" actId="27636"/>
          <ac:spMkLst>
            <pc:docMk/>
            <pc:sldMk cId="1102531474" sldId="265"/>
            <ac:spMk id="3" creationId="{739EB622-781D-AEB8-7A11-C8B40FF06610}"/>
          </ac:spMkLst>
        </pc:spChg>
      </pc:sldChg>
      <pc:sldChg chg="addSp delSp modSp new del mod">
        <pc:chgData name="Kumar, Shankar (Contractor)" userId="d7d2038c-4287-4a61-af48-330653fba828" providerId="ADAL" clId="{715A71CE-967C-41F9-8557-9EA2E601B47A}" dt="2025-11-05T06:12:33.942" v="191" actId="2696"/>
        <pc:sldMkLst>
          <pc:docMk/>
          <pc:sldMk cId="3351981666" sldId="266"/>
        </pc:sldMkLst>
        <pc:spChg chg="mod">
          <ac:chgData name="Kumar, Shankar (Contractor)" userId="d7d2038c-4287-4a61-af48-330653fba828" providerId="ADAL" clId="{715A71CE-967C-41F9-8557-9EA2E601B47A}" dt="2025-11-05T04:27:28.961" v="68"/>
          <ac:spMkLst>
            <pc:docMk/>
            <pc:sldMk cId="3351981666" sldId="266"/>
            <ac:spMk id="2" creationId="{1AEAB000-F2F3-A054-0731-219BB7D5B007}"/>
          </ac:spMkLst>
        </pc:spChg>
        <pc:spChg chg="add del mod">
          <ac:chgData name="Kumar, Shankar (Contractor)" userId="d7d2038c-4287-4a61-af48-330653fba828" providerId="ADAL" clId="{715A71CE-967C-41F9-8557-9EA2E601B47A}" dt="2025-11-05T04:27:20.661" v="67" actId="27636"/>
          <ac:spMkLst>
            <pc:docMk/>
            <pc:sldMk cId="3351981666" sldId="266"/>
            <ac:spMk id="3" creationId="{2E8445DA-E883-A309-16B0-950A8FF52511}"/>
          </ac:spMkLst>
        </pc:spChg>
        <pc:spChg chg="add mod">
          <ac:chgData name="Kumar, Shankar (Contractor)" userId="d7d2038c-4287-4a61-af48-330653fba828" providerId="ADAL" clId="{715A71CE-967C-41F9-8557-9EA2E601B47A}" dt="2025-11-05T04:27:17.332" v="64"/>
          <ac:spMkLst>
            <pc:docMk/>
            <pc:sldMk cId="3351981666" sldId="266"/>
            <ac:spMk id="4" creationId="{B131E148-3A24-986C-E02E-34BCC0ED4C35}"/>
          </ac:spMkLst>
        </pc:spChg>
      </pc:sldChg>
      <pc:sldChg chg="add">
        <pc:chgData name="Kumar, Shankar (Contractor)" userId="d7d2038c-4287-4a61-af48-330653fba828" providerId="ADAL" clId="{715A71CE-967C-41F9-8557-9EA2E601B47A}" dt="2025-11-05T06:12:37.675" v="192"/>
        <pc:sldMkLst>
          <pc:docMk/>
          <pc:sldMk cId="3957888124" sldId="266"/>
        </pc:sldMkLst>
      </pc:sldChg>
      <pc:sldChg chg="addSp modSp new mod modClrScheme chgLayout">
        <pc:chgData name="Kumar, Shankar (Contractor)" userId="d7d2038c-4287-4a61-af48-330653fba828" providerId="ADAL" clId="{715A71CE-967C-41F9-8557-9EA2E601B47A}" dt="2025-11-05T04:29:25.953" v="91" actId="14100"/>
        <pc:sldMkLst>
          <pc:docMk/>
          <pc:sldMk cId="3000758637" sldId="267"/>
        </pc:sldMkLst>
        <pc:spChg chg="mod ord">
          <ac:chgData name="Kumar, Shankar (Contractor)" userId="d7d2038c-4287-4a61-af48-330653fba828" providerId="ADAL" clId="{715A71CE-967C-41F9-8557-9EA2E601B47A}" dt="2025-11-05T04:29:19.591" v="88" actId="27636"/>
          <ac:spMkLst>
            <pc:docMk/>
            <pc:sldMk cId="3000758637" sldId="267"/>
            <ac:spMk id="2" creationId="{35C2CA46-18A2-101D-DCE6-EFEC9298025F}"/>
          </ac:spMkLst>
        </pc:spChg>
        <pc:spChg chg="mod ord">
          <ac:chgData name="Kumar, Shankar (Contractor)" userId="d7d2038c-4287-4a61-af48-330653fba828" providerId="ADAL" clId="{715A71CE-967C-41F9-8557-9EA2E601B47A}" dt="2025-11-05T04:29:19.591" v="87" actId="27636"/>
          <ac:spMkLst>
            <pc:docMk/>
            <pc:sldMk cId="3000758637" sldId="267"/>
            <ac:spMk id="3" creationId="{1041AEF8-F0D4-7993-60E5-09ED39EE2743}"/>
          </ac:spMkLst>
        </pc:spChg>
        <pc:spChg chg="add mod ord">
          <ac:chgData name="Kumar, Shankar (Contractor)" userId="d7d2038c-4287-4a61-af48-330653fba828" providerId="ADAL" clId="{715A71CE-967C-41F9-8557-9EA2E601B47A}" dt="2025-11-05T04:29:25.953" v="91" actId="14100"/>
          <ac:spMkLst>
            <pc:docMk/>
            <pc:sldMk cId="3000758637" sldId="267"/>
            <ac:spMk id="4" creationId="{073E4C86-0DA5-BD21-3791-7B378599CFA3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1-05T04:31:21.129" v="115" actId="27636"/>
        <pc:sldMkLst>
          <pc:docMk/>
          <pc:sldMk cId="1910426710" sldId="268"/>
        </pc:sldMkLst>
        <pc:spChg chg="del mod ord">
          <ac:chgData name="Kumar, Shankar (Contractor)" userId="d7d2038c-4287-4a61-af48-330653fba828" providerId="ADAL" clId="{715A71CE-967C-41F9-8557-9EA2E601B47A}" dt="2025-11-05T04:29:58.804" v="93" actId="700"/>
          <ac:spMkLst>
            <pc:docMk/>
            <pc:sldMk cId="1910426710" sldId="268"/>
            <ac:spMk id="2" creationId="{B7565B83-DA8A-CABC-FF7B-FF3415079BF3}"/>
          </ac:spMkLst>
        </pc:spChg>
        <pc:spChg chg="del mod ord">
          <ac:chgData name="Kumar, Shankar (Contractor)" userId="d7d2038c-4287-4a61-af48-330653fba828" providerId="ADAL" clId="{715A71CE-967C-41F9-8557-9EA2E601B47A}" dt="2025-11-05T04:29:58.804" v="93" actId="700"/>
          <ac:spMkLst>
            <pc:docMk/>
            <pc:sldMk cId="1910426710" sldId="268"/>
            <ac:spMk id="3" creationId="{80781F89-24E1-C7DF-B4DC-0835A466E6CE}"/>
          </ac:spMkLst>
        </pc:spChg>
        <pc:spChg chg="del">
          <ac:chgData name="Kumar, Shankar (Contractor)" userId="d7d2038c-4287-4a61-af48-330653fba828" providerId="ADAL" clId="{715A71CE-967C-41F9-8557-9EA2E601B47A}" dt="2025-11-05T04:29:58.804" v="93" actId="700"/>
          <ac:spMkLst>
            <pc:docMk/>
            <pc:sldMk cId="1910426710" sldId="268"/>
            <ac:spMk id="4" creationId="{1B504325-5B3B-4911-D372-B4F44D8CC8AE}"/>
          </ac:spMkLst>
        </pc:spChg>
        <pc:spChg chg="add mod ord">
          <ac:chgData name="Kumar, Shankar (Contractor)" userId="d7d2038c-4287-4a61-af48-330653fba828" providerId="ADAL" clId="{715A71CE-967C-41F9-8557-9EA2E601B47A}" dt="2025-11-05T04:30:49.311" v="112"/>
          <ac:spMkLst>
            <pc:docMk/>
            <pc:sldMk cId="1910426710" sldId="268"/>
            <ac:spMk id="5" creationId="{26A04275-2E09-ACB8-0A7E-501B7639E5A0}"/>
          </ac:spMkLst>
        </pc:spChg>
        <pc:spChg chg="add mod ord">
          <ac:chgData name="Kumar, Shankar (Contractor)" userId="d7d2038c-4287-4a61-af48-330653fba828" providerId="ADAL" clId="{715A71CE-967C-41F9-8557-9EA2E601B47A}" dt="2025-11-05T04:31:21.129" v="115" actId="27636"/>
          <ac:spMkLst>
            <pc:docMk/>
            <pc:sldMk cId="1910426710" sldId="268"/>
            <ac:spMk id="6" creationId="{82DD9388-BC2B-427E-69A8-5FDE0558F1B3}"/>
          </ac:spMkLst>
        </pc:spChg>
        <pc:spChg chg="add">
          <ac:chgData name="Kumar, Shankar (Contractor)" userId="d7d2038c-4287-4a61-af48-330653fba828" providerId="ADAL" clId="{715A71CE-967C-41F9-8557-9EA2E601B47A}" dt="2025-11-05T04:30:35.018" v="104"/>
          <ac:spMkLst>
            <pc:docMk/>
            <pc:sldMk cId="1910426710" sldId="268"/>
            <ac:spMk id="7" creationId="{CC8F620F-4A9D-3BF3-8DFD-8E58DC708706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4:32:44.825" v="133" actId="6549"/>
        <pc:sldMkLst>
          <pc:docMk/>
          <pc:sldMk cId="2746246230" sldId="269"/>
        </pc:sldMkLst>
        <pc:spChg chg="mod">
          <ac:chgData name="Kumar, Shankar (Contractor)" userId="d7d2038c-4287-4a61-af48-330653fba828" providerId="ADAL" clId="{715A71CE-967C-41F9-8557-9EA2E601B47A}" dt="2025-11-05T04:31:59.491" v="123" actId="27636"/>
          <ac:spMkLst>
            <pc:docMk/>
            <pc:sldMk cId="2746246230" sldId="269"/>
            <ac:spMk id="2" creationId="{56CEEC38-6715-47B1-4130-C6FA0A62E46B}"/>
          </ac:spMkLst>
        </pc:spChg>
        <pc:spChg chg="mod">
          <ac:chgData name="Kumar, Shankar (Contractor)" userId="d7d2038c-4287-4a61-af48-330653fba828" providerId="ADAL" clId="{715A71CE-967C-41F9-8557-9EA2E601B47A}" dt="2025-11-05T04:32:44.825" v="133" actId="6549"/>
          <ac:spMkLst>
            <pc:docMk/>
            <pc:sldMk cId="2746246230" sldId="269"/>
            <ac:spMk id="3" creationId="{C35E2C72-C452-64B6-EE8A-C25CF4C38C4F}"/>
          </ac:spMkLst>
        </pc:spChg>
      </pc:sldChg>
      <pc:sldChg chg="addSp modSp new mod modClrScheme chgLayout">
        <pc:chgData name="Kumar, Shankar (Contractor)" userId="d7d2038c-4287-4a61-af48-330653fba828" providerId="ADAL" clId="{715A71CE-967C-41F9-8557-9EA2E601B47A}" dt="2025-11-05T04:36:39.429" v="157" actId="14100"/>
        <pc:sldMkLst>
          <pc:docMk/>
          <pc:sldMk cId="869768369" sldId="270"/>
        </pc:sldMkLst>
        <pc:spChg chg="mod ord">
          <ac:chgData name="Kumar, Shankar (Contractor)" userId="d7d2038c-4287-4a61-af48-330653fba828" providerId="ADAL" clId="{715A71CE-967C-41F9-8557-9EA2E601B47A}" dt="2025-11-05T04:35:49.618" v="154" actId="27636"/>
          <ac:spMkLst>
            <pc:docMk/>
            <pc:sldMk cId="869768369" sldId="270"/>
            <ac:spMk id="2" creationId="{E9BA5577-70C7-AC6F-9662-D49BC9183913}"/>
          </ac:spMkLst>
        </pc:spChg>
        <pc:spChg chg="mod ord">
          <ac:chgData name="Kumar, Shankar (Contractor)" userId="d7d2038c-4287-4a61-af48-330653fba828" providerId="ADAL" clId="{715A71CE-967C-41F9-8557-9EA2E601B47A}" dt="2025-11-05T04:36:01.643" v="156" actId="255"/>
          <ac:spMkLst>
            <pc:docMk/>
            <pc:sldMk cId="869768369" sldId="270"/>
            <ac:spMk id="3" creationId="{DB056F0D-1EF4-3ECF-8D26-00E65F79AC98}"/>
          </ac:spMkLst>
        </pc:spChg>
        <pc:spChg chg="add mod ord">
          <ac:chgData name="Kumar, Shankar (Contractor)" userId="d7d2038c-4287-4a61-af48-330653fba828" providerId="ADAL" clId="{715A71CE-967C-41F9-8557-9EA2E601B47A}" dt="2025-11-05T04:36:39.429" v="157" actId="14100"/>
          <ac:spMkLst>
            <pc:docMk/>
            <pc:sldMk cId="869768369" sldId="270"/>
            <ac:spMk id="4" creationId="{A7DDD397-8D3F-F192-1837-4A290C8F990B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1-05T04:37:32.594" v="190" actId="5793"/>
        <pc:sldMkLst>
          <pc:docMk/>
          <pc:sldMk cId="3400814792" sldId="271"/>
        </pc:sldMkLst>
        <pc:spChg chg="mod ord">
          <ac:chgData name="Kumar, Shankar (Contractor)" userId="d7d2038c-4287-4a61-af48-330653fba828" providerId="ADAL" clId="{715A71CE-967C-41F9-8557-9EA2E601B47A}" dt="2025-11-05T04:36:51.240" v="171" actId="700"/>
          <ac:spMkLst>
            <pc:docMk/>
            <pc:sldMk cId="3400814792" sldId="271"/>
            <ac:spMk id="2" creationId="{DC62A3B4-027B-2AD8-93D9-10DE1B72E4DC}"/>
          </ac:spMkLst>
        </pc:spChg>
        <pc:spChg chg="del mod ord">
          <ac:chgData name="Kumar, Shankar (Contractor)" userId="d7d2038c-4287-4a61-af48-330653fba828" providerId="ADAL" clId="{715A71CE-967C-41F9-8557-9EA2E601B47A}" dt="2025-11-05T04:36:51.240" v="171" actId="700"/>
          <ac:spMkLst>
            <pc:docMk/>
            <pc:sldMk cId="3400814792" sldId="271"/>
            <ac:spMk id="3" creationId="{1526D167-EC78-4E24-397F-B35FE9620FCC}"/>
          </ac:spMkLst>
        </pc:spChg>
        <pc:spChg chg="del">
          <ac:chgData name="Kumar, Shankar (Contractor)" userId="d7d2038c-4287-4a61-af48-330653fba828" providerId="ADAL" clId="{715A71CE-967C-41F9-8557-9EA2E601B47A}" dt="2025-11-05T04:36:51.240" v="171" actId="700"/>
          <ac:spMkLst>
            <pc:docMk/>
            <pc:sldMk cId="3400814792" sldId="271"/>
            <ac:spMk id="4" creationId="{EF45E70B-D45C-AC9B-A56B-BD991FC4D5FB}"/>
          </ac:spMkLst>
        </pc:spChg>
        <pc:spChg chg="add del mod ord">
          <ac:chgData name="Kumar, Shankar (Contractor)" userId="d7d2038c-4287-4a61-af48-330653fba828" providerId="ADAL" clId="{715A71CE-967C-41F9-8557-9EA2E601B47A}" dt="2025-11-05T04:37:32.594" v="190" actId="5793"/>
          <ac:spMkLst>
            <pc:docMk/>
            <pc:sldMk cId="3400814792" sldId="271"/>
            <ac:spMk id="5" creationId="{CCFAB315-102A-A04E-C8A9-211C1865BEF2}"/>
          </ac:spMkLst>
        </pc:spChg>
        <pc:spChg chg="add mod">
          <ac:chgData name="Kumar, Shankar (Contractor)" userId="d7d2038c-4287-4a61-af48-330653fba828" providerId="ADAL" clId="{715A71CE-967C-41F9-8557-9EA2E601B47A}" dt="2025-11-05T04:36:55.297" v="174"/>
          <ac:spMkLst>
            <pc:docMk/>
            <pc:sldMk cId="3400814792" sldId="271"/>
            <ac:spMk id="6" creationId="{B53E0EE5-E0A9-A772-1424-A2AB9318B0A8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6:14:23.734" v="201" actId="20577"/>
        <pc:sldMkLst>
          <pc:docMk/>
          <pc:sldMk cId="2187742911" sldId="272"/>
        </pc:sldMkLst>
        <pc:spChg chg="mod">
          <ac:chgData name="Kumar, Shankar (Contractor)" userId="d7d2038c-4287-4a61-af48-330653fba828" providerId="ADAL" clId="{715A71CE-967C-41F9-8557-9EA2E601B47A}" dt="2025-11-05T06:13:52.527" v="194"/>
          <ac:spMkLst>
            <pc:docMk/>
            <pc:sldMk cId="2187742911" sldId="272"/>
            <ac:spMk id="2" creationId="{0DB7AF0B-5C02-C4B8-177E-D5D88F626359}"/>
          </ac:spMkLst>
        </pc:spChg>
        <pc:spChg chg="mod">
          <ac:chgData name="Kumar, Shankar (Contractor)" userId="d7d2038c-4287-4a61-af48-330653fba828" providerId="ADAL" clId="{715A71CE-967C-41F9-8557-9EA2E601B47A}" dt="2025-11-05T06:14:23.734" v="201" actId="20577"/>
          <ac:spMkLst>
            <pc:docMk/>
            <pc:sldMk cId="2187742911" sldId="272"/>
            <ac:spMk id="3" creationId="{228840D8-55BB-0745-D593-BE785DC3F239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1-05T06:14:57.827" v="210"/>
        <pc:sldMkLst>
          <pc:docMk/>
          <pc:sldMk cId="4145928256" sldId="273"/>
        </pc:sldMkLst>
        <pc:spChg chg="add del mod">
          <ac:chgData name="Kumar, Shankar (Contractor)" userId="d7d2038c-4287-4a61-af48-330653fba828" providerId="ADAL" clId="{715A71CE-967C-41F9-8557-9EA2E601B47A}" dt="2025-11-05T06:14:44.288" v="206"/>
          <ac:spMkLst>
            <pc:docMk/>
            <pc:sldMk cId="4145928256" sldId="273"/>
            <ac:spMk id="2" creationId="{D98EF085-7EC4-2A18-05D8-10CF135AB0B8}"/>
          </ac:spMkLst>
        </pc:spChg>
        <pc:spChg chg="add del mod">
          <ac:chgData name="Kumar, Shankar (Contractor)" userId="d7d2038c-4287-4a61-af48-330653fba828" providerId="ADAL" clId="{715A71CE-967C-41F9-8557-9EA2E601B47A}" dt="2025-11-05T06:14:57.827" v="210"/>
          <ac:spMkLst>
            <pc:docMk/>
            <pc:sldMk cId="4145928256" sldId="273"/>
            <ac:spMk id="3" creationId="{4958A3B8-CE8B-8720-283C-3D35BDABD7AC}"/>
          </ac:spMkLst>
        </pc:spChg>
        <pc:spChg chg="add mod">
          <ac:chgData name="Kumar, Shankar (Contractor)" userId="d7d2038c-4287-4a61-af48-330653fba828" providerId="ADAL" clId="{715A71CE-967C-41F9-8557-9EA2E601B47A}" dt="2025-11-05T06:14:42.167" v="204"/>
          <ac:spMkLst>
            <pc:docMk/>
            <pc:sldMk cId="4145928256" sldId="273"/>
            <ac:spMk id="4" creationId="{49E29B35-C7DC-3D87-A6FF-F8BEDAE19AF3}"/>
          </ac:spMkLst>
        </pc:spChg>
        <pc:spChg chg="add mod">
          <ac:chgData name="Kumar, Shankar (Contractor)" userId="d7d2038c-4287-4a61-af48-330653fba828" providerId="ADAL" clId="{715A71CE-967C-41F9-8557-9EA2E601B47A}" dt="2025-11-05T06:14:55.140" v="208"/>
          <ac:spMkLst>
            <pc:docMk/>
            <pc:sldMk cId="4145928256" sldId="273"/>
            <ac:spMk id="5" creationId="{A76FC1C4-A9F6-07B8-E6F1-533BD5F61D5F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1-05T06:15:20.976" v="218" actId="27636"/>
        <pc:sldMkLst>
          <pc:docMk/>
          <pc:sldMk cId="3641480874" sldId="274"/>
        </pc:sldMkLst>
        <pc:spChg chg="add del mod">
          <ac:chgData name="Kumar, Shankar (Contractor)" userId="d7d2038c-4287-4a61-af48-330653fba828" providerId="ADAL" clId="{715A71CE-967C-41F9-8557-9EA2E601B47A}" dt="2025-11-05T06:15:08.572" v="215"/>
          <ac:spMkLst>
            <pc:docMk/>
            <pc:sldMk cId="3641480874" sldId="274"/>
            <ac:spMk id="2" creationId="{282A5940-D6F2-22B7-B29E-41FD4DDAB801}"/>
          </ac:spMkLst>
        </pc:spChg>
        <pc:spChg chg="mod">
          <ac:chgData name="Kumar, Shankar (Contractor)" userId="d7d2038c-4287-4a61-af48-330653fba828" providerId="ADAL" clId="{715A71CE-967C-41F9-8557-9EA2E601B47A}" dt="2025-11-05T06:15:20.976" v="218" actId="27636"/>
          <ac:spMkLst>
            <pc:docMk/>
            <pc:sldMk cId="3641480874" sldId="274"/>
            <ac:spMk id="3" creationId="{7BBDCC96-190D-2275-EF09-EC57C861E3C8}"/>
          </ac:spMkLst>
        </pc:spChg>
        <pc:spChg chg="add mod">
          <ac:chgData name="Kumar, Shankar (Contractor)" userId="d7d2038c-4287-4a61-af48-330653fba828" providerId="ADAL" clId="{715A71CE-967C-41F9-8557-9EA2E601B47A}" dt="2025-11-05T06:15:06.348" v="213"/>
          <ac:spMkLst>
            <pc:docMk/>
            <pc:sldMk cId="3641480874" sldId="274"/>
            <ac:spMk id="4" creationId="{8FC0E5BE-6FDE-42D8-0403-983EE8746D9C}"/>
          </ac:spMkLst>
        </pc:spChg>
      </pc:sldChg>
      <pc:sldChg chg="addSp modSp new mod modClrScheme chgLayout">
        <pc:chgData name="Kumar, Shankar (Contractor)" userId="d7d2038c-4287-4a61-af48-330653fba828" providerId="ADAL" clId="{715A71CE-967C-41F9-8557-9EA2E601B47A}" dt="2025-11-05T06:16:26.434" v="239" actId="27636"/>
        <pc:sldMkLst>
          <pc:docMk/>
          <pc:sldMk cId="2926650790" sldId="275"/>
        </pc:sldMkLst>
        <pc:spChg chg="mod ord">
          <ac:chgData name="Kumar, Shankar (Contractor)" userId="d7d2038c-4287-4a61-af48-330653fba828" providerId="ADAL" clId="{715A71CE-967C-41F9-8557-9EA2E601B47A}" dt="2025-11-05T06:16:22.847" v="236" actId="27636"/>
          <ac:spMkLst>
            <pc:docMk/>
            <pc:sldMk cId="2926650790" sldId="275"/>
            <ac:spMk id="2" creationId="{BDB7B188-05FE-A822-AB92-ED02193863CC}"/>
          </ac:spMkLst>
        </pc:spChg>
        <pc:spChg chg="mod ord">
          <ac:chgData name="Kumar, Shankar (Contractor)" userId="d7d2038c-4287-4a61-af48-330653fba828" providerId="ADAL" clId="{715A71CE-967C-41F9-8557-9EA2E601B47A}" dt="2025-11-05T06:16:26.434" v="239" actId="27636"/>
          <ac:spMkLst>
            <pc:docMk/>
            <pc:sldMk cId="2926650790" sldId="275"/>
            <ac:spMk id="3" creationId="{27388C25-502F-5A35-BB24-FED25A109835}"/>
          </ac:spMkLst>
        </pc:spChg>
        <pc:spChg chg="add mod ord">
          <ac:chgData name="Kumar, Shankar (Contractor)" userId="d7d2038c-4287-4a61-af48-330653fba828" providerId="ADAL" clId="{715A71CE-967C-41F9-8557-9EA2E601B47A}" dt="2025-11-05T06:16:26.432" v="238" actId="27636"/>
          <ac:spMkLst>
            <pc:docMk/>
            <pc:sldMk cId="2926650790" sldId="275"/>
            <ac:spMk id="4" creationId="{A0C93A7A-3DDE-4CFB-2D5B-2F0DF344A443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6:17:25.577" v="255" actId="20577"/>
        <pc:sldMkLst>
          <pc:docMk/>
          <pc:sldMk cId="1949271249" sldId="276"/>
        </pc:sldMkLst>
        <pc:spChg chg="mod">
          <ac:chgData name="Kumar, Shankar (Contractor)" userId="d7d2038c-4287-4a61-af48-330653fba828" providerId="ADAL" clId="{715A71CE-967C-41F9-8557-9EA2E601B47A}" dt="2025-11-05T06:16:59.148" v="247" actId="20577"/>
          <ac:spMkLst>
            <pc:docMk/>
            <pc:sldMk cId="1949271249" sldId="276"/>
            <ac:spMk id="2" creationId="{958DDABC-75F5-BC32-F019-8B4FF5FD8EF1}"/>
          </ac:spMkLst>
        </pc:spChg>
        <pc:spChg chg="mod">
          <ac:chgData name="Kumar, Shankar (Contractor)" userId="d7d2038c-4287-4a61-af48-330653fba828" providerId="ADAL" clId="{715A71CE-967C-41F9-8557-9EA2E601B47A}" dt="2025-11-05T06:17:06.056" v="252" actId="5793"/>
          <ac:spMkLst>
            <pc:docMk/>
            <pc:sldMk cId="1949271249" sldId="276"/>
            <ac:spMk id="3" creationId="{5CEB242E-338B-0DAD-300B-81907C73FFAF}"/>
          </ac:spMkLst>
        </pc:spChg>
        <pc:spChg chg="mod">
          <ac:chgData name="Kumar, Shankar (Contractor)" userId="d7d2038c-4287-4a61-af48-330653fba828" providerId="ADAL" clId="{715A71CE-967C-41F9-8557-9EA2E601B47A}" dt="2025-11-05T06:17:25.577" v="255" actId="20577"/>
          <ac:spMkLst>
            <pc:docMk/>
            <pc:sldMk cId="1949271249" sldId="276"/>
            <ac:spMk id="4" creationId="{85325FF0-8E34-2895-8720-A1386C9CDDF1}"/>
          </ac:spMkLst>
        </pc:spChg>
      </pc:sldChg>
      <pc:sldChg chg="delSp modSp new mod ord modClrScheme chgLayout">
        <pc:chgData name="Kumar, Shankar (Contractor)" userId="d7d2038c-4287-4a61-af48-330653fba828" providerId="ADAL" clId="{715A71CE-967C-41F9-8557-9EA2E601B47A}" dt="2025-11-05T06:18:28.909" v="267"/>
        <pc:sldMkLst>
          <pc:docMk/>
          <pc:sldMk cId="908871564" sldId="277"/>
        </pc:sldMkLst>
        <pc:spChg chg="mod ord">
          <ac:chgData name="Kumar, Shankar (Contractor)" userId="d7d2038c-4287-4a61-af48-330653fba828" providerId="ADAL" clId="{715A71CE-967C-41F9-8557-9EA2E601B47A}" dt="2025-11-05T06:18:07.615" v="263" actId="700"/>
          <ac:spMkLst>
            <pc:docMk/>
            <pc:sldMk cId="908871564" sldId="277"/>
            <ac:spMk id="2" creationId="{0EB39D4A-9F93-CD78-45B4-EEA3BC68C79D}"/>
          </ac:spMkLst>
        </pc:spChg>
        <pc:spChg chg="mod ord">
          <ac:chgData name="Kumar, Shankar (Contractor)" userId="d7d2038c-4287-4a61-af48-330653fba828" providerId="ADAL" clId="{715A71CE-967C-41F9-8557-9EA2E601B47A}" dt="2025-11-05T06:18:07.632" v="264" actId="27636"/>
          <ac:spMkLst>
            <pc:docMk/>
            <pc:sldMk cId="908871564" sldId="277"/>
            <ac:spMk id="3" creationId="{AA5F40BF-87B5-9653-71B5-58F2F0AD1D28}"/>
          </ac:spMkLst>
        </pc:spChg>
        <pc:spChg chg="del mod">
          <ac:chgData name="Kumar, Shankar (Contractor)" userId="d7d2038c-4287-4a61-af48-330653fba828" providerId="ADAL" clId="{715A71CE-967C-41F9-8557-9EA2E601B47A}" dt="2025-11-05T06:18:07.615" v="263" actId="700"/>
          <ac:spMkLst>
            <pc:docMk/>
            <pc:sldMk cId="908871564" sldId="277"/>
            <ac:spMk id="4" creationId="{09C44758-0F58-447D-2E2E-11FBDBEE1EEF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1-05T06:19:37.781" v="276" actId="1076"/>
        <pc:sldMkLst>
          <pc:docMk/>
          <pc:sldMk cId="589815170" sldId="278"/>
        </pc:sldMkLst>
        <pc:spChg chg="del mod ord">
          <ac:chgData name="Kumar, Shankar (Contractor)" userId="d7d2038c-4287-4a61-af48-330653fba828" providerId="ADAL" clId="{715A71CE-967C-41F9-8557-9EA2E601B47A}" dt="2025-11-05T06:18:47.739" v="269" actId="700"/>
          <ac:spMkLst>
            <pc:docMk/>
            <pc:sldMk cId="589815170" sldId="278"/>
            <ac:spMk id="2" creationId="{76F13FF2-15D7-8A0D-30BA-72033B197A2B}"/>
          </ac:spMkLst>
        </pc:spChg>
        <pc:spChg chg="del mod ord">
          <ac:chgData name="Kumar, Shankar (Contractor)" userId="d7d2038c-4287-4a61-af48-330653fba828" providerId="ADAL" clId="{715A71CE-967C-41F9-8557-9EA2E601B47A}" dt="2025-11-05T06:18:47.739" v="269" actId="700"/>
          <ac:spMkLst>
            <pc:docMk/>
            <pc:sldMk cId="589815170" sldId="278"/>
            <ac:spMk id="3" creationId="{CE4E21AC-9E43-3096-1C7C-F9E7F76A9D33}"/>
          </ac:spMkLst>
        </pc:spChg>
        <pc:spChg chg="del">
          <ac:chgData name="Kumar, Shankar (Contractor)" userId="d7d2038c-4287-4a61-af48-330653fba828" providerId="ADAL" clId="{715A71CE-967C-41F9-8557-9EA2E601B47A}" dt="2025-11-05T06:18:47.739" v="269" actId="700"/>
          <ac:spMkLst>
            <pc:docMk/>
            <pc:sldMk cId="589815170" sldId="278"/>
            <ac:spMk id="4" creationId="{FCEE77F8-DE26-1E47-CE0E-35C350EDDF1B}"/>
          </ac:spMkLst>
        </pc:spChg>
        <pc:spChg chg="add mod ord">
          <ac:chgData name="Kumar, Shankar (Contractor)" userId="d7d2038c-4287-4a61-af48-330653fba828" providerId="ADAL" clId="{715A71CE-967C-41F9-8557-9EA2E601B47A}" dt="2025-11-05T06:18:53.958" v="271" actId="27636"/>
          <ac:spMkLst>
            <pc:docMk/>
            <pc:sldMk cId="589815170" sldId="278"/>
            <ac:spMk id="5" creationId="{C74B22C9-C338-EE40-5D34-C6F3713E9F43}"/>
          </ac:spMkLst>
        </pc:spChg>
        <pc:spChg chg="add mod ord">
          <ac:chgData name="Kumar, Shankar (Contractor)" userId="d7d2038c-4287-4a61-af48-330653fba828" providerId="ADAL" clId="{715A71CE-967C-41F9-8557-9EA2E601B47A}" dt="2025-11-05T06:19:32.200" v="275" actId="1076"/>
          <ac:spMkLst>
            <pc:docMk/>
            <pc:sldMk cId="589815170" sldId="278"/>
            <ac:spMk id="6" creationId="{6A79742C-9F77-C45B-D3B5-FF968F2E220C}"/>
          </ac:spMkLst>
        </pc:spChg>
        <pc:picChg chg="add mod">
          <ac:chgData name="Kumar, Shankar (Contractor)" userId="d7d2038c-4287-4a61-af48-330653fba828" providerId="ADAL" clId="{715A71CE-967C-41F9-8557-9EA2E601B47A}" dt="2025-11-05T06:19:37.781" v="276" actId="1076"/>
          <ac:picMkLst>
            <pc:docMk/>
            <pc:sldMk cId="589815170" sldId="278"/>
            <ac:picMk id="3074" creationId="{484D6301-1B91-935F-4E99-CE1A24C63B88}"/>
          </ac:picMkLst>
        </pc:picChg>
      </pc:sldChg>
      <pc:sldChg chg="addSp delSp modSp new mod modClrScheme chgLayout">
        <pc:chgData name="Kumar, Shankar (Contractor)" userId="d7d2038c-4287-4a61-af48-330653fba828" providerId="ADAL" clId="{715A71CE-967C-41F9-8557-9EA2E601B47A}" dt="2025-11-05T06:22:53.997" v="327"/>
        <pc:sldMkLst>
          <pc:docMk/>
          <pc:sldMk cId="2178514597" sldId="279"/>
        </pc:sldMkLst>
        <pc:spChg chg="del mod ord">
          <ac:chgData name="Kumar, Shankar (Contractor)" userId="d7d2038c-4287-4a61-af48-330653fba828" providerId="ADAL" clId="{715A71CE-967C-41F9-8557-9EA2E601B47A}" dt="2025-11-05T06:21:13.186" v="277" actId="700"/>
          <ac:spMkLst>
            <pc:docMk/>
            <pc:sldMk cId="2178514597" sldId="279"/>
            <ac:spMk id="2" creationId="{45A59888-9E23-8192-C71E-8E60C467CEA2}"/>
          </ac:spMkLst>
        </pc:spChg>
        <pc:spChg chg="del mod ord">
          <ac:chgData name="Kumar, Shankar (Contractor)" userId="d7d2038c-4287-4a61-af48-330653fba828" providerId="ADAL" clId="{715A71CE-967C-41F9-8557-9EA2E601B47A}" dt="2025-11-05T06:21:13.186" v="277" actId="700"/>
          <ac:spMkLst>
            <pc:docMk/>
            <pc:sldMk cId="2178514597" sldId="279"/>
            <ac:spMk id="3" creationId="{2B4F0B2A-AA75-8B52-CB3E-37059D8D59ED}"/>
          </ac:spMkLst>
        </pc:spChg>
        <pc:spChg chg="del">
          <ac:chgData name="Kumar, Shankar (Contractor)" userId="d7d2038c-4287-4a61-af48-330653fba828" providerId="ADAL" clId="{715A71CE-967C-41F9-8557-9EA2E601B47A}" dt="2025-11-05T06:21:13.186" v="277" actId="700"/>
          <ac:spMkLst>
            <pc:docMk/>
            <pc:sldMk cId="2178514597" sldId="279"/>
            <ac:spMk id="4" creationId="{C420C9EE-07DB-D28C-8402-D0C2FE546D0D}"/>
          </ac:spMkLst>
        </pc:spChg>
        <pc:spChg chg="add mod ord">
          <ac:chgData name="Kumar, Shankar (Contractor)" userId="d7d2038c-4287-4a61-af48-330653fba828" providerId="ADAL" clId="{715A71CE-967C-41F9-8557-9EA2E601B47A}" dt="2025-11-05T06:22:15.185" v="311" actId="1076"/>
          <ac:spMkLst>
            <pc:docMk/>
            <pc:sldMk cId="2178514597" sldId="279"/>
            <ac:spMk id="5" creationId="{2319800D-BCA0-F8CA-7329-04B4D4F5E632}"/>
          </ac:spMkLst>
        </pc:spChg>
        <pc:spChg chg="add mod ord">
          <ac:chgData name="Kumar, Shankar (Contractor)" userId="d7d2038c-4287-4a61-af48-330653fba828" providerId="ADAL" clId="{715A71CE-967C-41F9-8557-9EA2E601B47A}" dt="2025-11-05T06:22:51.055" v="325" actId="27636"/>
          <ac:spMkLst>
            <pc:docMk/>
            <pc:sldMk cId="2178514597" sldId="279"/>
            <ac:spMk id="6" creationId="{66BB0CE3-AD65-7D92-7DCF-3A6132A0D630}"/>
          </ac:spMkLst>
        </pc:spChg>
        <pc:spChg chg="add mod ord">
          <ac:chgData name="Kumar, Shankar (Contractor)" userId="d7d2038c-4287-4a61-af48-330653fba828" providerId="ADAL" clId="{715A71CE-967C-41F9-8557-9EA2E601B47A}" dt="2025-11-05T06:22:53.997" v="327"/>
          <ac:spMkLst>
            <pc:docMk/>
            <pc:sldMk cId="2178514597" sldId="279"/>
            <ac:spMk id="7" creationId="{CD36E276-FA21-CF26-E523-BE092A59CD0D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6:24:15.549" v="342" actId="5793"/>
        <pc:sldMkLst>
          <pc:docMk/>
          <pc:sldMk cId="1564152431" sldId="280"/>
        </pc:sldMkLst>
        <pc:spChg chg="mod">
          <ac:chgData name="Kumar, Shankar (Contractor)" userId="d7d2038c-4287-4a61-af48-330653fba828" providerId="ADAL" clId="{715A71CE-967C-41F9-8557-9EA2E601B47A}" dt="2025-11-05T06:23:14.763" v="329"/>
          <ac:spMkLst>
            <pc:docMk/>
            <pc:sldMk cId="1564152431" sldId="280"/>
            <ac:spMk id="2" creationId="{C48EB0D2-0762-6758-F7B4-392F237699EC}"/>
          </ac:spMkLst>
        </pc:spChg>
        <pc:spChg chg="mod">
          <ac:chgData name="Kumar, Shankar (Contractor)" userId="d7d2038c-4287-4a61-af48-330653fba828" providerId="ADAL" clId="{715A71CE-967C-41F9-8557-9EA2E601B47A}" dt="2025-11-05T06:23:37.455" v="334" actId="27636"/>
          <ac:spMkLst>
            <pc:docMk/>
            <pc:sldMk cId="1564152431" sldId="280"/>
            <ac:spMk id="3" creationId="{4EE8D709-B714-09A4-22CF-5E80176DE3B5}"/>
          </ac:spMkLst>
        </pc:spChg>
        <pc:spChg chg="mod">
          <ac:chgData name="Kumar, Shankar (Contractor)" userId="d7d2038c-4287-4a61-af48-330653fba828" providerId="ADAL" clId="{715A71CE-967C-41F9-8557-9EA2E601B47A}" dt="2025-11-05T06:24:15.549" v="342" actId="5793"/>
          <ac:spMkLst>
            <pc:docMk/>
            <pc:sldMk cId="1564152431" sldId="280"/>
            <ac:spMk id="4" creationId="{A54B7BE0-9066-4AE4-0EB2-7A15907CBFF3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1-05T06:25:23.274" v="375" actId="5793"/>
        <pc:sldMkLst>
          <pc:docMk/>
          <pc:sldMk cId="1868725913" sldId="281"/>
        </pc:sldMkLst>
        <pc:spChg chg="mod ord">
          <ac:chgData name="Kumar, Shankar (Contractor)" userId="d7d2038c-4287-4a61-af48-330653fba828" providerId="ADAL" clId="{715A71CE-967C-41F9-8557-9EA2E601B47A}" dt="2025-11-05T06:24:37.930" v="346" actId="700"/>
          <ac:spMkLst>
            <pc:docMk/>
            <pc:sldMk cId="1868725913" sldId="281"/>
            <ac:spMk id="2" creationId="{81793C90-3D65-B6BC-70EA-7B00E10260B6}"/>
          </ac:spMkLst>
        </pc:spChg>
        <pc:spChg chg="del mod ord">
          <ac:chgData name="Kumar, Shankar (Contractor)" userId="d7d2038c-4287-4a61-af48-330653fba828" providerId="ADAL" clId="{715A71CE-967C-41F9-8557-9EA2E601B47A}" dt="2025-11-05T06:24:37.930" v="346" actId="700"/>
          <ac:spMkLst>
            <pc:docMk/>
            <pc:sldMk cId="1868725913" sldId="281"/>
            <ac:spMk id="3" creationId="{6ECE2E4F-F000-28C4-0177-919ECFEAC82A}"/>
          </ac:spMkLst>
        </pc:spChg>
        <pc:spChg chg="del">
          <ac:chgData name="Kumar, Shankar (Contractor)" userId="d7d2038c-4287-4a61-af48-330653fba828" providerId="ADAL" clId="{715A71CE-967C-41F9-8557-9EA2E601B47A}" dt="2025-11-05T06:24:37.930" v="346" actId="700"/>
          <ac:spMkLst>
            <pc:docMk/>
            <pc:sldMk cId="1868725913" sldId="281"/>
            <ac:spMk id="4" creationId="{5656C08F-9B30-9535-FE6B-FBFCE066BC03}"/>
          </ac:spMkLst>
        </pc:spChg>
        <pc:spChg chg="add del mod ord">
          <ac:chgData name="Kumar, Shankar (Contractor)" userId="d7d2038c-4287-4a61-af48-330653fba828" providerId="ADAL" clId="{715A71CE-967C-41F9-8557-9EA2E601B47A}" dt="2025-11-05T06:25:23.274" v="375" actId="5793"/>
          <ac:spMkLst>
            <pc:docMk/>
            <pc:sldMk cId="1868725913" sldId="281"/>
            <ac:spMk id="5" creationId="{7756C35A-BA50-A393-AC63-27B45E9F141A}"/>
          </ac:spMkLst>
        </pc:spChg>
        <pc:spChg chg="add mod">
          <ac:chgData name="Kumar, Shankar (Contractor)" userId="d7d2038c-4287-4a61-af48-330653fba828" providerId="ADAL" clId="{715A71CE-967C-41F9-8557-9EA2E601B47A}" dt="2025-11-05T06:24:50.585" v="348"/>
          <ac:spMkLst>
            <pc:docMk/>
            <pc:sldMk cId="1868725913" sldId="281"/>
            <ac:spMk id="6" creationId="{587290BF-D5BB-7090-2B34-6A450DF282B0}"/>
          </ac:spMkLst>
        </pc:spChg>
        <pc:spChg chg="add">
          <ac:chgData name="Kumar, Shankar (Contractor)" userId="d7d2038c-4287-4a61-af48-330653fba828" providerId="ADAL" clId="{715A71CE-967C-41F9-8557-9EA2E601B47A}" dt="2025-11-05T06:25:13.772" v="363"/>
          <ac:spMkLst>
            <pc:docMk/>
            <pc:sldMk cId="1868725913" sldId="281"/>
            <ac:spMk id="7" creationId="{8E0339B0-E8F7-C743-E666-CB629E8D0F1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5T06:25:58.577" v="381" actId="20577"/>
        <pc:sldMkLst>
          <pc:docMk/>
          <pc:sldMk cId="3329677103" sldId="282"/>
        </pc:sldMkLst>
        <pc:spChg chg="mod">
          <ac:chgData name="Kumar, Shankar (Contractor)" userId="d7d2038c-4287-4a61-af48-330653fba828" providerId="ADAL" clId="{715A71CE-967C-41F9-8557-9EA2E601B47A}" dt="2025-11-05T06:25:35.319" v="378" actId="27636"/>
          <ac:spMkLst>
            <pc:docMk/>
            <pc:sldMk cId="3329677103" sldId="282"/>
            <ac:spMk id="2" creationId="{0F28E7DA-FFE0-2920-2B69-FEE697CF9E56}"/>
          </ac:spMkLst>
        </pc:spChg>
        <pc:spChg chg="mod">
          <ac:chgData name="Kumar, Shankar (Contractor)" userId="d7d2038c-4287-4a61-af48-330653fba828" providerId="ADAL" clId="{715A71CE-967C-41F9-8557-9EA2E601B47A}" dt="2025-11-05T06:25:58.577" v="381" actId="20577"/>
          <ac:spMkLst>
            <pc:docMk/>
            <pc:sldMk cId="3329677103" sldId="282"/>
            <ac:spMk id="3" creationId="{708112EA-F3C6-13AD-035C-67174CCFDD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8B95-3FFE-D39D-ED8F-A48C9E2CE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FE307-E2F3-9B51-E920-6FFFC564C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07ECF-4802-1145-BA6E-4046C5F6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1B322-DFB6-195C-6071-2392E5CC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106D-4CB1-027C-4B1F-DD1EDD7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12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18CE-8122-98EB-46BF-6D3909F3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37672-FCEF-2688-463E-54EB04C7F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255E-E8E0-49D6-01AE-5B0A84B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ED7B-E78E-C5E3-47C1-DC8FA10B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E114F-6CE0-BDAE-32DF-3083F738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0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DB74-481B-C06B-0150-ED891387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BA453-6E98-54B5-EDE9-D39510571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DBA1-B4CE-2F41-171D-81C9B5E4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52510-D651-5CF3-5F44-4556AE20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C6666-52B7-44A9-09A0-53E0037A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66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525C-179F-753F-28CC-D8CF92FD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7DF6-0E7D-A493-7E96-6DEB5FF71E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A5E4D-F867-09DA-6D5D-66EEA1CA2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AC3DF-F0A8-8F39-D6FA-09D62079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A5F30-AF0B-0AA4-E7D2-2E7FC401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810AF-F987-8FC7-6788-D1079EBF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8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93E9-99C2-ECA7-8F85-F056FF7D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6347D-5A4A-4129-C087-1ADCC288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E0BF4-4985-950D-1B3A-B196E3F28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4F21B-3A4E-D1F2-320E-48EAFD773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C7E39-5A90-2AAA-1F36-95705DD64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D9B1E-DBC9-7589-815C-311667E8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7B9768-6435-F434-B25A-978DDB77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F92D5-EEE3-2558-BCCB-2C50517B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11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1E3B-9077-596C-C92B-9C451320B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07EF5-8265-F3BE-9CA9-3AA3D33E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946D-2A6B-CDA7-EEC3-E2CF3F7D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31C2E-115B-5E0A-4F28-357D61D9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8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7523B-CC57-CC96-BCFB-80931405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EDD9A-FEB1-4CD6-4F2E-11BC1CA0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1A28-E3F2-434D-80A2-3A8A31A2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17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43FAD-D514-6D2A-3174-D3E5C943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0CBCB-4931-6B9E-3A90-DE568DC86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4DEB2-D6AF-D0B8-6B06-9C3970C5B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B7F02-8C44-41E0-AB53-7294BB7D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6861-73BD-C43F-E536-62D0C7B0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32E57-70E2-D43B-B332-59B67A35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33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940B-474C-FDE7-CE97-A8EB18AE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B5BC9-9BA6-F938-E499-6E6D75355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BF8EE-3B5D-8F7E-D9B4-CB7BD23D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76501-C8D7-B3F6-6DFB-86F3ACFA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AD577-990E-743D-B519-9EF49989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E0F71-1D61-EFF4-97BE-FF2945AB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47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FDA8-6CE9-61A4-43D5-8060B573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7559E-BD28-A766-E19D-BC6B933C3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23647-C8A3-0E82-32E0-81BBFBCD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80D3B-D450-C2FB-C767-8DBE50A6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2715-4EDE-5D63-DF28-07486919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59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4FFD3-D269-83E9-0E04-0A9CF9433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9958E-98BF-5DE9-9B1E-680B0ED35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AE1C7-F954-DCED-4291-5B3E81AF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16AF-F4B4-C1E8-49AD-ED8C715E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59D78-BCD2-D111-2633-DA0D7B57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13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3C6F7-8B99-45BD-6AFC-D39820292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70B72-F7C9-DD6C-B0E6-ED4383882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DCCC0-5F50-59E6-40C4-1118AD2BB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513F2-5507-45B9-9984-72EDC9E7E39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486D-4B9B-AEFE-8609-68B7EE659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A26E-8D05-B3FA-392A-266DC65AC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0DE26-FE47-423E-9245-FB9F08A7C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26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7FB0-ABFE-FD7F-227B-2E72CAACA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java code quality</a:t>
            </a:r>
            <a:br>
              <a:rPr lang="en-IN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7D3D9-D468-5E8A-956F-63ACFE823D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930A-6393-0486-EB70-3458060F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D0C8A-C120-7F5E-2EC8-4E3331892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is one of the most popular programming languages, powering everything from enterprise systems to web applications and beyond. </a:t>
            </a:r>
          </a:p>
          <a:p>
            <a:r>
              <a:rPr lang="en-US" dirty="0"/>
              <a:t>Writing high-quality Java code is important for keeping applications reliable, scalable, and efficient. </a:t>
            </a:r>
          </a:p>
          <a:p>
            <a:r>
              <a:rPr lang="en-US" dirty="0"/>
              <a:t>One way to improve code quality is by using static analysis tools. </a:t>
            </a:r>
          </a:p>
          <a:p>
            <a:r>
              <a:rPr lang="en-US" dirty="0"/>
              <a:t>These tools scan the code without running it, helping developers catch bugs, security risks, and structural issues early in the development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6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2846-73B4-7DC4-E0C8-473A3410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Fewer Bugs and Errors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208A2-28E8-5A95-20E4-246332A1C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applications often power critical systems in industries like banking, healthcare, and e-commerce.</a:t>
            </a:r>
          </a:p>
          <a:p>
            <a:r>
              <a:rPr lang="en-US" dirty="0"/>
              <a:t> A single bug in these environments can lead to financial losses, security breaches, or a loss of trust. </a:t>
            </a:r>
          </a:p>
          <a:p>
            <a:r>
              <a:rPr lang="en-US" dirty="0"/>
              <a:t>Writing clear and structured code while following best practices reduces the risk of errors and helps maintain system stability.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79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C187-8B8B-CEFC-343F-CC0B11A7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Measuring Code Quality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9C047-635C-E9CF-26ED-CD4B32EBB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Cyclomatic Complexity:</a:t>
            </a:r>
            <a:r>
              <a:rPr lang="en-US" dirty="0"/>
              <a:t> Measures how complicated a method is by counting the number of independent paths through the code. Simpler code is usually easier to maintain and test.</a:t>
            </a:r>
          </a:p>
          <a:p>
            <a:r>
              <a:rPr lang="en-US" b="1" dirty="0"/>
              <a:t>Code Coverage:</a:t>
            </a:r>
            <a:r>
              <a:rPr lang="en-US" dirty="0"/>
              <a:t> Shows how much of the codebase is tested by automated tests. A higher percentage means fewer untested areas that could hide potential issues.</a:t>
            </a:r>
          </a:p>
          <a:p>
            <a:r>
              <a:rPr lang="en-US" b="1" dirty="0"/>
              <a:t>Technical Debt:</a:t>
            </a:r>
            <a:r>
              <a:rPr lang="en-US" dirty="0"/>
              <a:t> Represents the extra work needed to fix shortcuts taken during development. Keeping technical debt low helps prevent future headaches.</a:t>
            </a:r>
          </a:p>
          <a:p>
            <a:r>
              <a:rPr lang="en-US" b="1" dirty="0"/>
              <a:t>Code Duplication:</a:t>
            </a:r>
            <a:r>
              <a:rPr lang="en-US" dirty="0"/>
              <a:t> Repeating code makes maintenance harder and increases the chance of bugs. Tools that detect duplication help developers stick to the DRY (Don’t Repeat Yourself) principle.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88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F382-19D2-D179-0169-5FDF9EB1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Code Analysis Tools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4209-38AD-82C3-69B8-D5E1C5CB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Checkstyle</a:t>
            </a:r>
            <a:r>
              <a:rPr lang="en-IN" b="1" dirty="0"/>
              <a:t>:</a:t>
            </a:r>
            <a:r>
              <a:rPr lang="en-IN" dirty="0"/>
              <a:t> Enforces coding standards and formatting rules.</a:t>
            </a:r>
          </a:p>
          <a:p>
            <a:r>
              <a:rPr lang="en-IN" b="1" dirty="0"/>
              <a:t>PMD:</a:t>
            </a:r>
            <a:r>
              <a:rPr lang="en-IN" dirty="0"/>
              <a:t> Detects common mistakes and potential bugs.</a:t>
            </a:r>
          </a:p>
          <a:p>
            <a:r>
              <a:rPr lang="en-IN" b="1" dirty="0"/>
              <a:t>SonarQube:</a:t>
            </a:r>
            <a:r>
              <a:rPr lang="en-IN" dirty="0"/>
              <a:t> Provides a dashboard to track code quality over time and manage technical debt.</a:t>
            </a:r>
          </a:p>
          <a:p>
            <a:r>
              <a:rPr lang="en-IN" b="1" dirty="0" err="1"/>
              <a:t>FindBugs</a:t>
            </a:r>
            <a:r>
              <a:rPr lang="en-IN" b="1" dirty="0"/>
              <a:t>/</a:t>
            </a:r>
            <a:r>
              <a:rPr lang="en-IN" b="1" dirty="0" err="1"/>
              <a:t>SpotBugs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dirty="0" err="1"/>
              <a:t>Analyzes</a:t>
            </a:r>
            <a:r>
              <a:rPr lang="en-IN" dirty="0"/>
              <a:t> code patterns to spot potential bugs before they cause problems.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0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1BE2-BF8E-081C-6E9A-F059A103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Checkstyle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79804-D44F-97A9-CDF4-709B2C757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Checkstyle</a:t>
            </a:r>
            <a:r>
              <a:rPr lang="en-US" dirty="0"/>
              <a:t> helps developers write Java code that follows a consistent format and structure. </a:t>
            </a:r>
          </a:p>
          <a:p>
            <a:r>
              <a:rPr lang="en-US" dirty="0"/>
              <a:t>It automates style enforcement, making it useful for teams that need to follow a specific coding standard.</a:t>
            </a:r>
          </a:p>
          <a:p>
            <a:r>
              <a:rPr lang="en-US" b="1" dirty="0"/>
              <a:t>Features</a:t>
            </a:r>
          </a:p>
          <a:p>
            <a:pPr lvl="1"/>
            <a:r>
              <a:rPr lang="en-US" b="1" dirty="0"/>
              <a:t>Code Style Enforcement:</a:t>
            </a:r>
            <a:r>
              <a:rPr lang="en-US" dirty="0"/>
              <a:t> Helps maintain a uniform coding style across a project by checking for spacing, naming conventions, and formatting rules.</a:t>
            </a:r>
          </a:p>
          <a:p>
            <a:pPr lvl="1"/>
            <a:r>
              <a:rPr lang="en-US" b="1" dirty="0"/>
              <a:t>Custom Rules:</a:t>
            </a:r>
            <a:r>
              <a:rPr lang="en-US" dirty="0"/>
              <a:t> Developers can define custom rules to match specific project needs.</a:t>
            </a:r>
          </a:p>
          <a:p>
            <a:pPr lvl="1"/>
            <a:r>
              <a:rPr lang="en-US" b="1" dirty="0"/>
              <a:t>Integration with Build Tools:</a:t>
            </a:r>
            <a:r>
              <a:rPr lang="en-US" dirty="0"/>
              <a:t> Works with Maven, Gradle, and IDEs like Eclipse and IntelliJ IDEA to provide real-time feedback.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91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3734-47EF-EB3F-7F36-DB26A074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PMD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01D36-5684-ED32-4130-6C0D7176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PMD scans Java source code to detect potential issues such as unused variables, inefficient object creation, and other performance-related concerns.</a:t>
            </a:r>
          </a:p>
          <a:p>
            <a:r>
              <a:rPr lang="en-US" b="1" dirty="0"/>
              <a:t>Features</a:t>
            </a:r>
          </a:p>
          <a:p>
            <a:pPr lvl="1"/>
            <a:r>
              <a:rPr lang="en-US" b="1" dirty="0"/>
              <a:t>Bug Detection:</a:t>
            </a:r>
            <a:r>
              <a:rPr lang="en-US" dirty="0"/>
              <a:t> Finds common mistakes like empty catch blocks, redundant object creation, and unused variables.</a:t>
            </a:r>
          </a:p>
          <a:p>
            <a:pPr lvl="1"/>
            <a:r>
              <a:rPr lang="en-US" b="1" dirty="0"/>
              <a:t>Predefined and Custom Rules:</a:t>
            </a:r>
            <a:r>
              <a:rPr lang="en-US" dirty="0"/>
              <a:t> Comes with built-in rule sets and allows developers to create their own rules.</a:t>
            </a:r>
          </a:p>
          <a:p>
            <a:pPr lvl="1"/>
            <a:r>
              <a:rPr lang="en-US" b="1" dirty="0"/>
              <a:t>CI/CD Integration:</a:t>
            </a:r>
            <a:r>
              <a:rPr lang="en-US" dirty="0"/>
              <a:t> Works with continuous integration tools and popular IDEs to run automatic code checks.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21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5577-70C7-AC6F-9662-D49BC9183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Maven PMD Plugin to your pom.xml: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56F0D-1EF4-3ECF-8D26-00E65F79A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2376"/>
            <a:ext cx="5181600" cy="59527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&lt;project&gt;</a:t>
            </a:r>
          </a:p>
          <a:p>
            <a:pPr marL="0" indent="0">
              <a:buNone/>
            </a:pPr>
            <a:r>
              <a:rPr lang="en-IN" sz="1400" dirty="0"/>
              <a:t>    &lt;build&gt;</a:t>
            </a:r>
          </a:p>
          <a:p>
            <a:pPr marL="0" indent="0">
              <a:buNone/>
            </a:pPr>
            <a:r>
              <a:rPr lang="en-IN" sz="1400" dirty="0"/>
              <a:t>    &lt;plugins&gt;</a:t>
            </a:r>
          </a:p>
          <a:p>
            <a:pPr marL="0" indent="0">
              <a:buNone/>
            </a:pPr>
            <a:r>
              <a:rPr lang="en-IN" sz="1400" dirty="0"/>
              <a:t>      &lt;plugin&gt;</a:t>
            </a:r>
          </a:p>
          <a:p>
            <a:pPr marL="0" indent="0">
              <a:buNone/>
            </a:pPr>
            <a:r>
              <a:rPr lang="en-IN" sz="1400" dirty="0"/>
              <a:t>        &lt;</a:t>
            </a:r>
            <a:r>
              <a:rPr lang="en-IN" sz="1400" dirty="0" err="1"/>
              <a:t>groupId</a:t>
            </a:r>
            <a:r>
              <a:rPr lang="en-IN" sz="1400" dirty="0"/>
              <a:t>&gt;</a:t>
            </a:r>
            <a:r>
              <a:rPr lang="en-IN" sz="1400" dirty="0" err="1"/>
              <a:t>org.apache.maven.plugins</a:t>
            </a:r>
            <a:r>
              <a:rPr lang="en-IN" sz="1400" dirty="0"/>
              <a:t>&lt;/</a:t>
            </a:r>
            <a:r>
              <a:rPr lang="en-IN" sz="1400" dirty="0" err="1"/>
              <a:t>groupId</a:t>
            </a:r>
            <a:r>
              <a:rPr lang="en-IN" sz="1400" dirty="0"/>
              <a:t>&gt;</a:t>
            </a:r>
          </a:p>
          <a:p>
            <a:pPr marL="0" indent="0">
              <a:buNone/>
            </a:pPr>
            <a:r>
              <a:rPr lang="en-IN" sz="1400" dirty="0"/>
              <a:t>        &lt;</a:t>
            </a:r>
            <a:r>
              <a:rPr lang="en-IN" sz="1400" dirty="0" err="1"/>
              <a:t>artifactId</a:t>
            </a:r>
            <a:r>
              <a:rPr lang="en-IN" sz="1400" dirty="0"/>
              <a:t>&gt;maven-</a:t>
            </a:r>
            <a:r>
              <a:rPr lang="en-IN" sz="1400" dirty="0" err="1"/>
              <a:t>pmd</a:t>
            </a:r>
            <a:r>
              <a:rPr lang="en-IN" sz="1400" dirty="0"/>
              <a:t>-plugin&lt;/</a:t>
            </a:r>
            <a:r>
              <a:rPr lang="en-IN" sz="1400" dirty="0" err="1"/>
              <a:t>artifactId</a:t>
            </a:r>
            <a:r>
              <a:rPr lang="en-IN" sz="1400" dirty="0"/>
              <a:t>&gt;</a:t>
            </a:r>
          </a:p>
          <a:p>
            <a:pPr marL="0" indent="0">
              <a:buNone/>
            </a:pPr>
            <a:r>
              <a:rPr lang="en-IN" sz="1400" dirty="0"/>
              <a:t>        &lt;version&gt;3.22.0&lt;/version&gt; &lt;!-- Use a recent version --&gt;</a:t>
            </a:r>
          </a:p>
          <a:p>
            <a:pPr marL="0" indent="0">
              <a:buNone/>
            </a:pPr>
            <a:r>
              <a:rPr lang="en-IN" sz="1400" dirty="0"/>
              <a:t>        &lt;configuration&gt;</a:t>
            </a:r>
          </a:p>
          <a:p>
            <a:pPr marL="0" indent="0">
              <a:buNone/>
            </a:pPr>
            <a:r>
              <a:rPr lang="en-IN" sz="1400" dirty="0"/>
              <a:t>          &lt;rulesets&gt;</a:t>
            </a:r>
          </a:p>
          <a:p>
            <a:pPr marL="0" indent="0">
              <a:buNone/>
            </a:pPr>
            <a:r>
              <a:rPr lang="en-IN" sz="1400" dirty="0"/>
              <a:t>            &lt;ruleset&gt;/rulesets/java/maven-pmd-plugin-default.xml&lt;/ruleset&gt;</a:t>
            </a:r>
          </a:p>
          <a:p>
            <a:pPr marL="0" indent="0">
              <a:buNone/>
            </a:pPr>
            <a:r>
              <a:rPr lang="en-IN" sz="1400" dirty="0"/>
              <a:t>            &lt;!-- You can add custom rulesets or other PMD rulesets here --&gt;</a:t>
            </a:r>
          </a:p>
          <a:p>
            <a:pPr marL="0" indent="0">
              <a:buNone/>
            </a:pPr>
            <a:r>
              <a:rPr lang="en-IN" sz="1400" dirty="0"/>
              <a:t>            &lt;!-- &lt;ruleset&gt;/path/to/your/custom-ruleset.xml&lt;/ruleset&gt; --&gt;</a:t>
            </a:r>
          </a:p>
          <a:p>
            <a:pPr marL="0" indent="0">
              <a:buNone/>
            </a:pPr>
            <a:r>
              <a:rPr lang="en-IN" sz="1400" dirty="0"/>
              <a:t>          &lt;/rulesets&gt;</a:t>
            </a:r>
          </a:p>
          <a:p>
            <a:pPr marL="0" indent="0">
              <a:buNone/>
            </a:pPr>
            <a:r>
              <a:rPr lang="en-IN" sz="1400" dirty="0"/>
              <a:t>          &lt;</a:t>
            </a:r>
            <a:r>
              <a:rPr lang="en-IN" sz="1400" dirty="0" err="1"/>
              <a:t>targetJdk</a:t>
            </a:r>
            <a:r>
              <a:rPr lang="en-IN" sz="1400" dirty="0"/>
              <a:t>&gt;1.8&lt;/</a:t>
            </a:r>
            <a:r>
              <a:rPr lang="en-IN" sz="1400" dirty="0" err="1"/>
              <a:t>targetJdk</a:t>
            </a:r>
            <a:r>
              <a:rPr lang="en-IN" sz="1400" dirty="0"/>
              <a:t>&gt; &lt;!-- Specify your Java version --&gt;</a:t>
            </a:r>
          </a:p>
          <a:p>
            <a:pPr marL="0" indent="0">
              <a:buNone/>
            </a:pPr>
            <a:r>
              <a:rPr lang="en-IN" sz="1400" dirty="0"/>
              <a:t>          &lt;</a:t>
            </a:r>
            <a:r>
              <a:rPr lang="en-IN" sz="1400" dirty="0" err="1"/>
              <a:t>printFailingErrors</a:t>
            </a:r>
            <a:r>
              <a:rPr lang="en-IN" sz="1400" dirty="0"/>
              <a:t>&gt;true&lt;/</a:t>
            </a:r>
            <a:r>
              <a:rPr lang="en-IN" sz="1400" dirty="0" err="1"/>
              <a:t>printFailingErrors</a:t>
            </a:r>
            <a:r>
              <a:rPr lang="en-IN" sz="1400" dirty="0"/>
              <a:t>&gt;</a:t>
            </a:r>
          </a:p>
          <a:p>
            <a:pPr marL="0" indent="0">
              <a:buNone/>
            </a:pPr>
            <a:r>
              <a:rPr lang="en-IN" sz="1400" dirty="0"/>
              <a:t>          &lt;</a:t>
            </a:r>
            <a:r>
              <a:rPr lang="en-IN" sz="1400" dirty="0" err="1"/>
              <a:t>failOnViolation</a:t>
            </a:r>
            <a:r>
              <a:rPr lang="en-IN" sz="1400" dirty="0"/>
              <a:t>&gt;true&lt;/</a:t>
            </a:r>
            <a:r>
              <a:rPr lang="en-IN" sz="1400" dirty="0" err="1"/>
              <a:t>failOnViolation</a:t>
            </a:r>
            <a:r>
              <a:rPr lang="en-IN" sz="1400" dirty="0"/>
              <a:t>&gt; &lt;!-- Optional: Fail the build on PMD violations --&gt;</a:t>
            </a:r>
          </a:p>
          <a:p>
            <a:pPr marL="0" indent="0">
              <a:buNone/>
            </a:pPr>
            <a:r>
              <a:rPr lang="en-IN" sz="1400" dirty="0"/>
              <a:t>        &lt;/configuration&gt;</a:t>
            </a:r>
          </a:p>
          <a:p>
            <a:pPr marL="0" indent="0">
              <a:buNone/>
            </a:pPr>
            <a:r>
              <a:rPr lang="en-IN" sz="1400" dirty="0"/>
              <a:t>        &lt;executions&gt;</a:t>
            </a:r>
          </a:p>
          <a:p>
            <a:pPr marL="0" indent="0">
              <a:buNone/>
            </a:pPr>
            <a:r>
              <a:rPr lang="en-IN" sz="1400" dirty="0"/>
              <a:t>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DD397-8D3F-F192-1837-4A290C8F9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22376"/>
            <a:ext cx="5181600" cy="54545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&lt;execution&gt;</a:t>
            </a:r>
          </a:p>
          <a:p>
            <a:pPr marL="0" indent="0">
              <a:buNone/>
            </a:pPr>
            <a:r>
              <a:rPr lang="en-IN" sz="1800" dirty="0"/>
              <a:t>            &lt;goals&gt;</a:t>
            </a:r>
          </a:p>
          <a:p>
            <a:pPr marL="0" indent="0">
              <a:buNone/>
            </a:pPr>
            <a:r>
              <a:rPr lang="en-IN" sz="1800" dirty="0"/>
              <a:t>              &lt;goal&gt;</a:t>
            </a:r>
            <a:r>
              <a:rPr lang="en-IN" sz="1800" dirty="0" err="1"/>
              <a:t>pmd</a:t>
            </a:r>
            <a:r>
              <a:rPr lang="en-IN" sz="1800" dirty="0"/>
              <a:t>&lt;/goal&gt;</a:t>
            </a:r>
          </a:p>
          <a:p>
            <a:pPr marL="0" indent="0">
              <a:buNone/>
            </a:pPr>
            <a:r>
              <a:rPr lang="en-IN" sz="1800" dirty="0"/>
              <a:t>              &lt;goal&gt;</a:t>
            </a:r>
            <a:r>
              <a:rPr lang="en-IN" sz="1800" dirty="0" err="1"/>
              <a:t>cpd</a:t>
            </a:r>
            <a:r>
              <a:rPr lang="en-IN" sz="1800" dirty="0"/>
              <a:t>&lt;/goal&gt; &lt;!-- Optional: Run Copy/Paste Detector (CPD) --&gt;</a:t>
            </a:r>
          </a:p>
          <a:p>
            <a:pPr marL="0" indent="0">
              <a:buNone/>
            </a:pPr>
            <a:r>
              <a:rPr lang="en-IN" sz="1800" dirty="0"/>
              <a:t>            &lt;/goals&gt;</a:t>
            </a:r>
          </a:p>
          <a:p>
            <a:pPr marL="0" indent="0">
              <a:buNone/>
            </a:pPr>
            <a:r>
              <a:rPr lang="en-IN" sz="1800" dirty="0"/>
              <a:t>          &lt;/execution&gt;</a:t>
            </a:r>
          </a:p>
          <a:p>
            <a:pPr marL="0" indent="0">
              <a:buNone/>
            </a:pPr>
            <a:r>
              <a:rPr lang="en-IN" sz="1800" dirty="0"/>
              <a:t>        &lt;/executions&gt;</a:t>
            </a:r>
          </a:p>
          <a:p>
            <a:pPr marL="0" indent="0">
              <a:buNone/>
            </a:pPr>
            <a:r>
              <a:rPr lang="en-IN" sz="1800" dirty="0"/>
              <a:t>      &lt;/plugin&gt;</a:t>
            </a:r>
          </a:p>
          <a:p>
            <a:pPr marL="0" indent="0">
              <a:buNone/>
            </a:pPr>
            <a:r>
              <a:rPr lang="en-IN" sz="1800" dirty="0"/>
              <a:t>    &lt;/plugins&gt;</a:t>
            </a:r>
          </a:p>
          <a:p>
            <a:pPr marL="0" indent="0">
              <a:buNone/>
            </a:pPr>
            <a:r>
              <a:rPr lang="en-IN" sz="1800" dirty="0"/>
              <a:t>  &lt;/build&gt;</a:t>
            </a:r>
          </a:p>
          <a:p>
            <a:pPr marL="0" indent="0">
              <a:buNone/>
            </a:pPr>
            <a:r>
              <a:rPr lang="en-IN" sz="1800" dirty="0"/>
              <a:t>  ...</a:t>
            </a:r>
          </a:p>
          <a:p>
            <a:pPr marL="0" indent="0">
              <a:buNone/>
            </a:pPr>
            <a:r>
              <a:rPr lang="en-IN" sz="1800" dirty="0"/>
              <a:t>&lt;/project&gt;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6976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A3B4-027B-2AD8-93D9-10DE1B72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pmd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FAB315-102A-A04E-C8A9-211C1865B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Running PMD:</a:t>
            </a:r>
          </a:p>
          <a:p>
            <a:pPr marL="0" indent="0">
              <a:buNone/>
            </a:pPr>
            <a:r>
              <a:rPr lang="en-US" dirty="0"/>
              <a:t>Once configured, you can run PMD as part of your Maven build.</a:t>
            </a:r>
          </a:p>
          <a:p>
            <a:pPr marL="0" indent="0">
              <a:buNone/>
            </a:pPr>
            <a:r>
              <a:rPr lang="en-US" dirty="0"/>
              <a:t>To run PMD and generate a report:</a:t>
            </a:r>
          </a:p>
          <a:p>
            <a:pPr marL="0" indent="0">
              <a:buNone/>
            </a:pPr>
            <a:r>
              <a:rPr lang="en-US" dirty="0"/>
              <a:t>Code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pmd:pmd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will generate a PMD report, typically in target/site/pmd.html.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run PMD as part of your standard build lifecycle (e.g., install):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mvn</a:t>
            </a:r>
            <a:r>
              <a:rPr lang="en-IN" dirty="0"/>
              <a:t> clean install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81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7C42-DDFE-D26E-2485-C1E23975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/>
              <a:t>FindBugs</a:t>
            </a:r>
            <a:r>
              <a:rPr lang="en-IN" b="1" dirty="0"/>
              <a:t>/</a:t>
            </a:r>
            <a:r>
              <a:rPr lang="en-IN" b="1" dirty="0" err="1"/>
              <a:t>SpotBugs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40AA3-F3FB-BE6C-8A89-56F4E21AD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Originally known as </a:t>
            </a:r>
            <a:r>
              <a:rPr lang="en-US" dirty="0" err="1"/>
              <a:t>FindBugs</a:t>
            </a:r>
            <a:r>
              <a:rPr lang="en-US" dirty="0"/>
              <a:t>, </a:t>
            </a:r>
            <a:r>
              <a:rPr lang="en-US" dirty="0" err="1"/>
              <a:t>SpotBugs</a:t>
            </a:r>
            <a:r>
              <a:rPr lang="en-US" dirty="0"/>
              <a:t> is an open-source tool that analyzes Java code to find patterns that may indicate errors or performance problems.</a:t>
            </a:r>
          </a:p>
          <a:p>
            <a:r>
              <a:rPr lang="en-US" b="1" dirty="0"/>
              <a:t>Features</a:t>
            </a:r>
          </a:p>
          <a:p>
            <a:pPr lvl="1"/>
            <a:r>
              <a:rPr lang="en-US" b="1" dirty="0"/>
              <a:t>Pattern-Based Analysis:</a:t>
            </a:r>
            <a:r>
              <a:rPr lang="en-US" dirty="0"/>
              <a:t> Detects a variety of issues, from logic errors to performance bottlenecks.</a:t>
            </a:r>
          </a:p>
          <a:p>
            <a:pPr lvl="1"/>
            <a:r>
              <a:rPr lang="en-US" b="1" dirty="0"/>
              <a:t>Detailed Explanations:</a:t>
            </a:r>
            <a:r>
              <a:rPr lang="en-US" dirty="0"/>
              <a:t> Provides descriptions of detected issues to help developers understand and resolve them.</a:t>
            </a:r>
          </a:p>
          <a:p>
            <a:pPr lvl="1"/>
            <a:r>
              <a:rPr lang="en-US" b="1" dirty="0"/>
              <a:t>Extendable with Plugins:</a:t>
            </a:r>
            <a:r>
              <a:rPr lang="en-US" dirty="0"/>
              <a:t> Supports additional plugins to cover specific use cases.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34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EC38-6715-47B1-4130-C6FA0A62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E2C72-C452-64B6-EE8A-C25CF4C3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815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package </a:t>
            </a:r>
            <a:r>
              <a:rPr lang="en-IN" sz="1200" dirty="0" err="1"/>
              <a:t>com.example</a:t>
            </a:r>
            <a:r>
              <a:rPr lang="en-IN" sz="1200" dirty="0"/>
              <a:t>;</a:t>
            </a:r>
          </a:p>
          <a:p>
            <a:pPr marL="0" indent="0">
              <a:buNone/>
            </a:pPr>
            <a:r>
              <a:rPr lang="en-IN" sz="1200" dirty="0"/>
              <a:t>public class BuggyClass {</a:t>
            </a:r>
          </a:p>
          <a:p>
            <a:pPr marL="0" indent="0">
              <a:buNone/>
            </a:pPr>
            <a:r>
              <a:rPr lang="en-IN" sz="1200" dirty="0"/>
              <a:t>    private String name;</a:t>
            </a:r>
          </a:p>
          <a:p>
            <a:pPr marL="0" indent="0">
              <a:buNone/>
            </a:pPr>
            <a:r>
              <a:rPr lang="en-IN" sz="1200" dirty="0"/>
              <a:t>    public BuggyClass(String name) {</a:t>
            </a:r>
          </a:p>
          <a:p>
            <a:pPr marL="0" indent="0">
              <a:buNone/>
            </a:pPr>
            <a:r>
              <a:rPr lang="en-IN" sz="1200" dirty="0"/>
              <a:t>        this.name = name;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    public </a:t>
            </a:r>
            <a:r>
              <a:rPr lang="en-IN" sz="1200" dirty="0" err="1"/>
              <a:t>boolean</a:t>
            </a:r>
            <a:r>
              <a:rPr lang="en-IN" sz="1200" dirty="0"/>
              <a:t> equals(BuggyClass other) { // Potential bug: should override </a:t>
            </a:r>
            <a:r>
              <a:rPr lang="en-IN" sz="1200" dirty="0" err="1"/>
              <a:t>Object.equals</a:t>
            </a:r>
            <a:r>
              <a:rPr lang="en-IN" sz="1200" dirty="0"/>
              <a:t>(Object)</a:t>
            </a:r>
          </a:p>
          <a:p>
            <a:pPr marL="0" indent="0">
              <a:buNone/>
            </a:pPr>
            <a:r>
              <a:rPr lang="en-IN" sz="1200" dirty="0"/>
              <a:t>        if (other == null) {</a:t>
            </a:r>
          </a:p>
          <a:p>
            <a:pPr marL="0" indent="0">
              <a:buNone/>
            </a:pPr>
            <a:r>
              <a:rPr lang="en-IN" sz="1200" dirty="0"/>
              <a:t>            return false;</a:t>
            </a:r>
          </a:p>
          <a:p>
            <a:pPr marL="0" indent="0">
              <a:buNone/>
            </a:pPr>
            <a:r>
              <a:rPr lang="en-IN" sz="1200" dirty="0"/>
              <a:t>        }</a:t>
            </a:r>
          </a:p>
          <a:p>
            <a:pPr marL="0" indent="0">
              <a:buNone/>
            </a:pPr>
            <a:r>
              <a:rPr lang="en-IN" sz="1200" dirty="0"/>
              <a:t>        return </a:t>
            </a:r>
            <a:r>
              <a:rPr lang="en-IN" sz="1200" dirty="0" err="1"/>
              <a:t>this.name.equals</a:t>
            </a:r>
            <a:r>
              <a:rPr lang="en-IN" sz="1200" dirty="0"/>
              <a:t>(other.name);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  public static void main(String[] </a:t>
            </a:r>
            <a:r>
              <a:rPr lang="en-IN" sz="1200" dirty="0" err="1"/>
              <a:t>args</a:t>
            </a:r>
            <a:r>
              <a:rPr lang="en-IN" sz="1200" dirty="0"/>
              <a:t>) {</a:t>
            </a:r>
          </a:p>
          <a:p>
            <a:pPr marL="0" indent="0">
              <a:buNone/>
            </a:pPr>
            <a:r>
              <a:rPr lang="en-IN" sz="1200" dirty="0"/>
              <a:t>        BuggyClass obj1 = new BuggyClass("Test");</a:t>
            </a:r>
          </a:p>
          <a:p>
            <a:pPr marL="0" indent="0">
              <a:buNone/>
            </a:pPr>
            <a:r>
              <a:rPr lang="en-IN" sz="1200" dirty="0"/>
              <a:t>        BuggyClass obj2 = new BuggyClass("Test");</a:t>
            </a:r>
          </a:p>
          <a:p>
            <a:pPr marL="0" indent="0">
              <a:buNone/>
            </a:pPr>
            <a:r>
              <a:rPr lang="en-IN" sz="1200" dirty="0"/>
              <a:t>        </a:t>
            </a:r>
            <a:r>
              <a:rPr lang="en-IN" sz="1200" dirty="0" err="1"/>
              <a:t>System.out.println</a:t>
            </a:r>
            <a:r>
              <a:rPr lang="en-IN" sz="1200" dirty="0"/>
              <a:t>(obj1.equals(obj2)); // Will print true</a:t>
            </a:r>
          </a:p>
          <a:p>
            <a:pPr marL="0" indent="0">
              <a:buNone/>
            </a:pPr>
            <a:r>
              <a:rPr lang="en-IN" sz="1200" dirty="0"/>
              <a:t>        </a:t>
            </a:r>
            <a:r>
              <a:rPr lang="en-IN" sz="1200" dirty="0" err="1"/>
              <a:t>System.out.println</a:t>
            </a:r>
            <a:r>
              <a:rPr lang="en-IN" sz="1200" dirty="0"/>
              <a:t>(obj1.equals(new Object())); // Will cause a </a:t>
            </a:r>
            <a:r>
              <a:rPr lang="en-IN" sz="1200" dirty="0" err="1"/>
              <a:t>ClassCastException</a:t>
            </a:r>
            <a:r>
              <a:rPr lang="en-IN" sz="1200" dirty="0"/>
              <a:t> if the method was truly overridden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6246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CA46-18A2-101D-DCE6-EFEC9298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SpotBugs</a:t>
            </a:r>
            <a:r>
              <a:rPr lang="en-IN" b="1" dirty="0"/>
              <a:t> in Maven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1AEF8-F0D4-7993-60E5-09ED39EE2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&lt;project&gt;</a:t>
            </a:r>
          </a:p>
          <a:p>
            <a:pPr marL="0" indent="0">
              <a:buNone/>
            </a:pPr>
            <a:r>
              <a:rPr lang="en-IN" dirty="0"/>
              <a:t>&lt;build&gt;</a:t>
            </a:r>
          </a:p>
          <a:p>
            <a:pPr marL="0" indent="0">
              <a:buNone/>
            </a:pPr>
            <a:r>
              <a:rPr lang="en-IN" dirty="0"/>
              <a:t>        &lt;plugins&gt;</a:t>
            </a:r>
          </a:p>
          <a:p>
            <a:pPr marL="0" indent="0">
              <a:buNone/>
            </a:pPr>
            <a:r>
              <a:rPr lang="en-IN" dirty="0"/>
              <a:t>            &lt;plugin&gt;</a:t>
            </a:r>
          </a:p>
          <a:p>
            <a:pPr marL="0" indent="0">
              <a:buNone/>
            </a:pPr>
            <a:r>
              <a:rPr lang="en-IN" dirty="0"/>
              <a:t>    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com.github.spotbugs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spotbugs</a:t>
            </a:r>
            <a:r>
              <a:rPr lang="en-IN" dirty="0"/>
              <a:t>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&lt;version&gt;4.8.3&lt;/version&gt; &lt;!-- Use the latest stable version --&gt;</a:t>
            </a:r>
          </a:p>
          <a:p>
            <a:pPr marL="0" indent="0">
              <a:buNone/>
            </a:pPr>
            <a:r>
              <a:rPr lang="en-IN" dirty="0"/>
              <a:t>                &lt;configuration&gt;</a:t>
            </a:r>
          </a:p>
          <a:p>
            <a:pPr marL="0" indent="0">
              <a:buNone/>
            </a:pPr>
            <a:r>
              <a:rPr lang="en-IN" dirty="0"/>
              <a:t>                    &lt;effort&gt;Max&lt;/effort&gt;</a:t>
            </a:r>
          </a:p>
          <a:p>
            <a:pPr marL="0" indent="0">
              <a:buNone/>
            </a:pPr>
            <a:r>
              <a:rPr lang="en-IN" dirty="0"/>
              <a:t>                    &lt;threshold&gt;Low&lt;/threshold&gt;</a:t>
            </a:r>
          </a:p>
          <a:p>
            <a:pPr marL="0" indent="0">
              <a:buNone/>
            </a:pPr>
            <a:r>
              <a:rPr lang="en-IN" dirty="0"/>
              <a:t>                    &lt;</a:t>
            </a:r>
            <a:r>
              <a:rPr lang="en-IN" dirty="0" err="1"/>
              <a:t>failOnError</a:t>
            </a:r>
            <a:r>
              <a:rPr lang="en-IN" dirty="0"/>
              <a:t>&gt;true&lt;/</a:t>
            </a:r>
            <a:r>
              <a:rPr lang="en-IN" dirty="0" err="1"/>
              <a:t>failOnError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    &lt;</a:t>
            </a:r>
            <a:r>
              <a:rPr lang="en-IN" dirty="0" err="1"/>
              <a:t>xmlOutput</a:t>
            </a:r>
            <a:r>
              <a:rPr lang="en-IN" dirty="0"/>
              <a:t>&gt;true&lt;/</a:t>
            </a:r>
            <a:r>
              <a:rPr lang="en-IN" dirty="0" err="1"/>
              <a:t>xmlOutput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    &lt;</a:t>
            </a:r>
            <a:r>
              <a:rPr lang="en-IN" dirty="0" err="1"/>
              <a:t>xmlOutputDirectory</a:t>
            </a:r>
            <a:r>
              <a:rPr lang="en-IN" dirty="0"/>
              <a:t>&gt;${</a:t>
            </a:r>
            <a:r>
              <a:rPr lang="en-IN" dirty="0" err="1"/>
              <a:t>project.build.directory</a:t>
            </a:r>
            <a:r>
              <a:rPr lang="en-IN" dirty="0"/>
              <a:t>}/</a:t>
            </a:r>
            <a:r>
              <a:rPr lang="en-IN" dirty="0" err="1"/>
              <a:t>spotbugs</a:t>
            </a:r>
            <a:r>
              <a:rPr lang="en-IN" dirty="0"/>
              <a:t>&lt;/</a:t>
            </a:r>
            <a:r>
              <a:rPr lang="en-IN" dirty="0" err="1"/>
              <a:t>xmlOutputDirectory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&lt;/configuration&gt;</a:t>
            </a:r>
          </a:p>
          <a:p>
            <a:pPr marL="0" indent="0">
              <a:buNone/>
            </a:pPr>
            <a:r>
              <a:rPr lang="en-IN" dirty="0"/>
              <a:t> 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E4C86-0DA5-BD21-3791-7B378599C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0120"/>
            <a:ext cx="5181600" cy="52168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&lt;executions&gt;</a:t>
            </a:r>
          </a:p>
          <a:p>
            <a:pPr marL="0" indent="0">
              <a:buNone/>
            </a:pPr>
            <a:r>
              <a:rPr lang="en-IN" dirty="0"/>
              <a:t>                    &lt;execution&gt;</a:t>
            </a:r>
          </a:p>
          <a:p>
            <a:pPr marL="0" indent="0">
              <a:buNone/>
            </a:pPr>
            <a:r>
              <a:rPr lang="en-IN" dirty="0"/>
              <a:t>                        &lt;goals&gt;</a:t>
            </a:r>
          </a:p>
          <a:p>
            <a:pPr marL="0" indent="0">
              <a:buNone/>
            </a:pPr>
            <a:r>
              <a:rPr lang="en-IN" dirty="0"/>
              <a:t>                            &lt;goal&gt;check&lt;/goal&gt;</a:t>
            </a:r>
          </a:p>
          <a:p>
            <a:pPr marL="0" indent="0">
              <a:buNone/>
            </a:pPr>
            <a:r>
              <a:rPr lang="en-IN" dirty="0"/>
              <a:t>                        &lt;/goals&gt;</a:t>
            </a:r>
          </a:p>
          <a:p>
            <a:pPr marL="0" indent="0">
              <a:buNone/>
            </a:pPr>
            <a:r>
              <a:rPr lang="en-IN" dirty="0"/>
              <a:t>                    &lt;/execution&gt;</a:t>
            </a:r>
          </a:p>
          <a:p>
            <a:pPr marL="0" indent="0">
              <a:buNone/>
            </a:pPr>
            <a:r>
              <a:rPr lang="en-IN" dirty="0"/>
              <a:t>                &lt;/executions&gt;</a:t>
            </a:r>
          </a:p>
          <a:p>
            <a:pPr marL="0" indent="0">
              <a:buNone/>
            </a:pPr>
            <a:r>
              <a:rPr lang="en-IN" dirty="0"/>
              <a:t>            &lt;/plugin&gt;</a:t>
            </a:r>
          </a:p>
          <a:p>
            <a:pPr marL="0" indent="0">
              <a:buNone/>
            </a:pPr>
            <a:r>
              <a:rPr lang="en-IN" dirty="0"/>
              <a:t>        &lt;/plugins&gt;</a:t>
            </a:r>
          </a:p>
          <a:p>
            <a:pPr marL="0" indent="0">
              <a:buNone/>
            </a:pPr>
            <a:r>
              <a:rPr lang="en-IN" dirty="0"/>
              <a:t>    &lt;/build&gt;</a:t>
            </a:r>
          </a:p>
          <a:p>
            <a:pPr marL="0" indent="0">
              <a:buNone/>
            </a:pPr>
            <a:r>
              <a:rPr lang="en-IN" dirty="0"/>
              <a:t>&lt;/project&gt;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75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A04275-2E09-ACB8-0A7E-501B7639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Explanation of Configuration:</a:t>
            </a:r>
            <a:br>
              <a:rPr lang="en-US" b="1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D9388-BC2B-427E-69A8-5FDE0558F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568"/>
            <a:ext cx="10515600" cy="506139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effort: Sets the analysis effort level (Min, Less, Default, More, Max). Higher effort finds more bugs but takes longer.</a:t>
            </a:r>
          </a:p>
          <a:p>
            <a:r>
              <a:rPr lang="en-US" dirty="0"/>
              <a:t>threshold: Sets the minimum bug priority to report (Low, Medium, High).</a:t>
            </a:r>
          </a:p>
          <a:p>
            <a:r>
              <a:rPr lang="en-US" dirty="0" err="1"/>
              <a:t>failOnError</a:t>
            </a:r>
            <a:r>
              <a:rPr lang="en-US" dirty="0"/>
              <a:t>: If true, the build will fail if bugs above the specified threshold are found.</a:t>
            </a:r>
          </a:p>
          <a:p>
            <a:r>
              <a:rPr lang="en-US" dirty="0" err="1"/>
              <a:t>xmlOutput</a:t>
            </a:r>
            <a:r>
              <a:rPr lang="en-US" dirty="0"/>
              <a:t>: Generates an XML report of the findings.</a:t>
            </a:r>
          </a:p>
          <a:p>
            <a:r>
              <a:rPr lang="en-US" dirty="0" err="1"/>
              <a:t>xmlOutputDirectory</a:t>
            </a:r>
            <a:r>
              <a:rPr lang="en-US" dirty="0"/>
              <a:t>: Specifies the directory for the XML report.</a:t>
            </a:r>
          </a:p>
          <a:p>
            <a:r>
              <a:rPr lang="en-US" dirty="0"/>
              <a:t>check goal: Executes the </a:t>
            </a:r>
            <a:r>
              <a:rPr lang="en-US" dirty="0" err="1"/>
              <a:t>SpotBugs</a:t>
            </a:r>
            <a:r>
              <a:rPr lang="en-US" dirty="0"/>
              <a:t> analysis during the Maven build lifecycle.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SpotBugs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Execute the Maven build.</a:t>
            </a:r>
          </a:p>
          <a:p>
            <a:pPr marL="0" indent="0">
              <a:buNone/>
            </a:pPr>
            <a:r>
              <a:rPr lang="en-US" dirty="0"/>
              <a:t>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mvn</a:t>
            </a:r>
            <a:r>
              <a:rPr lang="en-US" dirty="0"/>
              <a:t> clean install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the build, you can find the generated XML report in target/</a:t>
            </a:r>
            <a:r>
              <a:rPr lang="en-US" dirty="0" err="1"/>
              <a:t>spotbugs</a:t>
            </a:r>
            <a:r>
              <a:rPr lang="en-US" dirty="0"/>
              <a:t>/spotbugsXml.xml (or your configured directory). This report details the identified bug patterns, their severity, a</a:t>
            </a:r>
            <a:br>
              <a:rPr lang="en-US" dirty="0"/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8F620F-4A9D-3BF3-8DFD-8E58DC708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Run SpotBugs: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Execute the Maven build.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mvn clean install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42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A93A-C17D-438E-77DC-C949FF98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SonarQube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A285-9B70-4F2F-0683-04807AFDD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SonarQube is a comprehensive code analysis tool that continuously monitors code quality. It supports multiple programming languages, including Java, and provides insights into bugs, vulnerabilities, and code structure.</a:t>
            </a:r>
          </a:p>
          <a:p>
            <a:r>
              <a:rPr lang="en-US" b="1" dirty="0"/>
              <a:t>Features</a:t>
            </a:r>
          </a:p>
          <a:p>
            <a:pPr lvl="1"/>
            <a:r>
              <a:rPr lang="en-US" b="1" dirty="0"/>
              <a:t>Quality Checks:</a:t>
            </a:r>
            <a:r>
              <a:rPr lang="en-US" dirty="0"/>
              <a:t> Allows developers to set conditions that must be met before code is approved.</a:t>
            </a:r>
          </a:p>
          <a:p>
            <a:pPr lvl="1"/>
            <a:r>
              <a:rPr lang="en-US" b="1" dirty="0"/>
              <a:t>Technical Debt Tracking:</a:t>
            </a:r>
            <a:r>
              <a:rPr lang="en-US" dirty="0"/>
              <a:t> Estimates how much time is needed to fix detected issues.</a:t>
            </a:r>
          </a:p>
          <a:p>
            <a:pPr lvl="1"/>
            <a:r>
              <a:rPr lang="en-US" b="1" dirty="0"/>
              <a:t>Code Metrics:</a:t>
            </a:r>
            <a:r>
              <a:rPr lang="en-US" dirty="0"/>
              <a:t> Measures complexity, duplication, reliability, and security concerns.</a:t>
            </a:r>
          </a:p>
          <a:p>
            <a:pPr lvl="1"/>
            <a:r>
              <a:rPr lang="en-US" b="1" dirty="0"/>
              <a:t>User Dashboard:</a:t>
            </a:r>
            <a:r>
              <a:rPr lang="en-US" dirty="0"/>
              <a:t> Offers a visual overview of code health over time.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31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B000-F2F3-A054-0731-219BB7D5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Maven with SonarQube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445DA-E883-A309-16B0-950A8FF5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integrate SonarQube with a Spring Boot project using Maven, you would add the SonarQube Maven plugin to your pom.xml:</a:t>
            </a:r>
          </a:p>
          <a:p>
            <a:pPr marL="0" indent="0">
              <a:buNone/>
            </a:pPr>
            <a:r>
              <a:rPr lang="en-IN" dirty="0"/>
              <a:t>Code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&lt;build&gt;</a:t>
            </a:r>
          </a:p>
          <a:p>
            <a:pPr marL="0" indent="0">
              <a:buNone/>
            </a:pPr>
            <a:r>
              <a:rPr lang="en-IN" dirty="0"/>
              <a:t>    &lt;plugins&gt;</a:t>
            </a:r>
          </a:p>
          <a:p>
            <a:pPr marL="0" indent="0">
              <a:buNone/>
            </a:pPr>
            <a:r>
              <a:rPr lang="en-IN" dirty="0"/>
              <a:t>        &lt;plugin&gt;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org.sonarsource.scanner.maven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&gt;sonar-maven-plugin&lt;/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&lt;version&gt;3.9.1.2184&lt;/version&gt; &lt;!-- Use a recent version --&gt;</a:t>
            </a:r>
          </a:p>
          <a:p>
            <a:pPr marL="0" indent="0">
              <a:buNone/>
            </a:pPr>
            <a:r>
              <a:rPr lang="en-IN" dirty="0"/>
              <a:t>        &lt;/plugin&gt;</a:t>
            </a:r>
          </a:p>
          <a:p>
            <a:pPr marL="0" indent="0">
              <a:buNone/>
            </a:pPr>
            <a:r>
              <a:rPr lang="en-IN" dirty="0"/>
              <a:t>    &lt;/plugins&gt;</a:t>
            </a:r>
          </a:p>
          <a:p>
            <a:pPr marL="0" indent="0">
              <a:buNone/>
            </a:pPr>
            <a:r>
              <a:rPr lang="en-IN" dirty="0"/>
              <a:t>&lt;/build&gt;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88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4760-98CD-FA33-5C86-DBE12A6A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Running </a:t>
            </a:r>
            <a:r>
              <a:rPr lang="en-IN" b="1" dirty="0" err="1"/>
              <a:t>SpotBugs</a:t>
            </a:r>
            <a:r>
              <a:rPr lang="en-IN" b="1" dirty="0"/>
              <a:t> with Maven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B622-781D-AEB8-7A11-C8B40FF06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setting up </a:t>
            </a:r>
            <a:r>
              <a:rPr lang="en-US" dirty="0" err="1"/>
              <a:t>SpotBugs</a:t>
            </a:r>
            <a:r>
              <a:rPr lang="en-US" dirty="0"/>
              <a:t> with Maven</a:t>
            </a:r>
          </a:p>
          <a:p>
            <a:r>
              <a:rPr lang="en-IN" dirty="0"/>
              <a:t>&lt;build&gt;</a:t>
            </a:r>
            <a:br>
              <a:rPr lang="en-IN" dirty="0"/>
            </a:br>
            <a:r>
              <a:rPr lang="en-IN" dirty="0"/>
              <a:t>    &lt;plugins&gt;</a:t>
            </a:r>
            <a:br>
              <a:rPr lang="en-IN" dirty="0"/>
            </a:br>
            <a:r>
              <a:rPr lang="en-IN" dirty="0"/>
              <a:t>        &lt;plugin&gt;</a:t>
            </a:r>
            <a:br>
              <a:rPr lang="en-IN" dirty="0"/>
            </a:br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com.github.spotbugs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spotbugs</a:t>
            </a:r>
            <a:r>
              <a:rPr lang="en-IN" dirty="0"/>
              <a:t>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        &lt;version&gt;4.0.0&lt;/version&gt;</a:t>
            </a:r>
            <a:br>
              <a:rPr lang="en-IN" dirty="0"/>
            </a:br>
            <a:r>
              <a:rPr lang="en-IN" dirty="0"/>
              <a:t>            &lt;executions&gt;</a:t>
            </a:r>
            <a:br>
              <a:rPr lang="en-IN" dirty="0"/>
            </a:br>
            <a:r>
              <a:rPr lang="en-IN" dirty="0"/>
              <a:t>                &lt;execution&gt;</a:t>
            </a:r>
            <a:br>
              <a:rPr lang="en-IN" dirty="0"/>
            </a:br>
            <a:r>
              <a:rPr lang="en-IN" dirty="0"/>
              <a:t>                    &lt;goals&gt;</a:t>
            </a:r>
            <a:br>
              <a:rPr lang="en-IN" dirty="0"/>
            </a:br>
            <a:r>
              <a:rPr lang="en-IN" dirty="0"/>
              <a:t>                        &lt;goal&gt;check&lt;/goal&gt;</a:t>
            </a:r>
            <a:br>
              <a:rPr lang="en-IN" dirty="0"/>
            </a:br>
            <a:r>
              <a:rPr lang="en-IN" dirty="0"/>
              <a:t>                    &lt;/goals&gt;</a:t>
            </a:r>
            <a:br>
              <a:rPr lang="en-IN" dirty="0"/>
            </a:br>
            <a:r>
              <a:rPr lang="en-IN" dirty="0"/>
              <a:t>                &lt;/execution&gt;</a:t>
            </a:r>
            <a:br>
              <a:rPr lang="en-IN" dirty="0"/>
            </a:br>
            <a:r>
              <a:rPr lang="en-IN" dirty="0"/>
              <a:t>            &lt;/executions&gt;</a:t>
            </a:r>
            <a:br>
              <a:rPr lang="en-IN" dirty="0"/>
            </a:br>
            <a:r>
              <a:rPr lang="en-IN" dirty="0"/>
              <a:t>        &lt;/plugin&gt;</a:t>
            </a:r>
            <a:br>
              <a:rPr lang="en-IN" dirty="0"/>
            </a:br>
            <a:r>
              <a:rPr lang="en-IN" dirty="0"/>
              <a:t>    &lt;/plugins&gt;</a:t>
            </a:r>
            <a:br>
              <a:rPr lang="en-IN" dirty="0"/>
            </a:br>
            <a:r>
              <a:rPr lang="en-IN" dirty="0"/>
              <a:t>&lt;/build&gt;</a:t>
            </a:r>
          </a:p>
          <a:p>
            <a:r>
              <a:rPr lang="en-US" dirty="0" err="1"/>
              <a:t>SpotBugs</a:t>
            </a:r>
            <a:r>
              <a:rPr lang="en-US" dirty="0"/>
              <a:t> runs automatically during the Maven build, helping to catch potential issues early in the development cycle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531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AF0B-5C02-C4B8-177E-D5D88F626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JaCoCo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40D8-55BB-0745-D593-BE785DC3F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An open-source tool for measuring Java code coverage, which reports on how much of your code is executed by your tests. </a:t>
            </a:r>
          </a:p>
          <a:p>
            <a:r>
              <a:rPr lang="en-US" dirty="0"/>
              <a:t>It works by instrumenting Java code at runtime through a Java agent, collecting data during test execution, and then generating reports that show metrics like line, branch, and method coverage.</a:t>
            </a:r>
          </a:p>
          <a:p>
            <a:r>
              <a:rPr lang="en-US" dirty="0"/>
              <a:t> </a:t>
            </a:r>
            <a:r>
              <a:rPr lang="en-US" dirty="0" err="1"/>
              <a:t>JaCoCo</a:t>
            </a:r>
            <a:r>
              <a:rPr lang="en-US" dirty="0"/>
              <a:t> can be integrated with build tools like Maven and Gradle to automate the process and is supported by various CI/CD tools for continuous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74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F085-7EC4-2A18-05D8-10CF135A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8A3B8-CE8B-8720-283C-3D35BDAB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Instrumentation: </a:t>
            </a:r>
            <a:r>
              <a:rPr lang="en-US" dirty="0" err="1"/>
              <a:t>JaCoCo</a:t>
            </a:r>
            <a:r>
              <a:rPr lang="en-US" dirty="0"/>
              <a:t> uses a Java agent to instrument Java class files on-the-fly as they are loaded by the Java Virtual Machine (JVM).</a:t>
            </a:r>
          </a:p>
          <a:p>
            <a:r>
              <a:rPr lang="en-US" dirty="0"/>
              <a:t>Data collection: While the tests are running, the agent tracks which lines of code, methods, and branches are executed.</a:t>
            </a:r>
          </a:p>
          <a:p>
            <a:r>
              <a:rPr lang="en-US" dirty="0"/>
              <a:t>Report generation: After the tests are finished, </a:t>
            </a:r>
            <a:r>
              <a:rPr lang="en-US" dirty="0" err="1"/>
              <a:t>JaCoCo</a:t>
            </a:r>
            <a:r>
              <a:rPr lang="en-US" dirty="0"/>
              <a:t> gathers the collected execution data and generates reports in formats like HTML, XML, or CSV. These reports detail the percentage of code that was covered by tests.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928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5940-D6F2-22B7-B29E-41FD4DDA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CC96-190D-2275-EF09-EC57C861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 tool integration: It offers plugins for build tools such as Maven and Gradle, which automate the configuration and execution process.</a:t>
            </a:r>
          </a:p>
          <a:p>
            <a:r>
              <a:rPr lang="en-US" dirty="0"/>
              <a:t>Versatile agent: The </a:t>
            </a:r>
            <a:r>
              <a:rPr lang="en-US" dirty="0" err="1"/>
              <a:t>JaCoCo</a:t>
            </a:r>
            <a:r>
              <a:rPr lang="en-US" dirty="0"/>
              <a:t> agent can be used in different modes, such as writing execution data to a local file, or outputting it over a TCP socket for other tools to retrieve.</a:t>
            </a:r>
          </a:p>
          <a:p>
            <a:r>
              <a:rPr lang="en-US" dirty="0"/>
              <a:t>Wide adoption: It's a de facto standard for code coverage in Java and Android projects.</a:t>
            </a:r>
          </a:p>
          <a:p>
            <a:r>
              <a:rPr lang="en-US" dirty="0"/>
              <a:t>Continuous integration: It integrates with CI/CD platforms like GitLab and Jenkins, allowing for automated reports and quality gates in the development pipeline.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48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B188-05FE-A822-AB92-ED021938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 </a:t>
            </a:r>
            <a:r>
              <a:rPr lang="en-IN" dirty="0" err="1"/>
              <a:t>JaCoCo</a:t>
            </a:r>
            <a:r>
              <a:rPr lang="en-IN" dirty="0"/>
              <a:t> maven plugin in pom.xml file.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8C25-502F-5A35-BB24-FED25A109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6778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&lt;build&gt;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pluginManagement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&lt;plugins&gt;</a:t>
            </a:r>
          </a:p>
          <a:p>
            <a:pPr marL="0" indent="0">
              <a:buNone/>
            </a:pPr>
            <a:r>
              <a:rPr lang="en-IN" dirty="0"/>
              <a:t>            &lt;plugin&gt;</a:t>
            </a:r>
          </a:p>
          <a:p>
            <a:pPr marL="0" indent="0">
              <a:buNone/>
            </a:pPr>
            <a:r>
              <a:rPr lang="en-IN" dirty="0"/>
              <a:t>    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org.jacoco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jacoco</a:t>
            </a:r>
            <a:r>
              <a:rPr lang="en-IN" dirty="0"/>
              <a:t>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&lt;version&gt;0.8.8&lt;/version&gt;</a:t>
            </a:r>
          </a:p>
          <a:p>
            <a:pPr marL="0" indent="0">
              <a:buNone/>
            </a:pPr>
            <a:r>
              <a:rPr lang="en-IN" dirty="0"/>
              <a:t>            &lt;/plugin&gt;</a:t>
            </a:r>
          </a:p>
          <a:p>
            <a:pPr marL="0" indent="0">
              <a:buNone/>
            </a:pPr>
            <a:r>
              <a:rPr lang="en-IN" dirty="0"/>
              <a:t>        &lt;/plugins&gt;</a:t>
            </a:r>
          </a:p>
          <a:p>
            <a:pPr marL="0" indent="0">
              <a:buNone/>
            </a:pPr>
            <a:r>
              <a:rPr lang="en-IN" dirty="0"/>
              <a:t>    &lt;/</a:t>
            </a:r>
            <a:r>
              <a:rPr lang="en-IN" dirty="0" err="1"/>
              <a:t>pluginManagement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&lt;plugins&gt;</a:t>
            </a:r>
          </a:p>
          <a:p>
            <a:pPr marL="0" indent="0">
              <a:buNone/>
            </a:pPr>
            <a:r>
              <a:rPr lang="en-IN" dirty="0"/>
              <a:t>        &lt;plugin&gt;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org.jacoco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jacoco</a:t>
            </a:r>
            <a:r>
              <a:rPr lang="en-IN" dirty="0"/>
              <a:t>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&lt;executions&gt;</a:t>
            </a:r>
          </a:p>
          <a:p>
            <a:pPr marL="0" indent="0">
              <a:buNone/>
            </a:pPr>
            <a:r>
              <a:rPr lang="en-IN" dirty="0"/>
              <a:t>                &lt;execution&gt;</a:t>
            </a:r>
          </a:p>
          <a:p>
            <a:pPr marL="0" indent="0">
              <a:buNone/>
            </a:pPr>
            <a:r>
              <a:rPr lang="en-IN" dirty="0"/>
              <a:t>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93A7A-3DDE-4CFB-2D5B-2F0DF344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4712"/>
            <a:ext cx="5181600" cy="505225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&lt;goals&gt;</a:t>
            </a:r>
          </a:p>
          <a:p>
            <a:pPr marL="0" indent="0">
              <a:buNone/>
            </a:pPr>
            <a:r>
              <a:rPr lang="en-IN" dirty="0"/>
              <a:t>                        &lt;goal&gt;prepare-agent&lt;/goal&gt;</a:t>
            </a:r>
          </a:p>
          <a:p>
            <a:pPr marL="0" indent="0">
              <a:buNone/>
            </a:pPr>
            <a:r>
              <a:rPr lang="en-IN" dirty="0"/>
              <a:t>                    &lt;/goals&gt;</a:t>
            </a:r>
          </a:p>
          <a:p>
            <a:pPr marL="0" indent="0">
              <a:buNone/>
            </a:pPr>
            <a:r>
              <a:rPr lang="en-IN" dirty="0"/>
              <a:t>                &lt;/execution&gt;</a:t>
            </a:r>
          </a:p>
          <a:p>
            <a:pPr marL="0" indent="0">
              <a:buNone/>
            </a:pPr>
            <a:r>
              <a:rPr lang="en-IN" dirty="0"/>
              <a:t>                &lt;execution&gt;</a:t>
            </a:r>
          </a:p>
          <a:p>
            <a:pPr marL="0" indent="0">
              <a:buNone/>
            </a:pPr>
            <a:r>
              <a:rPr lang="en-IN" dirty="0"/>
              <a:t>                    &lt;id&gt;report&lt;/id&gt;</a:t>
            </a:r>
          </a:p>
          <a:p>
            <a:pPr marL="0" indent="0">
              <a:buNone/>
            </a:pPr>
            <a:r>
              <a:rPr lang="en-IN" dirty="0"/>
              <a:t>                    &lt;phase&gt;test&lt;/phase&gt;</a:t>
            </a:r>
          </a:p>
          <a:p>
            <a:pPr marL="0" indent="0">
              <a:buNone/>
            </a:pPr>
            <a:r>
              <a:rPr lang="en-IN" dirty="0"/>
              <a:t>                    &lt;goals&gt;</a:t>
            </a:r>
          </a:p>
          <a:p>
            <a:pPr marL="0" indent="0">
              <a:buNone/>
            </a:pPr>
            <a:r>
              <a:rPr lang="en-IN" dirty="0"/>
              <a:t>                        &lt;goal&gt;report&lt;/goal&gt;</a:t>
            </a:r>
          </a:p>
          <a:p>
            <a:pPr marL="0" indent="0">
              <a:buNone/>
            </a:pPr>
            <a:r>
              <a:rPr lang="en-IN" dirty="0"/>
              <a:t>                    &lt;/goals&gt;</a:t>
            </a:r>
          </a:p>
          <a:p>
            <a:pPr marL="0" indent="0">
              <a:buNone/>
            </a:pPr>
            <a:r>
              <a:rPr lang="en-IN" dirty="0"/>
              <a:t>                &lt;/execution&gt;</a:t>
            </a:r>
          </a:p>
          <a:p>
            <a:pPr marL="0" indent="0">
              <a:buNone/>
            </a:pPr>
            <a:r>
              <a:rPr lang="en-IN" dirty="0"/>
              <a:t>            &lt;/executions&gt;</a:t>
            </a:r>
          </a:p>
          <a:p>
            <a:pPr marL="0" indent="0">
              <a:buNone/>
            </a:pPr>
            <a:r>
              <a:rPr lang="en-IN" dirty="0"/>
              <a:t>        &lt;/plugin&gt;</a:t>
            </a:r>
          </a:p>
          <a:p>
            <a:pPr marL="0" indent="0">
              <a:buNone/>
            </a:pPr>
            <a:r>
              <a:rPr lang="en-IN" dirty="0"/>
              <a:t>    &lt;/plugins&gt;</a:t>
            </a:r>
          </a:p>
          <a:p>
            <a:pPr marL="0" indent="0">
              <a:buNone/>
            </a:pPr>
            <a:r>
              <a:rPr lang="en-IN" dirty="0"/>
              <a:t>&lt;/build&gt;</a:t>
            </a:r>
          </a:p>
        </p:txBody>
      </p:sp>
    </p:spTree>
    <p:extLst>
      <p:ext uri="{BB962C8B-B14F-4D97-AF65-F5344CB8AC3E}">
        <p14:creationId xmlns:p14="http://schemas.microsoft.com/office/powerpoint/2010/main" val="292665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DABC-75F5-BC32-F019-8B4FF5FD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242E-338B-0DAD-300B-81907C73FF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ShippingService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 public int </a:t>
            </a:r>
            <a:r>
              <a:rPr lang="en-IN" dirty="0" err="1"/>
              <a:t>calculateShippingFee</a:t>
            </a:r>
            <a:r>
              <a:rPr lang="en-IN" dirty="0"/>
              <a:t>(int weight) {</a:t>
            </a:r>
            <a:br>
              <a:rPr lang="en-IN" dirty="0"/>
            </a:br>
            <a:r>
              <a:rPr lang="en-IN" dirty="0"/>
              <a:t>        if (weight &lt;= 0) {</a:t>
            </a:r>
            <a:br>
              <a:rPr lang="en-IN" dirty="0"/>
            </a:br>
            <a:r>
              <a:rPr lang="en-IN" dirty="0"/>
              <a:t>            throw new </a:t>
            </a:r>
            <a:r>
              <a:rPr lang="en-IN" dirty="0" err="1"/>
              <a:t>IllegalStateException</a:t>
            </a:r>
            <a:r>
              <a:rPr lang="en-IN" dirty="0"/>
              <a:t>("Please provide correct weight");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if (weight &lt;= 2) {</a:t>
            </a:r>
            <a:br>
              <a:rPr lang="en-IN" dirty="0"/>
            </a:br>
            <a:r>
              <a:rPr lang="en-IN" dirty="0"/>
              <a:t>            return 5;</a:t>
            </a:r>
            <a:br>
              <a:rPr lang="en-IN" dirty="0"/>
            </a:br>
            <a:r>
              <a:rPr lang="en-IN" dirty="0"/>
              <a:t>        } else if (weight &lt;= 5) {</a:t>
            </a:r>
            <a:br>
              <a:rPr lang="en-IN" dirty="0"/>
            </a:br>
            <a:r>
              <a:rPr lang="en-IN" dirty="0"/>
              <a:t>            return 10;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return 15;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25FF0-8E34-2895-8720-A1386C9CDD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present a method for calculating shipping fees. The input parameter is the weight, which is used to determine the shipping fee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27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9D4A-9F93-CD78-45B4-EEA3BC68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Test class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F40BF-87B5-9653-71B5-58F2F0AD1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public class </a:t>
            </a:r>
            <a:r>
              <a:rPr lang="en-IN" dirty="0" err="1"/>
              <a:t>TestShippingService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 @Test</a:t>
            </a:r>
            <a:br>
              <a:rPr lang="en-IN" dirty="0"/>
            </a:br>
            <a:r>
              <a:rPr lang="en-IN" dirty="0"/>
              <a:t>    public void </a:t>
            </a:r>
            <a:r>
              <a:rPr lang="en-IN" dirty="0" err="1"/>
              <a:t>incorrectWeight</a:t>
            </a:r>
            <a:r>
              <a:rPr lang="en-IN" dirty="0"/>
              <a:t>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ShippingService</a:t>
            </a:r>
            <a:r>
              <a:rPr lang="en-IN" dirty="0"/>
              <a:t> </a:t>
            </a:r>
            <a:r>
              <a:rPr lang="en-IN" dirty="0" err="1"/>
              <a:t>shippingService</a:t>
            </a:r>
            <a:r>
              <a:rPr lang="en-IN" dirty="0"/>
              <a:t> = new </a:t>
            </a:r>
            <a:r>
              <a:rPr lang="en-IN" dirty="0" err="1"/>
              <a:t>ShippingService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assertThrows</a:t>
            </a:r>
            <a:r>
              <a:rPr lang="en-IN" dirty="0"/>
              <a:t>(</a:t>
            </a:r>
            <a:r>
              <a:rPr lang="en-IN" dirty="0" err="1"/>
              <a:t>IllegalStateException.class</a:t>
            </a:r>
            <a:r>
              <a:rPr lang="en-IN" dirty="0"/>
              <a:t>, () -&gt; </a:t>
            </a:r>
            <a:r>
              <a:rPr lang="en-IN" dirty="0" err="1"/>
              <a:t>shippingService.calculateShippingFee</a:t>
            </a:r>
            <a:r>
              <a:rPr lang="en-IN" dirty="0"/>
              <a:t>(-1));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@Test</a:t>
            </a:r>
            <a:br>
              <a:rPr lang="en-IN" dirty="0"/>
            </a:br>
            <a:r>
              <a:rPr lang="en-IN" dirty="0"/>
              <a:t>    public void </a:t>
            </a:r>
            <a:r>
              <a:rPr lang="en-IN" dirty="0" err="1"/>
              <a:t>firstRangeWeight</a:t>
            </a:r>
            <a:r>
              <a:rPr lang="en-IN" dirty="0"/>
              <a:t>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ShippingService</a:t>
            </a:r>
            <a:r>
              <a:rPr lang="en-IN" dirty="0"/>
              <a:t> </a:t>
            </a:r>
            <a:r>
              <a:rPr lang="en-IN" dirty="0" err="1"/>
              <a:t>shippingService</a:t>
            </a:r>
            <a:r>
              <a:rPr lang="en-IN" dirty="0"/>
              <a:t> = new </a:t>
            </a:r>
            <a:r>
              <a:rPr lang="en-IN" dirty="0" err="1"/>
              <a:t>ShippingService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assertEquals</a:t>
            </a:r>
            <a:r>
              <a:rPr lang="en-IN" dirty="0"/>
              <a:t>(5, </a:t>
            </a:r>
            <a:r>
              <a:rPr lang="en-IN" dirty="0" err="1"/>
              <a:t>shippingService.calculateShippingFee</a:t>
            </a:r>
            <a:r>
              <a:rPr lang="en-IN" dirty="0"/>
              <a:t>(1));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871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4B22C9-C338-EE40-5D34-C6F3713E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Testing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9742C-9F77-C45B-D3B5-FF968F2E2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2225"/>
            <a:ext cx="10515600" cy="4351338"/>
          </a:xfrm>
        </p:spPr>
        <p:txBody>
          <a:bodyPr/>
          <a:lstStyle/>
          <a:p>
            <a:r>
              <a:rPr lang="en-US" dirty="0"/>
              <a:t>Go to Maven, select clean and test commands then Run Maven Build</a:t>
            </a:r>
          </a:p>
          <a:p>
            <a:r>
              <a:rPr lang="en-US" dirty="0"/>
              <a:t>Once the test has been completed, target/site/</a:t>
            </a:r>
            <a:r>
              <a:rPr lang="en-US" dirty="0" err="1"/>
              <a:t>jacoco</a:t>
            </a:r>
            <a:r>
              <a:rPr lang="en-US" dirty="0"/>
              <a:t>/index.html contains all output. Let’s open that file in Browser to see the details.</a:t>
            </a:r>
          </a:p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4D6301-1B91-935F-4E99-CE1A24C63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3467894"/>
            <a:ext cx="1100137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815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19800D-BCA0-F8CA-7329-04B4D4F5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353332"/>
            <a:ext cx="10515600" cy="1325563"/>
          </a:xfrm>
        </p:spPr>
        <p:txBody>
          <a:bodyPr/>
          <a:lstStyle/>
          <a:p>
            <a:r>
              <a:rPr lang="en-US" dirty="0" err="1"/>
              <a:t>Jacoco</a:t>
            </a:r>
            <a:r>
              <a:rPr lang="en-US" dirty="0"/>
              <a:t> with sonar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B0CE3-AD65-7D92-7DCF-3A6132A0D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2231"/>
            <a:ext cx="5181600" cy="576602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err="1"/>
              <a:t>JaCoCo</a:t>
            </a:r>
            <a:r>
              <a:rPr lang="en-US" b="1" dirty="0"/>
              <a:t> Plugin:</a:t>
            </a:r>
            <a:r>
              <a:rPr lang="en-US" dirty="0"/>
              <a:t> Add the </a:t>
            </a:r>
            <a:r>
              <a:rPr lang="en-US" dirty="0" err="1"/>
              <a:t>jacoco</a:t>
            </a:r>
            <a:r>
              <a:rPr lang="en-US" dirty="0"/>
              <a:t>-maven-plugin to generate code coverage reports.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&lt;build&gt;</a:t>
            </a:r>
          </a:p>
          <a:p>
            <a:pPr marL="0" indent="0">
              <a:buNone/>
            </a:pPr>
            <a:r>
              <a:rPr lang="en-US" dirty="0"/>
              <a:t>        &lt;plugins&gt;</a:t>
            </a:r>
          </a:p>
          <a:p>
            <a:pPr marL="0" indent="0">
              <a:buNone/>
            </a:pPr>
            <a:r>
              <a:rPr lang="en-US" dirty="0"/>
              <a:t>            &lt;plugin&gt;</a:t>
            </a:r>
          </a:p>
          <a:p>
            <a:pPr marL="0" indent="0">
              <a:buNone/>
            </a:pPr>
            <a:r>
              <a:rPr lang="en-US" dirty="0"/>
              <a:t>    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org.jacoco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    &lt;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r>
              <a:rPr lang="en-US" dirty="0" err="1"/>
              <a:t>jacoco</a:t>
            </a:r>
            <a:r>
              <a:rPr lang="en-US" dirty="0"/>
              <a:t>-maven-plugin&lt;/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    &lt;version&gt;0.8.11&lt;/version&gt; &lt;!-- Use a recent version --&gt;</a:t>
            </a:r>
          </a:p>
          <a:p>
            <a:pPr marL="0" indent="0">
              <a:buNone/>
            </a:pPr>
            <a:r>
              <a:rPr lang="en-US" dirty="0"/>
              <a:t>                &lt;executions&gt;</a:t>
            </a:r>
          </a:p>
          <a:p>
            <a:pPr marL="0" indent="0">
              <a:buNone/>
            </a:pPr>
            <a:r>
              <a:rPr lang="en-US" dirty="0"/>
              <a:t>                    &lt;execution&gt;</a:t>
            </a:r>
          </a:p>
          <a:p>
            <a:pPr marL="0" indent="0">
              <a:buNone/>
            </a:pPr>
            <a:r>
              <a:rPr lang="en-US" dirty="0"/>
              <a:t>                        &lt;id&gt;prepare-agent&lt;/id&gt;</a:t>
            </a:r>
          </a:p>
          <a:p>
            <a:pPr marL="0" indent="0">
              <a:buNone/>
            </a:pPr>
            <a:r>
              <a:rPr lang="en-US" dirty="0"/>
              <a:t>                        &lt;goals&gt;</a:t>
            </a:r>
          </a:p>
          <a:p>
            <a:pPr marL="0" indent="0">
              <a:buNone/>
            </a:pPr>
            <a:r>
              <a:rPr lang="en-US" dirty="0"/>
              <a:t>                            &lt;goal&gt;prepare-agent&lt;/goal&gt;</a:t>
            </a:r>
          </a:p>
          <a:p>
            <a:pPr marL="0" indent="0">
              <a:buNone/>
            </a:pPr>
            <a:r>
              <a:rPr lang="en-US" dirty="0"/>
              <a:t>                        &lt;/goals&gt;</a:t>
            </a:r>
          </a:p>
          <a:p>
            <a:pPr marL="0" indent="0">
              <a:buNone/>
            </a:pPr>
            <a:r>
              <a:rPr lang="en-US" dirty="0"/>
              <a:t>                   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36E276-FA21-CF26-E523-BE092A59CD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&lt;/execution&gt;</a:t>
            </a:r>
          </a:p>
          <a:p>
            <a:pPr marL="0" indent="0">
              <a:buNone/>
            </a:pPr>
            <a:r>
              <a:rPr lang="en-US" dirty="0"/>
              <a:t>                    &lt;execution&gt;</a:t>
            </a:r>
          </a:p>
          <a:p>
            <a:pPr marL="0" indent="0">
              <a:buNone/>
            </a:pPr>
            <a:r>
              <a:rPr lang="en-US" dirty="0"/>
              <a:t>                        &lt;id&gt;report&lt;/id&gt;</a:t>
            </a:r>
          </a:p>
          <a:p>
            <a:pPr marL="0" indent="0">
              <a:buNone/>
            </a:pPr>
            <a:r>
              <a:rPr lang="en-US" dirty="0"/>
              <a:t>                        &lt;goals&gt;</a:t>
            </a:r>
          </a:p>
          <a:p>
            <a:pPr marL="0" indent="0">
              <a:buNone/>
            </a:pPr>
            <a:r>
              <a:rPr lang="en-US" dirty="0"/>
              <a:t>                            &lt;goal&gt;report&lt;/goal&gt;</a:t>
            </a:r>
          </a:p>
          <a:p>
            <a:pPr marL="0" indent="0">
              <a:buNone/>
            </a:pPr>
            <a:r>
              <a:rPr lang="en-US" dirty="0"/>
              <a:t>                        &lt;/goals&gt;</a:t>
            </a:r>
          </a:p>
          <a:p>
            <a:pPr marL="0" indent="0">
              <a:buNone/>
            </a:pPr>
            <a:r>
              <a:rPr lang="en-US" dirty="0"/>
              <a:t>                    &lt;/execution&gt;</a:t>
            </a:r>
          </a:p>
          <a:p>
            <a:pPr marL="0" indent="0">
              <a:buNone/>
            </a:pPr>
            <a:r>
              <a:rPr lang="en-US" dirty="0"/>
              <a:t>                &lt;/executions&gt;</a:t>
            </a:r>
          </a:p>
          <a:p>
            <a:pPr marL="0" indent="0">
              <a:buNone/>
            </a:pPr>
            <a:r>
              <a:rPr lang="en-US" dirty="0"/>
              <a:t>            &lt;/plugin&gt;</a:t>
            </a:r>
          </a:p>
          <a:p>
            <a:pPr marL="0" indent="0">
              <a:buNone/>
            </a:pPr>
            <a:r>
              <a:rPr lang="en-US" dirty="0"/>
              <a:t>            &lt;!-- ... other plugins --&gt;</a:t>
            </a:r>
          </a:p>
          <a:p>
            <a:pPr marL="0" indent="0">
              <a:buNone/>
            </a:pPr>
            <a:r>
              <a:rPr lang="en-US" dirty="0"/>
              <a:t>        &lt;/plugins&gt;</a:t>
            </a:r>
          </a:p>
          <a:p>
            <a:pPr marL="0" indent="0">
              <a:buNone/>
            </a:pPr>
            <a:r>
              <a:rPr lang="en-US" dirty="0"/>
              <a:t>    &lt;/build&gt;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514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B0D2-0762-6758-F7B4-392F2376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SonarQube Plugin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8D709-B714-09A4-22CF-5E80176DE3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Include the sonar-maven-plugin to facilitate integration with SonarQube.</a:t>
            </a:r>
          </a:p>
          <a:p>
            <a:pPr marL="0" indent="0">
              <a:buNone/>
            </a:pPr>
            <a:r>
              <a:rPr lang="en-US" dirty="0"/>
              <a:t> &lt;build&gt;</a:t>
            </a:r>
          </a:p>
          <a:p>
            <a:pPr marL="0" indent="0">
              <a:buNone/>
            </a:pPr>
            <a:r>
              <a:rPr lang="en-US" dirty="0"/>
              <a:t>        &lt;plugins&gt;</a:t>
            </a:r>
          </a:p>
          <a:p>
            <a:pPr marL="0" indent="0">
              <a:buNone/>
            </a:pPr>
            <a:r>
              <a:rPr lang="en-US" dirty="0"/>
              <a:t>            &lt;!-- ... </a:t>
            </a:r>
            <a:r>
              <a:rPr lang="en-US" dirty="0" err="1"/>
              <a:t>jacoco</a:t>
            </a:r>
            <a:r>
              <a:rPr lang="en-US" dirty="0"/>
              <a:t> plugin ... --&gt;</a:t>
            </a:r>
          </a:p>
          <a:p>
            <a:pPr marL="0" indent="0">
              <a:buNone/>
            </a:pPr>
            <a:r>
              <a:rPr lang="en-US" dirty="0"/>
              <a:t>            &lt;plugin&gt;</a:t>
            </a:r>
          </a:p>
          <a:p>
            <a:pPr marL="0" indent="0">
              <a:buNone/>
            </a:pPr>
            <a:r>
              <a:rPr lang="en-US" dirty="0"/>
              <a:t>    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org.sonarsource.scanner.maven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    &lt;</a:t>
            </a:r>
            <a:r>
              <a:rPr lang="en-US" dirty="0" err="1"/>
              <a:t>artifactId</a:t>
            </a:r>
            <a:r>
              <a:rPr lang="en-US" dirty="0"/>
              <a:t>&gt;sonar-maven-plugin&lt;/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    &lt;version&gt;3.10.0.2594&lt;/version&gt; &lt;!-- Use a recent version --&gt;</a:t>
            </a:r>
          </a:p>
          <a:p>
            <a:pPr marL="0" indent="0">
              <a:buNone/>
            </a:pPr>
            <a:r>
              <a:rPr lang="en-US" dirty="0"/>
              <a:t>            &lt;/plugin&gt;</a:t>
            </a:r>
          </a:p>
          <a:p>
            <a:pPr marL="0" indent="0">
              <a:buNone/>
            </a:pPr>
            <a:r>
              <a:rPr lang="en-US" dirty="0"/>
              <a:t>        &lt;/plugins&gt;</a:t>
            </a:r>
          </a:p>
          <a:p>
            <a:pPr marL="0" indent="0">
              <a:buNone/>
            </a:pPr>
            <a:r>
              <a:rPr lang="en-US" dirty="0"/>
              <a:t>    &lt;/build&gt;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7BE0-9066-4AE4-0EB2-7A15907CBF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SonarQube Properties</a:t>
            </a:r>
          </a:p>
          <a:p>
            <a:r>
              <a:rPr lang="en-US" dirty="0"/>
              <a:t>Configure SonarQube connection details and specify the </a:t>
            </a:r>
            <a:r>
              <a:rPr lang="en-US" dirty="0" err="1"/>
              <a:t>JaCoCo</a:t>
            </a:r>
            <a:r>
              <a:rPr lang="en-US" dirty="0"/>
              <a:t> report path.</a:t>
            </a:r>
          </a:p>
          <a:p>
            <a:pPr marL="0" indent="0">
              <a:buNone/>
            </a:pPr>
            <a:r>
              <a:rPr lang="en-IN" dirty="0"/>
              <a:t> &lt;properties&gt;</a:t>
            </a:r>
            <a:br>
              <a:rPr lang="en-IN" dirty="0"/>
            </a:br>
            <a:r>
              <a:rPr lang="en-IN" dirty="0"/>
              <a:t>        &lt;</a:t>
            </a:r>
            <a:r>
              <a:rPr lang="en-IN" dirty="0" err="1"/>
              <a:t>sonar.projectKey</a:t>
            </a:r>
            <a:r>
              <a:rPr lang="en-IN" dirty="0"/>
              <a:t>&gt;</a:t>
            </a:r>
            <a:r>
              <a:rPr lang="en-IN" dirty="0" err="1"/>
              <a:t>your_project_key</a:t>
            </a:r>
            <a:r>
              <a:rPr lang="en-IN" dirty="0"/>
              <a:t>&lt;/</a:t>
            </a:r>
            <a:r>
              <a:rPr lang="en-IN" dirty="0" err="1"/>
              <a:t>sonar.projectKey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    &lt;sonar.host.url&gt;http://localhost:9000&lt;/sonar.host.url&gt; </a:t>
            </a:r>
            <a:r>
              <a:rPr lang="en-IN" i="1" dirty="0"/>
              <a:t>&lt;!-- Adjust if SonarQube is elsewhere --&gt;</a:t>
            </a:r>
            <a:br>
              <a:rPr lang="en-IN" dirty="0"/>
            </a:br>
            <a:r>
              <a:rPr lang="en-IN" dirty="0"/>
              <a:t>        &lt;</a:t>
            </a:r>
            <a:r>
              <a:rPr lang="en-IN" dirty="0" err="1"/>
              <a:t>sonar.login</a:t>
            </a:r>
            <a:r>
              <a:rPr lang="en-IN" dirty="0"/>
              <a:t>&gt;</a:t>
            </a:r>
            <a:r>
              <a:rPr lang="en-IN" dirty="0" err="1"/>
              <a:t>your_sonar_token</a:t>
            </a:r>
            <a:r>
              <a:rPr lang="en-IN" dirty="0"/>
              <a:t>&lt;/</a:t>
            </a:r>
            <a:r>
              <a:rPr lang="en-IN" dirty="0" err="1"/>
              <a:t>sonar.login</a:t>
            </a:r>
            <a:r>
              <a:rPr lang="en-IN" dirty="0"/>
              <a:t>&gt; </a:t>
            </a:r>
            <a:r>
              <a:rPr lang="en-IN" i="1" dirty="0"/>
              <a:t>&lt;!-- Generate a token in SonarQube --&gt;</a:t>
            </a:r>
            <a:br>
              <a:rPr lang="en-IN" dirty="0"/>
            </a:br>
            <a:r>
              <a:rPr lang="en-IN" dirty="0"/>
              <a:t>        &lt;</a:t>
            </a:r>
            <a:r>
              <a:rPr lang="en-IN" dirty="0" err="1"/>
              <a:t>sonar.coverage.jacoco.xmlReportPaths</a:t>
            </a:r>
            <a:r>
              <a:rPr lang="en-IN" dirty="0"/>
              <a:t>&gt;${</a:t>
            </a:r>
            <a:r>
              <a:rPr lang="en-IN" dirty="0" err="1"/>
              <a:t>project.build.directory</a:t>
            </a:r>
            <a:r>
              <a:rPr lang="en-IN" dirty="0"/>
              <a:t>}/</a:t>
            </a:r>
            <a:r>
              <a:rPr lang="en-IN" dirty="0" err="1"/>
              <a:t>jacoco</a:t>
            </a:r>
            <a:r>
              <a:rPr lang="en-IN" dirty="0"/>
              <a:t>/jacoco.xml&lt;/</a:t>
            </a:r>
            <a:r>
              <a:rPr lang="en-IN" dirty="0" err="1"/>
              <a:t>sonar.coverage.jacoco.xmlReportPaths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&lt;/properties&gt;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152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3C90-3D65-B6BC-70EA-7B00E102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Generating Reports and Analysis: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56C35A-BA50-A393-AC63-27B45E9F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and Run Tests: Execute your project's tests to generate </a:t>
            </a:r>
            <a:r>
              <a:rPr lang="en-US" dirty="0" err="1"/>
              <a:t>JaCoCo</a:t>
            </a:r>
            <a:r>
              <a:rPr lang="en-US" dirty="0"/>
              <a:t> coverage data.</a:t>
            </a:r>
          </a:p>
          <a:p>
            <a:r>
              <a:rPr lang="en-US" dirty="0"/>
              <a:t> </a:t>
            </a:r>
            <a:r>
              <a:rPr lang="en-US" dirty="0" err="1"/>
              <a:t>mvn</a:t>
            </a:r>
            <a:r>
              <a:rPr lang="en-US" dirty="0"/>
              <a:t> clean install</a:t>
            </a:r>
          </a:p>
          <a:p>
            <a:endParaRPr lang="en-US" dirty="0"/>
          </a:p>
          <a:p>
            <a:r>
              <a:rPr lang="en-US" dirty="0"/>
              <a:t>SonarQube Analysis: Run the SonarQube analysis to send the </a:t>
            </a:r>
            <a:r>
              <a:rPr lang="en-US" dirty="0" err="1"/>
              <a:t>JaCoCo</a:t>
            </a:r>
            <a:r>
              <a:rPr lang="en-US" dirty="0"/>
              <a:t> report and other code quality metrics to your SonarQube server.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sonar:sonar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725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E7DA-FFE0-2920-2B69-FEE697CF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Viewing Results: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12EA-F3C6-13AD-035C-67174CCF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your SonarQube dashboard (e.g., http://localhost:9000) and locate your project. </a:t>
            </a:r>
          </a:p>
          <a:p>
            <a:endParaRPr lang="en-US"/>
          </a:p>
          <a:p>
            <a:r>
              <a:rPr lang="en-US"/>
              <a:t>You </a:t>
            </a:r>
            <a:r>
              <a:rPr lang="en-US" dirty="0"/>
              <a:t>will find detailed code quality metrics, including the code coverage reported by </a:t>
            </a:r>
            <a:r>
              <a:rPr lang="en-US" dirty="0" err="1"/>
              <a:t>JaCoCo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67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2813</Words>
  <Application>Microsoft Office PowerPoint</Application>
  <PresentationFormat>Widescreen</PresentationFormat>
  <Paragraphs>292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Google Sans</vt:lpstr>
      <vt:lpstr>Office Theme</vt:lpstr>
      <vt:lpstr>java code quality  </vt:lpstr>
      <vt:lpstr>PowerPoint Presentation</vt:lpstr>
      <vt:lpstr>Fewer Bugs and Errors  </vt:lpstr>
      <vt:lpstr>Measuring Code Quality  </vt:lpstr>
      <vt:lpstr>Static Code Analysis Tools  </vt:lpstr>
      <vt:lpstr>Checkstyle </vt:lpstr>
      <vt:lpstr>PMD </vt:lpstr>
      <vt:lpstr>Maven PMD Plugin to your pom.xml:</vt:lpstr>
      <vt:lpstr>Running pmd</vt:lpstr>
      <vt:lpstr>FindBugs/SpotBugs  </vt:lpstr>
      <vt:lpstr>PowerPoint Presentation</vt:lpstr>
      <vt:lpstr>SpotBugs in Maven</vt:lpstr>
      <vt:lpstr>Explanation of Configuration: </vt:lpstr>
      <vt:lpstr>SonarQube  </vt:lpstr>
      <vt:lpstr>Maven with SonarQube</vt:lpstr>
      <vt:lpstr>Running SpotBugs with Maven  </vt:lpstr>
      <vt:lpstr>JaCoCo</vt:lpstr>
      <vt:lpstr>How it works </vt:lpstr>
      <vt:lpstr>Key features </vt:lpstr>
      <vt:lpstr> JaCoCo maven plugin in pom.xml file.</vt:lpstr>
      <vt:lpstr>Example</vt:lpstr>
      <vt:lpstr>Test class  </vt:lpstr>
      <vt:lpstr>Testing  </vt:lpstr>
      <vt:lpstr>Jacoco with sonar</vt:lpstr>
      <vt:lpstr>SonarQube Plugin</vt:lpstr>
      <vt:lpstr>Generating Reports and Analysis:  </vt:lpstr>
      <vt:lpstr>Viewing Results: 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2025-11-05T04:19:13Z</dcterms:created>
  <dcterms:modified xsi:type="dcterms:W3CDTF">2025-11-05T06:25:59Z</dcterms:modified>
</cp:coreProperties>
</file>