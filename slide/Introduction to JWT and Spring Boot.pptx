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8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10C998-4904-486F-8A52-3E7E78E77AE2}" v="70" dt="2025-10-29T11:10:26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Shankar (Contractor)" userId="d7d2038c-4287-4a61-af48-330653fba828" providerId="ADAL" clId="{715A71CE-967C-41F9-8557-9EA2E601B47A}"/>
    <pc:docChg chg="undo custSel addSld modSld">
      <pc:chgData name="Kumar, Shankar (Contractor)" userId="d7d2038c-4287-4a61-af48-330653fba828" providerId="ADAL" clId="{715A71CE-967C-41F9-8557-9EA2E601B47A}" dt="2025-10-29T11:11:39.490" v="407" actId="1076"/>
      <pc:docMkLst>
        <pc:docMk/>
      </pc:docMkLst>
      <pc:sldChg chg="modSp new mod">
        <pc:chgData name="Kumar, Shankar (Contractor)" userId="d7d2038c-4287-4a61-af48-330653fba828" providerId="ADAL" clId="{715A71CE-967C-41F9-8557-9EA2E601B47A}" dt="2025-10-29T08:11:43.912" v="21" actId="27636"/>
        <pc:sldMkLst>
          <pc:docMk/>
          <pc:sldMk cId="1841907097" sldId="257"/>
        </pc:sldMkLst>
        <pc:spChg chg="mod">
          <ac:chgData name="Kumar, Shankar (Contractor)" userId="d7d2038c-4287-4a61-af48-330653fba828" providerId="ADAL" clId="{715A71CE-967C-41F9-8557-9EA2E601B47A}" dt="2025-10-29T08:09:59.984" v="5"/>
          <ac:spMkLst>
            <pc:docMk/>
            <pc:sldMk cId="1841907097" sldId="257"/>
            <ac:spMk id="2" creationId="{DABA299B-CAA3-C776-40BE-C45598CF101D}"/>
          </ac:spMkLst>
        </pc:spChg>
        <pc:spChg chg="mod">
          <ac:chgData name="Kumar, Shankar (Contractor)" userId="d7d2038c-4287-4a61-af48-330653fba828" providerId="ADAL" clId="{715A71CE-967C-41F9-8557-9EA2E601B47A}" dt="2025-10-29T08:11:43.912" v="21" actId="27636"/>
          <ac:spMkLst>
            <pc:docMk/>
            <pc:sldMk cId="1841907097" sldId="257"/>
            <ac:spMk id="3" creationId="{63D37AC2-CC6B-A7D6-9C76-86F568092858}"/>
          </ac:spMkLst>
        </pc:spChg>
      </pc:sldChg>
      <pc:sldChg chg="addSp delSp modSp new mod">
        <pc:chgData name="Kumar, Shankar (Contractor)" userId="d7d2038c-4287-4a61-af48-330653fba828" providerId="ADAL" clId="{715A71CE-967C-41F9-8557-9EA2E601B47A}" dt="2025-10-29T08:23:54.136" v="160" actId="5793"/>
        <pc:sldMkLst>
          <pc:docMk/>
          <pc:sldMk cId="3621640359" sldId="258"/>
        </pc:sldMkLst>
        <pc:spChg chg="mod">
          <ac:chgData name="Kumar, Shankar (Contractor)" userId="d7d2038c-4287-4a61-af48-330653fba828" providerId="ADAL" clId="{715A71CE-967C-41F9-8557-9EA2E601B47A}" dt="2025-10-29T08:22:19.393" v="133" actId="27636"/>
          <ac:spMkLst>
            <pc:docMk/>
            <pc:sldMk cId="3621640359" sldId="258"/>
            <ac:spMk id="2" creationId="{400F036F-C946-CE9B-416D-690A939C52FC}"/>
          </ac:spMkLst>
        </pc:spChg>
        <pc:spChg chg="add del mod">
          <ac:chgData name="Kumar, Shankar (Contractor)" userId="d7d2038c-4287-4a61-af48-330653fba828" providerId="ADAL" clId="{715A71CE-967C-41F9-8557-9EA2E601B47A}" dt="2025-10-29T08:23:54.136" v="160" actId="5793"/>
          <ac:spMkLst>
            <pc:docMk/>
            <pc:sldMk cId="3621640359" sldId="258"/>
            <ac:spMk id="3" creationId="{0F78925D-8414-7D02-9400-A93F173EC9B7}"/>
          </ac:spMkLst>
        </pc:spChg>
        <pc:spChg chg="add mod">
          <ac:chgData name="Kumar, Shankar (Contractor)" userId="d7d2038c-4287-4a61-af48-330653fba828" providerId="ADAL" clId="{715A71CE-967C-41F9-8557-9EA2E601B47A}" dt="2025-10-29T08:10:39.560" v="12"/>
          <ac:spMkLst>
            <pc:docMk/>
            <pc:sldMk cId="3621640359" sldId="258"/>
            <ac:spMk id="4" creationId="{8DE91CFE-0C65-AB44-4721-F1DEED43FB52}"/>
          </ac:spMkLst>
        </pc:spChg>
      </pc:sldChg>
      <pc:sldChg chg="addSp delSp modSp new mod">
        <pc:chgData name="Kumar, Shankar (Contractor)" userId="d7d2038c-4287-4a61-af48-330653fba828" providerId="ADAL" clId="{715A71CE-967C-41F9-8557-9EA2E601B47A}" dt="2025-10-29T08:13:22.304" v="47" actId="20577"/>
        <pc:sldMkLst>
          <pc:docMk/>
          <pc:sldMk cId="4017889848" sldId="259"/>
        </pc:sldMkLst>
        <pc:spChg chg="mod">
          <ac:chgData name="Kumar, Shankar (Contractor)" userId="d7d2038c-4287-4a61-af48-330653fba828" providerId="ADAL" clId="{715A71CE-967C-41F9-8557-9EA2E601B47A}" dt="2025-10-29T08:12:06.399" v="23"/>
          <ac:spMkLst>
            <pc:docMk/>
            <pc:sldMk cId="4017889848" sldId="259"/>
            <ac:spMk id="2" creationId="{CEB7B4E4-C8BE-F582-A069-E46CEA2BCD07}"/>
          </ac:spMkLst>
        </pc:spChg>
        <pc:spChg chg="add del mod">
          <ac:chgData name="Kumar, Shankar (Contractor)" userId="d7d2038c-4287-4a61-af48-330653fba828" providerId="ADAL" clId="{715A71CE-967C-41F9-8557-9EA2E601B47A}" dt="2025-10-29T08:13:22.304" v="47" actId="20577"/>
          <ac:spMkLst>
            <pc:docMk/>
            <pc:sldMk cId="4017889848" sldId="259"/>
            <ac:spMk id="3" creationId="{64EF88F9-56A9-0696-373C-D55B131F14D4}"/>
          </ac:spMkLst>
        </pc:spChg>
        <pc:spChg chg="add mod">
          <ac:chgData name="Kumar, Shankar (Contractor)" userId="d7d2038c-4287-4a61-af48-330653fba828" providerId="ADAL" clId="{715A71CE-967C-41F9-8557-9EA2E601B47A}" dt="2025-10-29T08:12:17.539" v="25"/>
          <ac:spMkLst>
            <pc:docMk/>
            <pc:sldMk cId="4017889848" sldId="259"/>
            <ac:spMk id="4" creationId="{EDBF299D-1430-0C9D-543C-01C948F6A0CC}"/>
          </ac:spMkLst>
        </pc:spChg>
      </pc:sldChg>
      <pc:sldChg chg="addSp delSp modSp new mod">
        <pc:chgData name="Kumar, Shankar (Contractor)" userId="d7d2038c-4287-4a61-af48-330653fba828" providerId="ADAL" clId="{715A71CE-967C-41F9-8557-9EA2E601B47A}" dt="2025-10-29T08:14:18.812" v="62" actId="15"/>
        <pc:sldMkLst>
          <pc:docMk/>
          <pc:sldMk cId="15822302" sldId="260"/>
        </pc:sldMkLst>
        <pc:spChg chg="add del mod">
          <ac:chgData name="Kumar, Shankar (Contractor)" userId="d7d2038c-4287-4a61-af48-330653fba828" providerId="ADAL" clId="{715A71CE-967C-41F9-8557-9EA2E601B47A}" dt="2025-10-29T08:13:47.288" v="52"/>
          <ac:spMkLst>
            <pc:docMk/>
            <pc:sldMk cId="15822302" sldId="260"/>
            <ac:spMk id="2" creationId="{3A623F6B-6B4E-5C4F-0BEA-38A07C9F4E47}"/>
          </ac:spMkLst>
        </pc:spChg>
        <pc:spChg chg="add del mod">
          <ac:chgData name="Kumar, Shankar (Contractor)" userId="d7d2038c-4287-4a61-af48-330653fba828" providerId="ADAL" clId="{715A71CE-967C-41F9-8557-9EA2E601B47A}" dt="2025-10-29T08:14:18.812" v="62" actId="15"/>
          <ac:spMkLst>
            <pc:docMk/>
            <pc:sldMk cId="15822302" sldId="260"/>
            <ac:spMk id="3" creationId="{A919B4BA-3719-230F-C295-20361E2D32C3}"/>
          </ac:spMkLst>
        </pc:spChg>
        <pc:spChg chg="add mod">
          <ac:chgData name="Kumar, Shankar (Contractor)" userId="d7d2038c-4287-4a61-af48-330653fba828" providerId="ADAL" clId="{715A71CE-967C-41F9-8557-9EA2E601B47A}" dt="2025-10-29T08:13:42.041" v="50"/>
          <ac:spMkLst>
            <pc:docMk/>
            <pc:sldMk cId="15822302" sldId="260"/>
            <ac:spMk id="4" creationId="{BCD1700B-4D08-4E96-2D4B-46AB6BA3D657}"/>
          </ac:spMkLst>
        </pc:spChg>
        <pc:spChg chg="add mod">
          <ac:chgData name="Kumar, Shankar (Contractor)" userId="d7d2038c-4287-4a61-af48-330653fba828" providerId="ADAL" clId="{715A71CE-967C-41F9-8557-9EA2E601B47A}" dt="2025-10-29T08:13:59.349" v="55"/>
          <ac:spMkLst>
            <pc:docMk/>
            <pc:sldMk cId="15822302" sldId="260"/>
            <ac:spMk id="5" creationId="{7C4E6FE8-BB32-39F2-4AAD-3D447DA54DFE}"/>
          </ac:spMkLst>
        </pc:spChg>
      </pc:sldChg>
      <pc:sldChg chg="addSp delSp modSp new mod">
        <pc:chgData name="Kumar, Shankar (Contractor)" userId="d7d2038c-4287-4a61-af48-330653fba828" providerId="ADAL" clId="{715A71CE-967C-41F9-8557-9EA2E601B47A}" dt="2025-10-29T08:14:58.276" v="72" actId="27636"/>
        <pc:sldMkLst>
          <pc:docMk/>
          <pc:sldMk cId="507028716" sldId="261"/>
        </pc:sldMkLst>
        <pc:spChg chg="add del mod">
          <ac:chgData name="Kumar, Shankar (Contractor)" userId="d7d2038c-4287-4a61-af48-330653fba828" providerId="ADAL" clId="{715A71CE-967C-41F9-8557-9EA2E601B47A}" dt="2025-10-29T08:14:35.477" v="67"/>
          <ac:spMkLst>
            <pc:docMk/>
            <pc:sldMk cId="507028716" sldId="261"/>
            <ac:spMk id="2" creationId="{BFF53AEF-0543-B34B-E09D-3806CEBAE052}"/>
          </ac:spMkLst>
        </pc:spChg>
        <pc:spChg chg="mod">
          <ac:chgData name="Kumar, Shankar (Contractor)" userId="d7d2038c-4287-4a61-af48-330653fba828" providerId="ADAL" clId="{715A71CE-967C-41F9-8557-9EA2E601B47A}" dt="2025-10-29T08:14:58.276" v="72" actId="27636"/>
          <ac:spMkLst>
            <pc:docMk/>
            <pc:sldMk cId="507028716" sldId="261"/>
            <ac:spMk id="3" creationId="{34268AD3-03F0-99B2-AC36-11D9241A2B0C}"/>
          </ac:spMkLst>
        </pc:spChg>
        <pc:spChg chg="add mod">
          <ac:chgData name="Kumar, Shankar (Contractor)" userId="d7d2038c-4287-4a61-af48-330653fba828" providerId="ADAL" clId="{715A71CE-967C-41F9-8557-9EA2E601B47A}" dt="2025-10-29T08:14:33.329" v="65"/>
          <ac:spMkLst>
            <pc:docMk/>
            <pc:sldMk cId="507028716" sldId="261"/>
            <ac:spMk id="4" creationId="{DFDBC92B-5CB2-DB4F-6331-23E5A352FF20}"/>
          </ac:spMkLst>
        </pc:spChg>
      </pc:sldChg>
      <pc:sldChg chg="addSp modSp new mod">
        <pc:chgData name="Kumar, Shankar (Contractor)" userId="d7d2038c-4287-4a61-af48-330653fba828" providerId="ADAL" clId="{715A71CE-967C-41F9-8557-9EA2E601B47A}" dt="2025-10-29T08:16:52.447" v="89" actId="20577"/>
        <pc:sldMkLst>
          <pc:docMk/>
          <pc:sldMk cId="2327599877" sldId="262"/>
        </pc:sldMkLst>
        <pc:spChg chg="mod">
          <ac:chgData name="Kumar, Shankar (Contractor)" userId="d7d2038c-4287-4a61-af48-330653fba828" providerId="ADAL" clId="{715A71CE-967C-41F9-8557-9EA2E601B47A}" dt="2025-10-29T08:15:15.721" v="74"/>
          <ac:spMkLst>
            <pc:docMk/>
            <pc:sldMk cId="2327599877" sldId="262"/>
            <ac:spMk id="2" creationId="{52333361-6E49-AF9C-3EC9-BBCEE71C2F9B}"/>
          </ac:spMkLst>
        </pc:spChg>
        <pc:spChg chg="mod">
          <ac:chgData name="Kumar, Shankar (Contractor)" userId="d7d2038c-4287-4a61-af48-330653fba828" providerId="ADAL" clId="{715A71CE-967C-41F9-8557-9EA2E601B47A}" dt="2025-10-29T08:16:52.447" v="89" actId="20577"/>
          <ac:spMkLst>
            <pc:docMk/>
            <pc:sldMk cId="2327599877" sldId="262"/>
            <ac:spMk id="3" creationId="{E9226315-1F75-4B0F-157C-DE68B0586956}"/>
          </ac:spMkLst>
        </pc:spChg>
        <pc:spChg chg="add">
          <ac:chgData name="Kumar, Shankar (Contractor)" userId="d7d2038c-4287-4a61-af48-330653fba828" providerId="ADAL" clId="{715A71CE-967C-41F9-8557-9EA2E601B47A}" dt="2025-10-29T08:16:23.263" v="84"/>
          <ac:spMkLst>
            <pc:docMk/>
            <pc:sldMk cId="2327599877" sldId="262"/>
            <ac:spMk id="4" creationId="{FAF60DFE-404B-3707-0D14-48A5E056074A}"/>
          </ac:spMkLst>
        </pc:spChg>
        <pc:picChg chg="add">
          <ac:chgData name="Kumar, Shankar (Contractor)" userId="d7d2038c-4287-4a61-af48-330653fba828" providerId="ADAL" clId="{715A71CE-967C-41F9-8557-9EA2E601B47A}" dt="2025-10-29T08:16:23.263" v="84"/>
          <ac:picMkLst>
            <pc:docMk/>
            <pc:sldMk cId="2327599877" sldId="262"/>
            <ac:picMk id="6146" creationId="{A4D87C28-9B5B-FB83-66E6-07156D0A2CCB}"/>
          </ac:picMkLst>
        </pc:picChg>
      </pc:sldChg>
      <pc:sldChg chg="addSp delSp modSp new mod">
        <pc:chgData name="Kumar, Shankar (Contractor)" userId="d7d2038c-4287-4a61-af48-330653fba828" providerId="ADAL" clId="{715A71CE-967C-41F9-8557-9EA2E601B47A}" dt="2025-10-29T08:17:26.831" v="97" actId="27636"/>
        <pc:sldMkLst>
          <pc:docMk/>
          <pc:sldMk cId="1943928150" sldId="263"/>
        </pc:sldMkLst>
        <pc:spChg chg="add del mod">
          <ac:chgData name="Kumar, Shankar (Contractor)" userId="d7d2038c-4287-4a61-af48-330653fba828" providerId="ADAL" clId="{715A71CE-967C-41F9-8557-9EA2E601B47A}" dt="2025-10-29T08:17:16.521" v="94"/>
          <ac:spMkLst>
            <pc:docMk/>
            <pc:sldMk cId="1943928150" sldId="263"/>
            <ac:spMk id="2" creationId="{86C4BB5F-D7DE-2E7A-1CCA-9ED6DBBE278D}"/>
          </ac:spMkLst>
        </pc:spChg>
        <pc:spChg chg="mod">
          <ac:chgData name="Kumar, Shankar (Contractor)" userId="d7d2038c-4287-4a61-af48-330653fba828" providerId="ADAL" clId="{715A71CE-967C-41F9-8557-9EA2E601B47A}" dt="2025-10-29T08:17:26.831" v="97" actId="27636"/>
          <ac:spMkLst>
            <pc:docMk/>
            <pc:sldMk cId="1943928150" sldId="263"/>
            <ac:spMk id="3" creationId="{F436BF44-571F-2A71-D1B5-81A2A7586B83}"/>
          </ac:spMkLst>
        </pc:spChg>
        <pc:spChg chg="add mod">
          <ac:chgData name="Kumar, Shankar (Contractor)" userId="d7d2038c-4287-4a61-af48-330653fba828" providerId="ADAL" clId="{715A71CE-967C-41F9-8557-9EA2E601B47A}" dt="2025-10-29T08:17:13.397" v="92"/>
          <ac:spMkLst>
            <pc:docMk/>
            <pc:sldMk cId="1943928150" sldId="263"/>
            <ac:spMk id="4" creationId="{8360B72A-4EB0-C942-4679-850FE26F647E}"/>
          </ac:spMkLst>
        </pc:spChg>
      </pc:sldChg>
      <pc:sldChg chg="addSp delSp modSp new mod">
        <pc:chgData name="Kumar, Shankar (Contractor)" userId="d7d2038c-4287-4a61-af48-330653fba828" providerId="ADAL" clId="{715A71CE-967C-41F9-8557-9EA2E601B47A}" dt="2025-10-29T08:17:56.474" v="105" actId="27636"/>
        <pc:sldMkLst>
          <pc:docMk/>
          <pc:sldMk cId="1308783549" sldId="264"/>
        </pc:sldMkLst>
        <pc:spChg chg="add del mod">
          <ac:chgData name="Kumar, Shankar (Contractor)" userId="d7d2038c-4287-4a61-af48-330653fba828" providerId="ADAL" clId="{715A71CE-967C-41F9-8557-9EA2E601B47A}" dt="2025-10-29T08:17:46.920" v="102"/>
          <ac:spMkLst>
            <pc:docMk/>
            <pc:sldMk cId="1308783549" sldId="264"/>
            <ac:spMk id="2" creationId="{357B77AE-8813-C6D2-A607-4BB9474CBF1C}"/>
          </ac:spMkLst>
        </pc:spChg>
        <pc:spChg chg="mod">
          <ac:chgData name="Kumar, Shankar (Contractor)" userId="d7d2038c-4287-4a61-af48-330653fba828" providerId="ADAL" clId="{715A71CE-967C-41F9-8557-9EA2E601B47A}" dt="2025-10-29T08:17:56.474" v="105" actId="27636"/>
          <ac:spMkLst>
            <pc:docMk/>
            <pc:sldMk cId="1308783549" sldId="264"/>
            <ac:spMk id="3" creationId="{5ABD4E09-D024-CA2F-D4D5-6BB9FDF75D06}"/>
          </ac:spMkLst>
        </pc:spChg>
        <pc:spChg chg="add mod">
          <ac:chgData name="Kumar, Shankar (Contractor)" userId="d7d2038c-4287-4a61-af48-330653fba828" providerId="ADAL" clId="{715A71CE-967C-41F9-8557-9EA2E601B47A}" dt="2025-10-29T08:17:44.588" v="100"/>
          <ac:spMkLst>
            <pc:docMk/>
            <pc:sldMk cId="1308783549" sldId="264"/>
            <ac:spMk id="4" creationId="{5A38F1AA-6740-3318-C4BB-7CFE96CC9746}"/>
          </ac:spMkLst>
        </pc:spChg>
      </pc:sldChg>
      <pc:sldChg chg="addSp delSp modSp new mod">
        <pc:chgData name="Kumar, Shankar (Contractor)" userId="d7d2038c-4287-4a61-af48-330653fba828" providerId="ADAL" clId="{715A71CE-967C-41F9-8557-9EA2E601B47A}" dt="2025-10-29T08:18:32.456" v="113" actId="27636"/>
        <pc:sldMkLst>
          <pc:docMk/>
          <pc:sldMk cId="3961522556" sldId="265"/>
        </pc:sldMkLst>
        <pc:spChg chg="add del mod">
          <ac:chgData name="Kumar, Shankar (Contractor)" userId="d7d2038c-4287-4a61-af48-330653fba828" providerId="ADAL" clId="{715A71CE-967C-41F9-8557-9EA2E601B47A}" dt="2025-10-29T08:18:17.202" v="110"/>
          <ac:spMkLst>
            <pc:docMk/>
            <pc:sldMk cId="3961522556" sldId="265"/>
            <ac:spMk id="2" creationId="{925FCC2E-C93B-4523-8B48-BD365D127ADE}"/>
          </ac:spMkLst>
        </pc:spChg>
        <pc:spChg chg="mod">
          <ac:chgData name="Kumar, Shankar (Contractor)" userId="d7d2038c-4287-4a61-af48-330653fba828" providerId="ADAL" clId="{715A71CE-967C-41F9-8557-9EA2E601B47A}" dt="2025-10-29T08:18:32.456" v="113" actId="27636"/>
          <ac:spMkLst>
            <pc:docMk/>
            <pc:sldMk cId="3961522556" sldId="265"/>
            <ac:spMk id="3" creationId="{48EA8CD2-6CFA-76D9-4F85-C647BC227244}"/>
          </ac:spMkLst>
        </pc:spChg>
        <pc:spChg chg="add mod">
          <ac:chgData name="Kumar, Shankar (Contractor)" userId="d7d2038c-4287-4a61-af48-330653fba828" providerId="ADAL" clId="{715A71CE-967C-41F9-8557-9EA2E601B47A}" dt="2025-10-29T08:18:14.788" v="108"/>
          <ac:spMkLst>
            <pc:docMk/>
            <pc:sldMk cId="3961522556" sldId="265"/>
            <ac:spMk id="4" creationId="{4D6D5A60-E98D-C171-9E1F-6E31968ECC02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0-29T08:24:49.864" v="172" actId="27636"/>
        <pc:sldMkLst>
          <pc:docMk/>
          <pc:sldMk cId="3638836394" sldId="266"/>
        </pc:sldMkLst>
        <pc:spChg chg="mod">
          <ac:chgData name="Kumar, Shankar (Contractor)" userId="d7d2038c-4287-4a61-af48-330653fba828" providerId="ADAL" clId="{715A71CE-967C-41F9-8557-9EA2E601B47A}" dt="2025-10-29T08:24:39.834" v="168" actId="27636"/>
          <ac:spMkLst>
            <pc:docMk/>
            <pc:sldMk cId="3638836394" sldId="266"/>
            <ac:spMk id="2" creationId="{FE8818B2-480F-AC11-F525-E2CDFA8E73F7}"/>
          </ac:spMkLst>
        </pc:spChg>
        <pc:spChg chg="mod">
          <ac:chgData name="Kumar, Shankar (Contractor)" userId="d7d2038c-4287-4a61-af48-330653fba828" providerId="ADAL" clId="{715A71CE-967C-41F9-8557-9EA2E601B47A}" dt="2025-10-29T08:24:49.864" v="172" actId="27636"/>
          <ac:spMkLst>
            <pc:docMk/>
            <pc:sldMk cId="3638836394" sldId="266"/>
            <ac:spMk id="3" creationId="{4ED7FA1B-56D3-6EC3-B7D0-6A7CFB7614E9}"/>
          </ac:spMkLst>
        </pc:spChg>
      </pc:sldChg>
      <pc:sldChg chg="addSp modSp new mod modClrScheme chgLayout">
        <pc:chgData name="Kumar, Shankar (Contractor)" userId="d7d2038c-4287-4a61-af48-330653fba828" providerId="ADAL" clId="{715A71CE-967C-41F9-8557-9EA2E601B47A}" dt="2025-10-29T08:28:33.673" v="199" actId="14100"/>
        <pc:sldMkLst>
          <pc:docMk/>
          <pc:sldMk cId="2385561119" sldId="267"/>
        </pc:sldMkLst>
        <pc:spChg chg="mod ord">
          <ac:chgData name="Kumar, Shankar (Contractor)" userId="d7d2038c-4287-4a61-af48-330653fba828" providerId="ADAL" clId="{715A71CE-967C-41F9-8557-9EA2E601B47A}" dt="2025-10-29T08:27:56.652" v="191" actId="27636"/>
          <ac:spMkLst>
            <pc:docMk/>
            <pc:sldMk cId="2385561119" sldId="267"/>
            <ac:spMk id="2" creationId="{3EF90CAA-D432-C547-1384-BDFE92EE3A4A}"/>
          </ac:spMkLst>
        </pc:spChg>
        <pc:spChg chg="mod ord">
          <ac:chgData name="Kumar, Shankar (Contractor)" userId="d7d2038c-4287-4a61-af48-330653fba828" providerId="ADAL" clId="{715A71CE-967C-41F9-8557-9EA2E601B47A}" dt="2025-10-29T08:28:33.673" v="199" actId="14100"/>
          <ac:spMkLst>
            <pc:docMk/>
            <pc:sldMk cId="2385561119" sldId="267"/>
            <ac:spMk id="3" creationId="{0D1F6C69-A196-A142-6E67-BD29167EF278}"/>
          </ac:spMkLst>
        </pc:spChg>
        <pc:spChg chg="add mod ord">
          <ac:chgData name="Kumar, Shankar (Contractor)" userId="d7d2038c-4287-4a61-af48-330653fba828" providerId="ADAL" clId="{715A71CE-967C-41F9-8557-9EA2E601B47A}" dt="2025-10-29T08:28:15.305" v="195" actId="6549"/>
          <ac:spMkLst>
            <pc:docMk/>
            <pc:sldMk cId="2385561119" sldId="267"/>
            <ac:spMk id="4" creationId="{7B671169-253E-BDF1-D2D4-1FBDA9F025F0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0-29T08:31:33.207" v="220" actId="14100"/>
        <pc:sldMkLst>
          <pc:docMk/>
          <pc:sldMk cId="3963890413" sldId="268"/>
        </pc:sldMkLst>
        <pc:spChg chg="mod">
          <ac:chgData name="Kumar, Shankar (Contractor)" userId="d7d2038c-4287-4a61-af48-330653fba828" providerId="ADAL" clId="{715A71CE-967C-41F9-8557-9EA2E601B47A}" dt="2025-10-29T08:31:25.869" v="216" actId="27636"/>
          <ac:spMkLst>
            <pc:docMk/>
            <pc:sldMk cId="3963890413" sldId="268"/>
            <ac:spMk id="2" creationId="{592D32F8-28FD-15D9-B0D7-F9ED9459747C}"/>
          </ac:spMkLst>
        </pc:spChg>
        <pc:spChg chg="mod">
          <ac:chgData name="Kumar, Shankar (Contractor)" userId="d7d2038c-4287-4a61-af48-330653fba828" providerId="ADAL" clId="{715A71CE-967C-41F9-8557-9EA2E601B47A}" dt="2025-10-29T08:31:29.165" v="219" actId="27636"/>
          <ac:spMkLst>
            <pc:docMk/>
            <pc:sldMk cId="3963890413" sldId="268"/>
            <ac:spMk id="3" creationId="{07B42809-460E-767B-95D3-40255AC26270}"/>
          </ac:spMkLst>
        </pc:spChg>
        <pc:spChg chg="mod">
          <ac:chgData name="Kumar, Shankar (Contractor)" userId="d7d2038c-4287-4a61-af48-330653fba828" providerId="ADAL" clId="{715A71CE-967C-41F9-8557-9EA2E601B47A}" dt="2025-10-29T08:31:33.207" v="220" actId="14100"/>
          <ac:spMkLst>
            <pc:docMk/>
            <pc:sldMk cId="3963890413" sldId="268"/>
            <ac:spMk id="4" creationId="{3D6BB086-8080-6461-7C7F-241628B7DC13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0-29T08:32:26.301" v="239" actId="27636"/>
        <pc:sldMkLst>
          <pc:docMk/>
          <pc:sldMk cId="3810648143" sldId="269"/>
        </pc:sldMkLst>
        <pc:spChg chg="mod">
          <ac:chgData name="Kumar, Shankar (Contractor)" userId="d7d2038c-4287-4a61-af48-330653fba828" providerId="ADAL" clId="{715A71CE-967C-41F9-8557-9EA2E601B47A}" dt="2025-10-29T08:32:08.724" v="231" actId="20577"/>
          <ac:spMkLst>
            <pc:docMk/>
            <pc:sldMk cId="3810648143" sldId="269"/>
            <ac:spMk id="2" creationId="{51C6B228-6A50-DF28-4FFF-186B3E366E77}"/>
          </ac:spMkLst>
        </pc:spChg>
        <pc:spChg chg="mod">
          <ac:chgData name="Kumar, Shankar (Contractor)" userId="d7d2038c-4287-4a61-af48-330653fba828" providerId="ADAL" clId="{715A71CE-967C-41F9-8557-9EA2E601B47A}" dt="2025-10-29T08:32:26.301" v="238" actId="27636"/>
          <ac:spMkLst>
            <pc:docMk/>
            <pc:sldMk cId="3810648143" sldId="269"/>
            <ac:spMk id="3" creationId="{DEB90A26-19B6-81D9-4FFB-C02985A5F229}"/>
          </ac:spMkLst>
        </pc:spChg>
        <pc:spChg chg="mod">
          <ac:chgData name="Kumar, Shankar (Contractor)" userId="d7d2038c-4287-4a61-af48-330653fba828" providerId="ADAL" clId="{715A71CE-967C-41F9-8557-9EA2E601B47A}" dt="2025-10-29T08:32:26.301" v="239" actId="27636"/>
          <ac:spMkLst>
            <pc:docMk/>
            <pc:sldMk cId="3810648143" sldId="269"/>
            <ac:spMk id="4" creationId="{2B20ECD2-9107-3335-F2D9-3BCE801C3B97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0-29T08:33:40.143" v="255" actId="14100"/>
        <pc:sldMkLst>
          <pc:docMk/>
          <pc:sldMk cId="2757509541" sldId="270"/>
        </pc:sldMkLst>
        <pc:spChg chg="mod">
          <ac:chgData name="Kumar, Shankar (Contractor)" userId="d7d2038c-4287-4a61-af48-330653fba828" providerId="ADAL" clId="{715A71CE-967C-41F9-8557-9EA2E601B47A}" dt="2025-10-29T08:33:33.929" v="253" actId="27636"/>
          <ac:spMkLst>
            <pc:docMk/>
            <pc:sldMk cId="2757509541" sldId="270"/>
            <ac:spMk id="2" creationId="{95490982-E778-91AA-38B9-855DCA463448}"/>
          </ac:spMkLst>
        </pc:spChg>
        <pc:spChg chg="mod">
          <ac:chgData name="Kumar, Shankar (Contractor)" userId="d7d2038c-4287-4a61-af48-330653fba828" providerId="ADAL" clId="{715A71CE-967C-41F9-8557-9EA2E601B47A}" dt="2025-10-29T08:33:37.036" v="254" actId="14100"/>
          <ac:spMkLst>
            <pc:docMk/>
            <pc:sldMk cId="2757509541" sldId="270"/>
            <ac:spMk id="3" creationId="{D09F4E34-955B-60B4-9BB8-5BF91C7C3D78}"/>
          </ac:spMkLst>
        </pc:spChg>
        <pc:spChg chg="mod">
          <ac:chgData name="Kumar, Shankar (Contractor)" userId="d7d2038c-4287-4a61-af48-330653fba828" providerId="ADAL" clId="{715A71CE-967C-41F9-8557-9EA2E601B47A}" dt="2025-10-29T08:33:40.143" v="255" actId="14100"/>
          <ac:spMkLst>
            <pc:docMk/>
            <pc:sldMk cId="2757509541" sldId="270"/>
            <ac:spMk id="4" creationId="{18CF74D0-9CAB-B2E0-BF29-61E2FA025324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0-29T08:34:01.422" v="258"/>
        <pc:sldMkLst>
          <pc:docMk/>
          <pc:sldMk cId="940624195" sldId="271"/>
        </pc:sldMkLst>
        <pc:spChg chg="mod">
          <ac:chgData name="Kumar, Shankar (Contractor)" userId="d7d2038c-4287-4a61-af48-330653fba828" providerId="ADAL" clId="{715A71CE-967C-41F9-8557-9EA2E601B47A}" dt="2025-10-29T08:34:01.422" v="258"/>
          <ac:spMkLst>
            <pc:docMk/>
            <pc:sldMk cId="940624195" sldId="271"/>
            <ac:spMk id="3" creationId="{85F277B6-348F-2937-96F5-DAA46A7A6116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0-29T11:11:39.490" v="407" actId="1076"/>
        <pc:sldMkLst>
          <pc:docMk/>
          <pc:sldMk cId="778598692" sldId="272"/>
        </pc:sldMkLst>
        <pc:spChg chg="mod">
          <ac:chgData name="Kumar, Shankar (Contractor)" userId="d7d2038c-4287-4a61-af48-330653fba828" providerId="ADAL" clId="{715A71CE-967C-41F9-8557-9EA2E601B47A}" dt="2025-10-29T11:11:39.490" v="407" actId="1076"/>
          <ac:spMkLst>
            <pc:docMk/>
            <pc:sldMk cId="778598692" sldId="272"/>
            <ac:spMk id="2" creationId="{D3D58975-D9B5-370C-2DED-4B15DAF6B082}"/>
          </ac:spMkLst>
        </pc:spChg>
        <pc:spChg chg="mod">
          <ac:chgData name="Kumar, Shankar (Contractor)" userId="d7d2038c-4287-4a61-af48-330653fba828" providerId="ADAL" clId="{715A71CE-967C-41F9-8557-9EA2E601B47A}" dt="2025-10-29T11:11:36.068" v="406" actId="14100"/>
          <ac:spMkLst>
            <pc:docMk/>
            <pc:sldMk cId="778598692" sldId="272"/>
            <ac:spMk id="3" creationId="{CFA234C2-590D-7532-D912-B77A48A86A88}"/>
          </ac:spMkLst>
        </pc:spChg>
        <pc:spChg chg="mod">
          <ac:chgData name="Kumar, Shankar (Contractor)" userId="d7d2038c-4287-4a61-af48-330653fba828" providerId="ADAL" clId="{715A71CE-967C-41F9-8557-9EA2E601B47A}" dt="2025-10-29T11:11:00.887" v="401" actId="255"/>
          <ac:spMkLst>
            <pc:docMk/>
            <pc:sldMk cId="778598692" sldId="272"/>
            <ac:spMk id="4" creationId="{33A14F2B-9DF5-F605-5545-627794FBA7B7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0-29T08:36:51.906" v="311" actId="20577"/>
        <pc:sldMkLst>
          <pc:docMk/>
          <pc:sldMk cId="1115469262" sldId="273"/>
        </pc:sldMkLst>
        <pc:spChg chg="mod">
          <ac:chgData name="Kumar, Shankar (Contractor)" userId="d7d2038c-4287-4a61-af48-330653fba828" providerId="ADAL" clId="{715A71CE-967C-41F9-8557-9EA2E601B47A}" dt="2025-10-29T08:36:21.581" v="300" actId="20577"/>
          <ac:spMkLst>
            <pc:docMk/>
            <pc:sldMk cId="1115469262" sldId="273"/>
            <ac:spMk id="2" creationId="{17148C0D-4352-57D8-F224-6DC9DC9C1655}"/>
          </ac:spMkLst>
        </pc:spChg>
        <pc:spChg chg="mod">
          <ac:chgData name="Kumar, Shankar (Contractor)" userId="d7d2038c-4287-4a61-af48-330653fba828" providerId="ADAL" clId="{715A71CE-967C-41F9-8557-9EA2E601B47A}" dt="2025-10-29T08:36:44.616" v="310" actId="6549"/>
          <ac:spMkLst>
            <pc:docMk/>
            <pc:sldMk cId="1115469262" sldId="273"/>
            <ac:spMk id="3" creationId="{7D90BC33-B8CD-CB54-CC52-903AA798E766}"/>
          </ac:spMkLst>
        </pc:spChg>
        <pc:spChg chg="mod">
          <ac:chgData name="Kumar, Shankar (Contractor)" userId="d7d2038c-4287-4a61-af48-330653fba828" providerId="ADAL" clId="{715A71CE-967C-41F9-8557-9EA2E601B47A}" dt="2025-10-29T08:36:51.906" v="311" actId="20577"/>
          <ac:spMkLst>
            <pc:docMk/>
            <pc:sldMk cId="1115469262" sldId="273"/>
            <ac:spMk id="4" creationId="{6F690A19-1EAD-B494-ED32-D7C028A7ADC2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0-29T11:08:43.721" v="370" actId="255"/>
        <pc:sldMkLst>
          <pc:docMk/>
          <pc:sldMk cId="3257586887" sldId="274"/>
        </pc:sldMkLst>
        <pc:spChg chg="mod">
          <ac:chgData name="Kumar, Shankar (Contractor)" userId="d7d2038c-4287-4a61-af48-330653fba828" providerId="ADAL" clId="{715A71CE-967C-41F9-8557-9EA2E601B47A}" dt="2025-10-29T08:37:36.688" v="328" actId="20577"/>
          <ac:spMkLst>
            <pc:docMk/>
            <pc:sldMk cId="3257586887" sldId="274"/>
            <ac:spMk id="2" creationId="{463B3FD1-C6D3-AFD3-4B27-5E2A83C03E11}"/>
          </ac:spMkLst>
        </pc:spChg>
        <pc:spChg chg="mod">
          <ac:chgData name="Kumar, Shankar (Contractor)" userId="d7d2038c-4287-4a61-af48-330653fba828" providerId="ADAL" clId="{715A71CE-967C-41F9-8557-9EA2E601B47A}" dt="2025-10-29T11:08:43.721" v="370" actId="255"/>
          <ac:spMkLst>
            <pc:docMk/>
            <pc:sldMk cId="3257586887" sldId="274"/>
            <ac:spMk id="3" creationId="{33D45788-E8C6-DC20-CB22-2009B36B27D2}"/>
          </ac:spMkLst>
        </pc:spChg>
        <pc:spChg chg="mod">
          <ac:chgData name="Kumar, Shankar (Contractor)" userId="d7d2038c-4287-4a61-af48-330653fba828" providerId="ADAL" clId="{715A71CE-967C-41F9-8557-9EA2E601B47A}" dt="2025-10-29T11:08:37.405" v="369" actId="255"/>
          <ac:spMkLst>
            <pc:docMk/>
            <pc:sldMk cId="3257586887" sldId="274"/>
            <ac:spMk id="4" creationId="{DC107428-56B6-1E23-AB33-07F285569044}"/>
          </ac:spMkLst>
        </pc:spChg>
      </pc:sldChg>
      <pc:sldChg chg="modSp new mod">
        <pc:chgData name="Kumar, Shankar (Contractor)" userId="d7d2038c-4287-4a61-af48-330653fba828" providerId="ADAL" clId="{715A71CE-967C-41F9-8557-9EA2E601B47A}" dt="2025-10-29T11:09:41.489" v="378" actId="6549"/>
        <pc:sldMkLst>
          <pc:docMk/>
          <pc:sldMk cId="736438875" sldId="275"/>
        </pc:sldMkLst>
        <pc:spChg chg="mod">
          <ac:chgData name="Kumar, Shankar (Contractor)" userId="d7d2038c-4287-4a61-af48-330653fba828" providerId="ADAL" clId="{715A71CE-967C-41F9-8557-9EA2E601B47A}" dt="2025-10-29T11:09:01.215" v="372" actId="1076"/>
          <ac:spMkLst>
            <pc:docMk/>
            <pc:sldMk cId="736438875" sldId="275"/>
            <ac:spMk id="2" creationId="{5D65BEB5-22C8-72A2-CD89-B69D5FAF5EA3}"/>
          </ac:spMkLst>
        </pc:spChg>
        <pc:spChg chg="mod">
          <ac:chgData name="Kumar, Shankar (Contractor)" userId="d7d2038c-4287-4a61-af48-330653fba828" providerId="ADAL" clId="{715A71CE-967C-41F9-8557-9EA2E601B47A}" dt="2025-10-29T11:09:41.489" v="378" actId="6549"/>
          <ac:spMkLst>
            <pc:docMk/>
            <pc:sldMk cId="736438875" sldId="275"/>
            <ac:spMk id="3" creationId="{F1480896-A944-F811-B229-9B62B66E9186}"/>
          </ac:spMkLst>
        </pc:spChg>
        <pc:spChg chg="mod">
          <ac:chgData name="Kumar, Shankar (Contractor)" userId="d7d2038c-4287-4a61-af48-330653fba828" providerId="ADAL" clId="{715A71CE-967C-41F9-8557-9EA2E601B47A}" dt="2025-10-29T11:09:04.797" v="374" actId="27636"/>
          <ac:spMkLst>
            <pc:docMk/>
            <pc:sldMk cId="736438875" sldId="275"/>
            <ac:spMk id="4" creationId="{2FBEDA37-E459-2972-0938-42E7166E7A76}"/>
          </ac:spMkLst>
        </pc:spChg>
      </pc:sldChg>
      <pc:sldChg chg="delSp modSp new mod">
        <pc:chgData name="Kumar, Shankar (Contractor)" userId="d7d2038c-4287-4a61-af48-330653fba828" providerId="ADAL" clId="{715A71CE-967C-41F9-8557-9EA2E601B47A}" dt="2025-10-29T11:10:39.253" v="399" actId="27636"/>
        <pc:sldMkLst>
          <pc:docMk/>
          <pc:sldMk cId="2550579632" sldId="276"/>
        </pc:sldMkLst>
        <pc:spChg chg="del">
          <ac:chgData name="Kumar, Shankar (Contractor)" userId="d7d2038c-4287-4a61-af48-330653fba828" providerId="ADAL" clId="{715A71CE-967C-41F9-8557-9EA2E601B47A}" dt="2025-10-29T11:10:33.481" v="393" actId="478"/>
          <ac:spMkLst>
            <pc:docMk/>
            <pc:sldMk cId="2550579632" sldId="276"/>
            <ac:spMk id="2" creationId="{F74C6359-0AC7-7303-59BA-88D9158DE49D}"/>
          </ac:spMkLst>
        </pc:spChg>
        <pc:spChg chg="mod">
          <ac:chgData name="Kumar, Shankar (Contractor)" userId="d7d2038c-4287-4a61-af48-330653fba828" providerId="ADAL" clId="{715A71CE-967C-41F9-8557-9EA2E601B47A}" dt="2025-10-29T11:10:39.253" v="399" actId="27636"/>
          <ac:spMkLst>
            <pc:docMk/>
            <pc:sldMk cId="2550579632" sldId="276"/>
            <ac:spMk id="3" creationId="{889EC6BA-CCA8-073C-E71B-605B3D2A8A27}"/>
          </ac:spMkLst>
        </pc:spChg>
        <pc:spChg chg="mod">
          <ac:chgData name="Kumar, Shankar (Contractor)" userId="d7d2038c-4287-4a61-af48-330653fba828" providerId="ADAL" clId="{715A71CE-967C-41F9-8557-9EA2E601B47A}" dt="2025-10-29T11:10:39.252" v="398" actId="27636"/>
          <ac:spMkLst>
            <pc:docMk/>
            <pc:sldMk cId="2550579632" sldId="276"/>
            <ac:spMk id="4" creationId="{02B28318-5270-19C4-612F-48F22101420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51967-142B-DB7E-DBF7-EAF6F0F88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23097-0AD0-C655-09ED-76DCA918F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ED559-BC48-20CC-F23E-E4116895F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C9A8-EA5B-4E0F-8BAD-70B905EC565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9EB99-0F13-39F1-A0B8-7FEE18C3E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FC295-5D3A-ACD4-0DBC-7543D35D3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56F6-77BF-43F8-99F4-DD2B89D6F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500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1EA6E-EE76-37CB-7652-7DEC2E874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F6AFF-028F-776C-D1CA-32D26CC84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BB42F-958D-3D95-627E-EAC3B5F0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C9A8-EA5B-4E0F-8BAD-70B905EC565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CF893-C7A1-7DA7-E8D9-9A273E9C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AF41A-0BF3-C456-3E8C-8F670D7DE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56F6-77BF-43F8-99F4-DD2B89D6F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28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2B461-E613-6553-1174-F3599CC2A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CC30A-7672-1BF8-460A-B755A3761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DD2F2-39E3-47B9-ADEE-1B9E99270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C9A8-EA5B-4E0F-8BAD-70B905EC565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9C225-B53E-DA6A-9B98-4A65F83DD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9AF88-7CDA-74F9-C795-0142F2034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56F6-77BF-43F8-99F4-DD2B89D6F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74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32DB-9AFE-EBDB-98CA-5F20F79F9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36028-C885-1806-EBE0-A9FA853EC5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E34B3-6631-1D06-D496-18127CA14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8B753F-B47E-8335-1130-A134C55D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C9A8-EA5B-4E0F-8BAD-70B905EC565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B9338-E980-3DDE-C7C6-1B3CE7480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8A412-DFB2-5121-21A7-E77EA4580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56F6-77BF-43F8-99F4-DD2B89D6F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824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BE2B0-A8F3-2965-CECE-18CE0133E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E0B51-88E0-7B66-A519-3EF151FBA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01B64-8800-5B3B-98E7-435B69C8A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5ED0B3-B577-F12D-D5E9-85B8EF1FD6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B4F9D1-0443-4839-CDE7-F39DFD72AA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3FCC18-2875-81DF-645E-D9B8A9DB6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C9A8-EA5B-4E0F-8BAD-70B905EC565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32458B-5184-9A4F-8EA3-80FC69D48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5A93FE-1D1E-D3DB-774B-6731C654B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56F6-77BF-43F8-99F4-DD2B89D6F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039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3A835-EFF7-DF0A-22D6-C7C2C0D0C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8038C-C2EA-3397-FA37-2E6E8D698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C9A8-EA5B-4E0F-8BAD-70B905EC565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C66406-962F-17C4-64FF-E3725617F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D878A-2978-0DCB-F346-D65843A8E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56F6-77BF-43F8-99F4-DD2B89D6F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628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F377E1-4D5A-24F3-3A04-67F566D1C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C9A8-EA5B-4E0F-8BAD-70B905EC565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96DFB3-DE73-8913-3AB6-9E46A4A96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C099F-6958-DF70-A57D-5AE06CA97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56F6-77BF-43F8-99F4-DD2B89D6F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11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D4804-B133-55B9-A803-ED91C6791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0CD5C-9100-C425-AA0A-081616165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C358C-E2C1-D9C4-8190-721342A54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1171A-F707-6BD9-77E8-7705B0F39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C9A8-EA5B-4E0F-8BAD-70B905EC565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7D204-E901-29BD-B1A7-0CFB62FF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AE03B-527D-D573-39CC-AB86590EC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56F6-77BF-43F8-99F4-DD2B89D6F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157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7F71B-2C57-805A-916A-2A79341E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778290-19B6-6BA7-173E-D50A5D00F5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BD9C99-D0E1-4436-4350-F824830E3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8B2716-DB14-BCC7-2BB6-002C4C195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C9A8-EA5B-4E0F-8BAD-70B905EC565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36716-616B-8DAF-7E6C-B74B9CFD4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D32B4B-3ACA-76D7-A2D2-F71809BB5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56F6-77BF-43F8-99F4-DD2B89D6F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873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5489-9B10-2B99-2C31-F3E26EFA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60FE5-F393-8C94-C749-D3020D451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95C3F-8A31-FE3A-C438-10F08D566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C9A8-EA5B-4E0F-8BAD-70B905EC565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FC681-4FF0-8EF2-B5EF-FC9A0CDDC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F0096-1838-0B7C-7225-5BC8D41E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56F6-77BF-43F8-99F4-DD2B89D6F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654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67C9AB-F177-86DE-EB6A-1161646FB4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D5819A-3DC0-B117-DEE3-69CDA784C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FCA97-20A7-60BD-CDAD-AC74CC7A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C9A8-EA5B-4E0F-8BAD-70B905EC565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A2B45-A495-BD1D-BC70-C2C6EB935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E37E1-3F87-EAA7-B183-E5AA8BBB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456F6-77BF-43F8-99F4-DD2B89D6F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24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6D07FC-8881-AB8A-A566-1AF5CD1B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D3272-6694-6956-E3FE-4FB2431B6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5A8BE-4A33-92FB-7E91-5113F71D1A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CDC9A8-EA5B-4E0F-8BAD-70B905EC565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AAE0B-0D31-6BE3-1A1E-F0E21B6E6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8B8BB-E07A-96A3-ABB9-AE66826DFB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6456F6-77BF-43F8-99F4-DD2B89D6F1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51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A6F5A-6189-9355-4DF4-32FAC4D5E7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JWT and Spring Boot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3E3712-137A-D3D9-483C-7EE2266116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682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A299B-CAA3-C776-40BE-C45598CF1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JWT? 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37AC2-CC6B-A7D6-9C76-86F568092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US" dirty="0"/>
              <a:t>A compact, URL-safe method for securely transmitting information between parties as a JSON object.</a:t>
            </a:r>
          </a:p>
          <a:p>
            <a:pPr lvl="1"/>
            <a:r>
              <a:rPr lang="en-US" dirty="0"/>
              <a:t>A JSON Web Token is an open standard (RFC 7519) for securely transmitting information as a JSON object between two parties.</a:t>
            </a:r>
          </a:p>
          <a:p>
            <a:pPr lvl="1"/>
            <a:endParaRPr lang="en-US" dirty="0"/>
          </a:p>
          <a:p>
            <a:r>
              <a:rPr lang="en-US" b="1" dirty="0"/>
              <a:t>Key features:</a:t>
            </a:r>
            <a:endParaRPr lang="en-US" dirty="0"/>
          </a:p>
          <a:p>
            <a:pPr lvl="1"/>
            <a:r>
              <a:rPr lang="en-US" b="1" dirty="0"/>
              <a:t>Self-contained:</a:t>
            </a:r>
            <a:r>
              <a:rPr lang="en-US" dirty="0"/>
              <a:t> The token itself contains the necessary user information.</a:t>
            </a:r>
          </a:p>
          <a:p>
            <a:pPr lvl="1"/>
            <a:r>
              <a:rPr lang="en-US" b="1" dirty="0"/>
              <a:t>Compact:</a:t>
            </a:r>
            <a:r>
              <a:rPr lang="en-US" dirty="0"/>
              <a:t> Small enough to be sent in URL parameters or HTTP headers.</a:t>
            </a:r>
          </a:p>
          <a:p>
            <a:pPr lvl="1"/>
            <a:r>
              <a:rPr lang="en-US" b="1" dirty="0"/>
              <a:t>Stateless:</a:t>
            </a:r>
            <a:r>
              <a:rPr lang="en-US" dirty="0"/>
              <a:t> Eliminates the need for a server to maintain session state.</a:t>
            </a:r>
          </a:p>
          <a:p>
            <a:pPr lvl="1"/>
            <a:r>
              <a:rPr lang="en-US" b="1" dirty="0"/>
              <a:t>Signed:</a:t>
            </a:r>
            <a:r>
              <a:rPr lang="en-US" dirty="0"/>
              <a:t> Digitally signed to verify its authenticity and integrity.</a:t>
            </a:r>
          </a:p>
          <a:p>
            <a:pPr lvl="1"/>
            <a:endParaRPr lang="en-US" dirty="0"/>
          </a:p>
          <a:p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1907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7B4E4-C8BE-F582-A069-E46CEA2BC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JWT structure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F88F9-56A9-0696-373C-D55B131F1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Anatomy: A JWT is a single string with three parts separated by dots (.).</a:t>
            </a:r>
          </a:p>
          <a:p>
            <a:r>
              <a:rPr lang="en-US" dirty="0"/>
              <a:t>Visual: A large, colorful diagram highlighting the three parts: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Header(e.g., in red)</a:t>
            </a:r>
          </a:p>
          <a:p>
            <a:pPr lvl="1"/>
            <a:r>
              <a:rPr lang="en-US" dirty="0"/>
              <a:t>Payload (e.g., in purple)</a:t>
            </a:r>
          </a:p>
          <a:p>
            <a:pPr lvl="1"/>
            <a:r>
              <a:rPr lang="en-US" dirty="0"/>
              <a:t>Signature (e.g., in blue)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7889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23F6B-6B4E-5C4F-0BEA-38A07C9F4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Header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9B4BA-3719-230F-C295-20361E2D3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Purpose: Contains metadata about the token.</a:t>
            </a:r>
          </a:p>
          <a:p>
            <a:r>
              <a:rPr lang="en-US" dirty="0"/>
              <a:t>Contents:</a:t>
            </a:r>
          </a:p>
          <a:p>
            <a:pPr lvl="1"/>
            <a:r>
              <a:rPr lang="en-US" dirty="0"/>
              <a:t>"</a:t>
            </a:r>
            <a:r>
              <a:rPr lang="en-US" dirty="0" err="1"/>
              <a:t>typ</a:t>
            </a:r>
            <a:r>
              <a:rPr lang="en-US" dirty="0"/>
              <a:t>": "JWT" (type of token)</a:t>
            </a:r>
          </a:p>
          <a:p>
            <a:pPr lvl="1"/>
            <a:r>
              <a:rPr lang="en-US" dirty="0"/>
              <a:t>"</a:t>
            </a:r>
            <a:r>
              <a:rPr lang="en-US" dirty="0" err="1"/>
              <a:t>alg</a:t>
            </a:r>
            <a:r>
              <a:rPr lang="en-US" dirty="0"/>
              <a:t>": "HS256" (hashing algorithm used for the signature)</a:t>
            </a:r>
          </a:p>
          <a:p>
            <a:r>
              <a:rPr lang="en-US" dirty="0"/>
              <a:t>Process: This JSON is Base64Url encoded to form the first part of the token string.</a:t>
            </a:r>
          </a:p>
          <a:p>
            <a:r>
              <a:rPr lang="en-US" dirty="0"/>
              <a:t>Visual: Show the JSON object { "</a:t>
            </a:r>
            <a:r>
              <a:rPr lang="en-US" dirty="0" err="1"/>
              <a:t>alg</a:t>
            </a:r>
            <a:r>
              <a:rPr lang="en-US" dirty="0"/>
              <a:t>": "HS256", "</a:t>
            </a:r>
            <a:r>
              <a:rPr lang="en-US" dirty="0" err="1"/>
              <a:t>typ</a:t>
            </a:r>
            <a:r>
              <a:rPr lang="en-US" dirty="0"/>
              <a:t>": "JWT" } next to its encoded string equivalent.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22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53AEF-0543-B34B-E09D-3806CEBAE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Payload (Claims)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68AD3-03F0-99B2-AC36-11D9241A2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Purpose: Contains the "claims," or statements about an entity (like a user).</a:t>
            </a:r>
          </a:p>
          <a:p>
            <a:r>
              <a:rPr lang="en-US" dirty="0"/>
              <a:t>Types of claims:</a:t>
            </a:r>
          </a:p>
          <a:p>
            <a:pPr lvl="1"/>
            <a:r>
              <a:rPr lang="en-US" dirty="0"/>
              <a:t>Registered claims: Standardized, optional claims like </a:t>
            </a:r>
            <a:r>
              <a:rPr lang="en-US" dirty="0" err="1"/>
              <a:t>iss</a:t>
            </a:r>
            <a:r>
              <a:rPr lang="en-US" dirty="0"/>
              <a:t> (issuer), exp (expiration time), and sub (subject).</a:t>
            </a:r>
          </a:p>
          <a:p>
            <a:pPr lvl="1"/>
            <a:r>
              <a:rPr lang="en-US" dirty="0"/>
              <a:t>Private claims: Custom claims agreed upon by the communicating parties.</a:t>
            </a:r>
          </a:p>
          <a:p>
            <a:r>
              <a:rPr lang="en-US" dirty="0"/>
              <a:t>Important note: The payload is only encoded, not encrypted. Anyone can decode and read it, so you should not store sensitive information here.</a:t>
            </a:r>
          </a:p>
          <a:p>
            <a:r>
              <a:rPr lang="en-US" dirty="0"/>
              <a:t>Visual: Show an example JSON object, such as { "sub": "1234567890", "name": "John Doe", "admin": true, "exp": 1516239022 }, next to its encoded string.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7028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33361-6E49-AF9C-3EC9-BBCEE71C2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Signature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26315-1F75-4B0F-157C-DE68B0586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Purpose: Ensures the token has not been tampered with.</a:t>
            </a:r>
          </a:p>
          <a:p>
            <a:r>
              <a:rPr lang="en-US" dirty="0"/>
              <a:t>Creation process:</a:t>
            </a:r>
          </a:p>
          <a:p>
            <a:pPr lvl="1"/>
            <a:r>
              <a:rPr lang="en-US" dirty="0"/>
              <a:t>Take the encoded header and encoded payload.</a:t>
            </a:r>
          </a:p>
          <a:p>
            <a:pPr lvl="1"/>
            <a:r>
              <a:rPr lang="en-US" dirty="0"/>
              <a:t>Combine them with a secret key.</a:t>
            </a:r>
          </a:p>
          <a:p>
            <a:pPr lvl="1"/>
            <a:r>
              <a:rPr lang="en-US" dirty="0"/>
              <a:t>Hash them using the algorithm specified in the header.</a:t>
            </a:r>
          </a:p>
          <a:p>
            <a:r>
              <a:rPr lang="en-US" dirty="0"/>
              <a:t>Visual: Use a flowchart to illustrate the process:</a:t>
            </a:r>
          </a:p>
          <a:p>
            <a:pPr lvl="1"/>
            <a:r>
              <a:rPr lang="en-US" dirty="0"/>
              <a:t>Encoded Header + "." + Encoded Payload</a:t>
            </a:r>
          </a:p>
          <a:p>
            <a:pPr lvl="1"/>
            <a:r>
              <a:rPr lang="en-US" dirty="0"/>
              <a:t> Use </a:t>
            </a:r>
            <a:r>
              <a:rPr lang="en-US" dirty="0" err="1"/>
              <a:t>alg</a:t>
            </a:r>
            <a:r>
              <a:rPr lang="en-US" dirty="0"/>
              <a:t> with Secret key --&gt; Create Signature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7599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4BB5F-D7DE-2E7A-1CCA-9ED6DBBE2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JWTs work (The flow)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6BF44-571F-2A71-D1B5-81A2A7586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Step 1: Login: The user sends credentials to the server.</a:t>
            </a:r>
          </a:p>
          <a:p>
            <a:r>
              <a:rPr lang="en-US" dirty="0"/>
              <a:t>Step 2: Token generation: The server verifies credentials and, if correct, creates and sends a JWT back to the client.</a:t>
            </a:r>
          </a:p>
          <a:p>
            <a:r>
              <a:rPr lang="en-US" dirty="0"/>
              <a:t>Step 3: Storing the token: The client (e.g., browser) stores the JWT.</a:t>
            </a:r>
          </a:p>
          <a:p>
            <a:r>
              <a:rPr lang="en-US" dirty="0"/>
              <a:t>Step 4: Accessing resources: The client sends the JWT with subsequent requests, typically in the Authorization header.</a:t>
            </a:r>
          </a:p>
          <a:p>
            <a:r>
              <a:rPr lang="en-US" dirty="0"/>
              <a:t>Step 5: Verification: The server validates the token's signature, and if it's valid, grants access.</a:t>
            </a:r>
          </a:p>
          <a:p>
            <a:r>
              <a:rPr lang="en-US" dirty="0"/>
              <a:t>Visual: A sequence diagram showing the interactions between the client, the server, and the JWT.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3928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B77AE-8813-C6D2-A607-4BB9474CB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JWT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D4E09-D024-CA2F-D4D5-6BB9FDF75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Stateless: The server does not need to store session data, which improves scalability.</a:t>
            </a:r>
          </a:p>
          <a:p>
            <a:r>
              <a:rPr lang="en-US" dirty="0"/>
              <a:t>Compact: Smaller than older standards like SAML, making them easy to transmit.</a:t>
            </a:r>
          </a:p>
          <a:p>
            <a:r>
              <a:rPr lang="en-US" dirty="0"/>
              <a:t>Decentralized: A single sign-on provider can issue a JWT that can be verified across different applications.</a:t>
            </a:r>
          </a:p>
          <a:p>
            <a:r>
              <a:rPr lang="en-US" dirty="0"/>
              <a:t>Cross-domain friendly: JWTs work seamlessly across microservices and different platforms, including web and mobile.</a:t>
            </a:r>
          </a:p>
          <a:p>
            <a:r>
              <a:rPr lang="en-US" dirty="0"/>
              <a:t>Visual: Use icons representing key benefits, such as a cloud for scalability and a checkmark for security.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8783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CC2E-C93B-4523-8B48-BD365D127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Best Practices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A8CD2-6CFA-76D9-4F85-C647BC227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 HTTPS: Always transmit JWTs over a secure connection.</a:t>
            </a:r>
          </a:p>
          <a:p>
            <a:r>
              <a:rPr lang="en-US" dirty="0"/>
              <a:t>Set expiration (exp): Use short-lived tokens to reduce the window of exposure if a token is stolen.</a:t>
            </a:r>
          </a:p>
          <a:p>
            <a:r>
              <a:rPr lang="en-US" dirty="0"/>
              <a:t>Secure storage: Store JWTs in a secure, server-side accessible way, such as </a:t>
            </a:r>
            <a:r>
              <a:rPr lang="en-US" dirty="0" err="1"/>
              <a:t>HttpOnly</a:t>
            </a:r>
            <a:r>
              <a:rPr lang="en-US" dirty="0"/>
              <a:t> cookies, instead of local storage.</a:t>
            </a:r>
          </a:p>
          <a:p>
            <a:r>
              <a:rPr lang="en-US" dirty="0"/>
              <a:t>Keep secrets safe: Store the signing key securely on the server.</a:t>
            </a:r>
          </a:p>
          <a:p>
            <a:r>
              <a:rPr lang="en-US" dirty="0"/>
              <a:t>Revocation: Implement a method for blacklisting or revoking tokens before their expiration date.</a:t>
            </a:r>
          </a:p>
          <a:p>
            <a:r>
              <a:rPr lang="en-US" dirty="0"/>
              <a:t>Visual: A checklist of best practices with green checkmarks and clear, concise points.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1522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036F-C946-CE9B-416D-690A939C5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441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Why use JWT with Spring Boot?</a:t>
            </a:r>
            <a:r>
              <a:rPr lang="en-US" dirty="0"/>
              <a:t> 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8925D-8414-7D02-9400-A93F173EC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4128"/>
            <a:ext cx="10515600" cy="5678424"/>
          </a:xfrm>
        </p:spPr>
        <p:txBody>
          <a:bodyPr>
            <a:noAutofit/>
          </a:bodyPr>
          <a:lstStyle/>
          <a:p>
            <a:r>
              <a:rPr lang="en-US" sz="1400" dirty="0"/>
              <a:t>To build secure, stateless REST APIs that can scale easily.</a:t>
            </a:r>
          </a:p>
          <a:p>
            <a:r>
              <a:rPr lang="en-US" sz="1400" dirty="0"/>
              <a:t>for securing RESTful APIs and building scalable, distributed systems</a:t>
            </a:r>
          </a:p>
          <a:p>
            <a:r>
              <a:rPr lang="en-IN" sz="1400" b="1" dirty="0"/>
              <a:t>Stateless Authentication:</a:t>
            </a:r>
          </a:p>
          <a:p>
            <a:pPr lvl="1"/>
            <a:r>
              <a:rPr lang="en-US" sz="1400" dirty="0"/>
              <a:t>JWTs enable stateless authentication. Unlike traditional session-based authentication where the server maintains session state, JWTs are self-contained and carry all necessary user information.  </a:t>
            </a:r>
          </a:p>
          <a:p>
            <a:pPr lvl="1"/>
            <a:r>
              <a:rPr lang="en-US" sz="1400" dirty="0"/>
              <a:t>This eliminates the need for server-side session storage, making your application more scalable and efficient, especially in microservices architectures or when dealing with load balancing.</a:t>
            </a:r>
          </a:p>
          <a:p>
            <a:r>
              <a:rPr lang="en-IN" sz="1400" b="1" dirty="0"/>
              <a:t>Scalability and Performance</a:t>
            </a:r>
            <a:endParaRPr lang="en-US" sz="1400" dirty="0"/>
          </a:p>
          <a:p>
            <a:pPr lvl="1"/>
            <a:r>
              <a:rPr lang="en-US" sz="1400" dirty="0"/>
              <a:t>The stateless nature of JWTs improves scalability as requests can be handled by any server instance without needing to retrieve session information from a central store. This reduces server load and enhances performance.</a:t>
            </a:r>
          </a:p>
          <a:p>
            <a:r>
              <a:rPr lang="en-IN" sz="1400" b="1" dirty="0"/>
              <a:t>Security</a:t>
            </a:r>
          </a:p>
          <a:p>
            <a:r>
              <a:rPr lang="en-US" sz="1400" b="1" dirty="0"/>
              <a:t>Integrity:</a:t>
            </a:r>
            <a:r>
              <a:rPr lang="en-US" sz="1400" dirty="0"/>
              <a:t> JWTs are signed (using a secret key or public/private key pair), ensuring that their contents have not been tampered with during transit.</a:t>
            </a:r>
          </a:p>
          <a:p>
            <a:r>
              <a:rPr lang="en-US" sz="1400" b="1" dirty="0"/>
              <a:t>Authentication and Authorization:</a:t>
            </a:r>
            <a:r>
              <a:rPr lang="en-US" sz="1400" dirty="0"/>
              <a:t> After a successful login, a JWT is issued to the client. This token is then included in subsequent requests to authenticate the user and determine their authorization to access specific resources.</a:t>
            </a:r>
          </a:p>
          <a:p>
            <a:r>
              <a:rPr lang="en-US" sz="1400" b="1" dirty="0"/>
              <a:t>Cross-Domain and Microservices Compatibility:</a:t>
            </a:r>
            <a:r>
              <a:rPr lang="en-US" sz="1400" dirty="0"/>
              <a:t> </a:t>
            </a:r>
          </a:p>
          <a:p>
            <a:pPr lvl="1"/>
            <a:r>
              <a:rPr lang="en-US" sz="1400" dirty="0"/>
              <a:t>JWTs are well-suited for cross-domain authentication and communication between different microservices</a:t>
            </a:r>
          </a:p>
          <a:p>
            <a:r>
              <a:rPr lang="en-US" sz="1400" b="1" dirty="0"/>
              <a:t>Reduced Database Lookups:</a:t>
            </a:r>
            <a:r>
              <a:rPr lang="en-US" sz="1400" dirty="0"/>
              <a:t> </a:t>
            </a:r>
          </a:p>
          <a:p>
            <a:pPr lvl="1"/>
            <a:r>
              <a:rPr lang="en-US" sz="1400" dirty="0"/>
              <a:t>Once a JWT is issued and validated, subsequent requests can often be authorized based on the token itself, reducing the need for frequent database lookups to retrieve user roles or permissions.</a:t>
            </a:r>
          </a:p>
          <a:p>
            <a:pPr marL="0" indent="0">
              <a:buNone/>
            </a:pPr>
            <a:br>
              <a:rPr lang="en-US" sz="1400" dirty="0"/>
            </a:br>
            <a:br>
              <a:rPr lang="en-US" sz="1400" dirty="0"/>
            </a:br>
            <a:endParaRPr lang="en-US" sz="1400" dirty="0"/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621640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818B2-480F-AC11-F525-E2CDFA8E7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522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Project Setup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7FA1B-56D3-6EC3-B7D0-6A7CFB761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8368"/>
            <a:ext cx="10515600" cy="605332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dirty="0"/>
              <a:t>Create a Spring Boot project and include dependencies for Spring Security and JJWT (Java JWT).</a:t>
            </a:r>
          </a:p>
          <a:p>
            <a:pPr marL="0" indent="0">
              <a:buNone/>
            </a:pPr>
            <a:r>
              <a:rPr lang="en-IN" dirty="0"/>
              <a:t>Code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&lt;dependency&gt;</a:t>
            </a:r>
          </a:p>
          <a:p>
            <a:pPr marL="0" indent="0">
              <a:buNone/>
            </a:pPr>
            <a:r>
              <a:rPr lang="en-IN" dirty="0"/>
              <a:t>    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org.springframework.boot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&lt;</a:t>
            </a:r>
            <a:r>
              <a:rPr lang="en-IN" dirty="0" err="1"/>
              <a:t>artifactId</a:t>
            </a:r>
            <a:r>
              <a:rPr lang="en-IN" dirty="0"/>
              <a:t>&gt;spring-boot-starter-security&lt;/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&lt;/dependency&gt;</a:t>
            </a:r>
          </a:p>
          <a:p>
            <a:pPr marL="0" indent="0">
              <a:buNone/>
            </a:pPr>
            <a:r>
              <a:rPr lang="en-IN" dirty="0"/>
              <a:t>    &lt;dependency&gt;</a:t>
            </a:r>
          </a:p>
          <a:p>
            <a:pPr marL="0" indent="0">
              <a:buNone/>
            </a:pPr>
            <a:r>
              <a:rPr lang="en-IN" dirty="0"/>
              <a:t>    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io.jsonwebtoken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&lt;</a:t>
            </a:r>
            <a:r>
              <a:rPr lang="en-IN" dirty="0" err="1"/>
              <a:t>artifactId</a:t>
            </a:r>
            <a:r>
              <a:rPr lang="en-IN" dirty="0"/>
              <a:t>&gt;</a:t>
            </a:r>
            <a:r>
              <a:rPr lang="en-IN" dirty="0" err="1"/>
              <a:t>jjwt-api</a:t>
            </a:r>
            <a:r>
              <a:rPr lang="en-IN" dirty="0"/>
              <a:t>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&lt;version&gt;0.11.5&lt;/version&gt;</a:t>
            </a:r>
          </a:p>
          <a:p>
            <a:pPr marL="0" indent="0">
              <a:buNone/>
            </a:pPr>
            <a:r>
              <a:rPr lang="en-IN" dirty="0"/>
              <a:t>    &lt;/dependency&gt;</a:t>
            </a:r>
          </a:p>
          <a:p>
            <a:pPr marL="0" indent="0">
              <a:buNone/>
            </a:pPr>
            <a:r>
              <a:rPr lang="en-IN" dirty="0"/>
              <a:t>    &lt;dependency&gt;</a:t>
            </a:r>
          </a:p>
          <a:p>
            <a:pPr marL="0" indent="0">
              <a:buNone/>
            </a:pPr>
            <a:r>
              <a:rPr lang="en-IN" dirty="0"/>
              <a:t>    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io.jsonwebtoken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&lt;</a:t>
            </a:r>
            <a:r>
              <a:rPr lang="en-IN" dirty="0" err="1"/>
              <a:t>artifactId</a:t>
            </a:r>
            <a:r>
              <a:rPr lang="en-IN" dirty="0"/>
              <a:t>&gt;</a:t>
            </a:r>
            <a:r>
              <a:rPr lang="en-IN" dirty="0" err="1"/>
              <a:t>jjwt-impl</a:t>
            </a:r>
            <a:r>
              <a:rPr lang="en-IN" dirty="0"/>
              <a:t>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&lt;version&gt;0.11.5&lt;/version&gt;</a:t>
            </a:r>
          </a:p>
          <a:p>
            <a:pPr marL="0" indent="0">
              <a:buNone/>
            </a:pPr>
            <a:r>
              <a:rPr lang="en-IN" dirty="0"/>
              <a:t>        &lt;scope&gt;runtime&lt;/scope&gt;</a:t>
            </a:r>
          </a:p>
          <a:p>
            <a:pPr marL="0" indent="0">
              <a:buNone/>
            </a:pPr>
            <a:r>
              <a:rPr lang="en-IN" dirty="0"/>
              <a:t>    &lt;/dependency&gt;</a:t>
            </a:r>
          </a:p>
          <a:p>
            <a:pPr marL="0" indent="0">
              <a:buNone/>
            </a:pPr>
            <a:r>
              <a:rPr lang="en-IN" dirty="0"/>
              <a:t>    &lt;dependency&gt;</a:t>
            </a:r>
          </a:p>
          <a:p>
            <a:pPr marL="0" indent="0">
              <a:buNone/>
            </a:pPr>
            <a:r>
              <a:rPr lang="en-IN" dirty="0"/>
              <a:t>    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io.jsonwebtoken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&lt;</a:t>
            </a:r>
            <a:r>
              <a:rPr lang="en-IN" dirty="0" err="1"/>
              <a:t>artifactId</a:t>
            </a:r>
            <a:r>
              <a:rPr lang="en-IN" dirty="0"/>
              <a:t>&gt;</a:t>
            </a:r>
            <a:r>
              <a:rPr lang="en-IN" dirty="0" err="1"/>
              <a:t>jjwt-jackson</a:t>
            </a:r>
            <a:r>
              <a:rPr lang="en-IN" dirty="0"/>
              <a:t>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    &lt;version&gt;0.11.5&lt;/version&gt;</a:t>
            </a:r>
          </a:p>
          <a:p>
            <a:pPr marL="0" indent="0">
              <a:buNone/>
            </a:pPr>
            <a:r>
              <a:rPr lang="en-IN" dirty="0"/>
              <a:t>        &lt;scope&gt;runtime&lt;/scope&gt;</a:t>
            </a:r>
          </a:p>
          <a:p>
            <a:pPr marL="0" indent="0">
              <a:buNone/>
            </a:pPr>
            <a:r>
              <a:rPr lang="en-IN" dirty="0"/>
              <a:t>    &lt;/dependency&gt;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8836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90CAA-D432-C547-1384-BDFE92EE3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SecurityConfig.java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F6C69-A196-A142-6E67-BD29167EF2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89304"/>
            <a:ext cx="5181600" cy="5440680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@Configuration</a:t>
            </a:r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SecurityConfig</a:t>
            </a:r>
            <a:r>
              <a:rPr lang="en-IN" dirty="0"/>
              <a:t>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@Autowired</a:t>
            </a:r>
          </a:p>
          <a:p>
            <a:pPr marL="0" indent="0">
              <a:buNone/>
            </a:pPr>
            <a:r>
              <a:rPr lang="en-IN" dirty="0"/>
              <a:t>    private </a:t>
            </a:r>
            <a:r>
              <a:rPr lang="en-IN" dirty="0" err="1"/>
              <a:t>JwtAuthFilter</a:t>
            </a:r>
            <a:r>
              <a:rPr lang="en-IN" dirty="0"/>
              <a:t> </a:t>
            </a:r>
            <a:r>
              <a:rPr lang="en-IN" dirty="0" err="1"/>
              <a:t>authFilter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@Autowired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UserDetailsService</a:t>
            </a:r>
            <a:r>
              <a:rPr lang="en-IN" dirty="0"/>
              <a:t> </a:t>
            </a:r>
            <a:r>
              <a:rPr lang="en-IN" dirty="0" err="1"/>
              <a:t>userDetailsService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@Bean</a:t>
            </a:r>
          </a:p>
          <a:p>
            <a:pPr marL="0" indent="0">
              <a:buNone/>
            </a:pPr>
            <a:r>
              <a:rPr lang="en-IN" dirty="0"/>
              <a:t>    public </a:t>
            </a:r>
            <a:r>
              <a:rPr lang="en-IN" dirty="0" err="1"/>
              <a:t>AuthenticationProvider</a:t>
            </a:r>
            <a:r>
              <a:rPr lang="en-IN" dirty="0"/>
              <a:t> </a:t>
            </a:r>
            <a:r>
              <a:rPr lang="en-IN" dirty="0" err="1"/>
              <a:t>authenticationProvider</a:t>
            </a:r>
            <a:r>
              <a:rPr lang="en-IN" dirty="0"/>
              <a:t>(){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DaoAuthenticationProvider</a:t>
            </a:r>
            <a:r>
              <a:rPr lang="en-IN" dirty="0"/>
              <a:t> provider=new </a:t>
            </a:r>
            <a:r>
              <a:rPr lang="en-IN" dirty="0" err="1"/>
              <a:t>DaoAuthenticationProvider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provider.setUserDetailsService</a:t>
            </a:r>
            <a:r>
              <a:rPr lang="en-IN" dirty="0"/>
              <a:t>(</a:t>
            </a:r>
            <a:r>
              <a:rPr lang="en-IN" dirty="0" err="1"/>
              <a:t>userDetailsService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//</a:t>
            </a:r>
            <a:r>
              <a:rPr lang="en-IN" dirty="0" err="1"/>
              <a:t>provider.setPasswordEncoder</a:t>
            </a:r>
            <a:r>
              <a:rPr lang="en-IN" dirty="0"/>
              <a:t>(new </a:t>
            </a:r>
            <a:r>
              <a:rPr lang="en-IN" dirty="0" err="1"/>
              <a:t>BCryptPasswordEncoder</a:t>
            </a:r>
            <a:r>
              <a:rPr lang="en-IN" dirty="0"/>
              <a:t>(12));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provider.setPasswordEncoder</a:t>
            </a:r>
            <a:r>
              <a:rPr lang="en-IN" dirty="0"/>
              <a:t>(</a:t>
            </a:r>
            <a:r>
              <a:rPr lang="en-IN" dirty="0" err="1"/>
              <a:t>passwordEncoder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return  provider;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@Bean</a:t>
            </a:r>
          </a:p>
          <a:p>
            <a:pPr marL="0" indent="0">
              <a:buNone/>
            </a:pPr>
            <a:r>
              <a:rPr lang="en-IN" dirty="0"/>
              <a:t>    public </a:t>
            </a:r>
            <a:r>
              <a:rPr lang="en-IN" dirty="0" err="1"/>
              <a:t>AuthenticationManager</a:t>
            </a:r>
            <a:r>
              <a:rPr lang="en-IN" dirty="0"/>
              <a:t> </a:t>
            </a:r>
            <a:r>
              <a:rPr lang="en-IN" dirty="0" err="1"/>
              <a:t>authenticationManager</a:t>
            </a:r>
            <a:r>
              <a:rPr lang="en-IN" dirty="0"/>
              <a:t>(</a:t>
            </a:r>
            <a:r>
              <a:rPr lang="en-IN" dirty="0" err="1"/>
              <a:t>AuthenticationConfiguration</a:t>
            </a:r>
            <a:r>
              <a:rPr lang="en-IN" dirty="0"/>
              <a:t> config) throws Exception {</a:t>
            </a:r>
          </a:p>
          <a:p>
            <a:pPr marL="0" indent="0">
              <a:buNone/>
            </a:pPr>
            <a:r>
              <a:rPr lang="en-IN" dirty="0"/>
              <a:t>        return </a:t>
            </a:r>
            <a:r>
              <a:rPr lang="en-IN" dirty="0" err="1"/>
              <a:t>config.getAuthenticationManager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71169-253E-BDF1-D2D4-1FBDA9F02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75488"/>
            <a:ext cx="5181600" cy="5701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    @Bean</a:t>
            </a:r>
          </a:p>
          <a:p>
            <a:pPr marL="0" indent="0">
              <a:buNone/>
            </a:pPr>
            <a:r>
              <a:rPr lang="en-IN" sz="1400" dirty="0"/>
              <a:t>    public </a:t>
            </a:r>
            <a:r>
              <a:rPr lang="en-IN" sz="1400" dirty="0" err="1"/>
              <a:t>SecurityFilterChain</a:t>
            </a:r>
            <a:r>
              <a:rPr lang="en-IN" sz="1400" dirty="0"/>
              <a:t> </a:t>
            </a:r>
            <a:r>
              <a:rPr lang="en-IN" sz="1400" dirty="0" err="1"/>
              <a:t>securityFilterChain</a:t>
            </a:r>
            <a:r>
              <a:rPr lang="en-IN" sz="1400" dirty="0"/>
              <a:t>(</a:t>
            </a:r>
            <a:r>
              <a:rPr lang="en-IN" sz="1400" dirty="0" err="1"/>
              <a:t>HttpSecurity</a:t>
            </a:r>
            <a:r>
              <a:rPr lang="en-IN" sz="1400" dirty="0"/>
              <a:t> security) throws Exception {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security.csrf</a:t>
            </a:r>
            <a:r>
              <a:rPr lang="en-IN" sz="1400" dirty="0"/>
              <a:t>(c-&gt;</a:t>
            </a:r>
            <a:r>
              <a:rPr lang="en-IN" sz="1400" dirty="0" err="1"/>
              <a:t>c.disable</a:t>
            </a:r>
            <a:r>
              <a:rPr lang="en-IN" sz="1400" dirty="0"/>
              <a:t>()).</a:t>
            </a:r>
          </a:p>
          <a:p>
            <a:pPr marL="0" indent="0">
              <a:buNone/>
            </a:pPr>
            <a:r>
              <a:rPr lang="en-IN" sz="1400" dirty="0"/>
              <a:t>                </a:t>
            </a:r>
            <a:r>
              <a:rPr lang="en-IN" sz="1400" dirty="0" err="1"/>
              <a:t>authorizeHttpRequests</a:t>
            </a:r>
            <a:r>
              <a:rPr lang="en-IN" sz="1400" dirty="0"/>
              <a:t>(</a:t>
            </a:r>
            <a:r>
              <a:rPr lang="en-IN" sz="1400" dirty="0" err="1"/>
              <a:t>req</a:t>
            </a:r>
            <a:r>
              <a:rPr lang="en-IN" sz="1400" dirty="0"/>
              <a:t>-&gt;</a:t>
            </a:r>
            <a:r>
              <a:rPr lang="en-IN" sz="1400" dirty="0" err="1"/>
              <a:t>req.requestMatchers</a:t>
            </a:r>
            <a:r>
              <a:rPr lang="en-IN" sz="1400" dirty="0"/>
              <a:t>("/</a:t>
            </a:r>
            <a:r>
              <a:rPr lang="en-IN" sz="1400" dirty="0" err="1"/>
              <a:t>addNewUser</a:t>
            </a:r>
            <a:r>
              <a:rPr lang="en-IN" sz="1400" dirty="0"/>
              <a:t>", "/</a:t>
            </a:r>
            <a:r>
              <a:rPr lang="en-IN" sz="1400" dirty="0" err="1"/>
              <a:t>generateToken</a:t>
            </a:r>
            <a:r>
              <a:rPr lang="en-IN" sz="1400" dirty="0"/>
              <a:t>").</a:t>
            </a:r>
            <a:r>
              <a:rPr lang="en-IN" sz="1400" dirty="0" err="1"/>
              <a:t>permitAll</a:t>
            </a:r>
            <a:r>
              <a:rPr lang="en-IN" sz="1400" dirty="0"/>
              <a:t>()).</a:t>
            </a:r>
          </a:p>
          <a:p>
            <a:pPr marL="0" indent="0">
              <a:buNone/>
            </a:pPr>
            <a:r>
              <a:rPr lang="en-IN" sz="1400" dirty="0"/>
              <a:t>                </a:t>
            </a:r>
            <a:r>
              <a:rPr lang="en-IN" sz="1400" dirty="0" err="1"/>
              <a:t>authorizeHttpRequests</a:t>
            </a:r>
            <a:r>
              <a:rPr lang="en-IN" sz="1400" dirty="0"/>
              <a:t>(</a:t>
            </a:r>
            <a:r>
              <a:rPr lang="en-IN" sz="1400" dirty="0" err="1"/>
              <a:t>req</a:t>
            </a:r>
            <a:r>
              <a:rPr lang="en-IN" sz="1400" dirty="0"/>
              <a:t>-&gt;</a:t>
            </a:r>
            <a:r>
              <a:rPr lang="en-IN" sz="1400" dirty="0" err="1"/>
              <a:t>req.requestMatchers</a:t>
            </a:r>
            <a:r>
              <a:rPr lang="en-IN" sz="1400" dirty="0"/>
              <a:t>("/welcome").authenticated()).</a:t>
            </a:r>
          </a:p>
          <a:p>
            <a:pPr marL="0" indent="0">
              <a:buNone/>
            </a:pPr>
            <a:r>
              <a:rPr lang="en-IN" sz="1400" dirty="0"/>
              <a:t>                //</a:t>
            </a:r>
            <a:r>
              <a:rPr lang="en-IN" sz="1400" dirty="0" err="1"/>
              <a:t>authorizeHttpRequests</a:t>
            </a:r>
            <a:r>
              <a:rPr lang="en-IN" sz="1400" dirty="0"/>
              <a:t>(</a:t>
            </a:r>
            <a:r>
              <a:rPr lang="en-IN" sz="1400" dirty="0" err="1"/>
              <a:t>req</a:t>
            </a:r>
            <a:r>
              <a:rPr lang="en-IN" sz="1400" dirty="0"/>
              <a:t>-&gt;</a:t>
            </a:r>
            <a:r>
              <a:rPr lang="en-IN" sz="1400" dirty="0" err="1"/>
              <a:t>req.anyRequest</a:t>
            </a:r>
            <a:r>
              <a:rPr lang="en-IN" sz="1400" dirty="0"/>
              <a:t>().authenticated()).</a:t>
            </a:r>
          </a:p>
          <a:p>
            <a:pPr marL="0" indent="0">
              <a:buNone/>
            </a:pPr>
            <a:r>
              <a:rPr lang="en-IN" sz="1400" dirty="0"/>
              <a:t>                </a:t>
            </a:r>
            <a:r>
              <a:rPr lang="en-IN" sz="1400" dirty="0" err="1"/>
              <a:t>httpBasic</a:t>
            </a:r>
            <a:r>
              <a:rPr lang="en-IN" sz="1400" dirty="0"/>
              <a:t>(</a:t>
            </a:r>
            <a:r>
              <a:rPr lang="en-IN" sz="1400" dirty="0" err="1"/>
              <a:t>Customizer.withDefaults</a:t>
            </a:r>
            <a:r>
              <a:rPr lang="en-IN" sz="1400" dirty="0"/>
              <a:t>()).</a:t>
            </a:r>
            <a:r>
              <a:rPr lang="en-IN" sz="1400" dirty="0" err="1"/>
              <a:t>sessionManagement</a:t>
            </a:r>
            <a:r>
              <a:rPr lang="en-IN" sz="1400" dirty="0"/>
              <a:t>(session-&gt;</a:t>
            </a:r>
            <a:r>
              <a:rPr lang="en-IN" sz="1400" dirty="0" err="1"/>
              <a:t>session.sessionCreationPolicy</a:t>
            </a:r>
            <a:r>
              <a:rPr lang="en-IN" sz="1400" dirty="0"/>
              <a:t>(</a:t>
            </a:r>
            <a:r>
              <a:rPr lang="en-IN" sz="1400" dirty="0" err="1"/>
              <a:t>SessionCreationPolicy.STATELESS</a:t>
            </a:r>
            <a:r>
              <a:rPr lang="en-IN" sz="1400" dirty="0"/>
              <a:t>)).</a:t>
            </a:r>
            <a:r>
              <a:rPr lang="en-IN" sz="1400" dirty="0" err="1"/>
              <a:t>authenticationProvider</a:t>
            </a:r>
            <a:r>
              <a:rPr lang="en-IN" sz="1400" dirty="0"/>
              <a:t>(</a:t>
            </a:r>
            <a:r>
              <a:rPr lang="en-IN" sz="1400" dirty="0" err="1"/>
              <a:t>authenticationProvider</a:t>
            </a:r>
            <a:r>
              <a:rPr lang="en-IN" sz="1400" dirty="0"/>
              <a:t>()).</a:t>
            </a:r>
            <a:r>
              <a:rPr lang="en-IN" sz="1400" dirty="0" err="1"/>
              <a:t>addFilterBefore</a:t>
            </a:r>
            <a:r>
              <a:rPr lang="en-IN" sz="1400" dirty="0"/>
              <a:t>(</a:t>
            </a:r>
            <a:r>
              <a:rPr lang="en-IN" sz="1400" dirty="0" err="1"/>
              <a:t>authFilter</a:t>
            </a:r>
            <a:r>
              <a:rPr lang="en-IN" sz="1400" dirty="0"/>
              <a:t>, </a:t>
            </a:r>
            <a:r>
              <a:rPr lang="en-IN" sz="1400" dirty="0" err="1"/>
              <a:t>UsernamePasswordAuthenticationFilter.class</a:t>
            </a:r>
            <a:r>
              <a:rPr lang="en-IN" sz="1400" dirty="0"/>
              <a:t>);</a:t>
            </a:r>
          </a:p>
          <a:p>
            <a:pPr marL="0" indent="0">
              <a:buNone/>
            </a:pPr>
            <a:r>
              <a:rPr lang="en-IN" sz="1400" dirty="0"/>
              <a:t>        return  </a:t>
            </a:r>
            <a:r>
              <a:rPr lang="en-IN" sz="1400" dirty="0" err="1"/>
              <a:t>security.build</a:t>
            </a:r>
            <a:r>
              <a:rPr lang="en-IN" sz="1400" dirty="0"/>
              <a:t>();</a:t>
            </a:r>
          </a:p>
          <a:p>
            <a:pPr marL="0" indent="0">
              <a:buNone/>
            </a:pPr>
            <a:r>
              <a:rPr lang="en-IN" sz="1400" dirty="0"/>
              <a:t>    }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    @Bean</a:t>
            </a:r>
          </a:p>
          <a:p>
            <a:pPr marL="0" indent="0">
              <a:buNone/>
            </a:pPr>
            <a:r>
              <a:rPr lang="en-IN" sz="1400" dirty="0"/>
              <a:t>    public </a:t>
            </a:r>
            <a:r>
              <a:rPr lang="en-IN" sz="1400" dirty="0" err="1"/>
              <a:t>PasswordEncoder</a:t>
            </a:r>
            <a:r>
              <a:rPr lang="en-IN" sz="1400" dirty="0"/>
              <a:t> </a:t>
            </a:r>
            <a:r>
              <a:rPr lang="en-IN" sz="1400" dirty="0" err="1"/>
              <a:t>passwordEncoder</a:t>
            </a:r>
            <a:r>
              <a:rPr lang="en-IN" sz="1400" dirty="0"/>
              <a:t>() {</a:t>
            </a:r>
          </a:p>
          <a:p>
            <a:pPr marL="0" indent="0">
              <a:buNone/>
            </a:pPr>
            <a:r>
              <a:rPr lang="en-IN" sz="1400" dirty="0"/>
              <a:t>        return new </a:t>
            </a:r>
            <a:r>
              <a:rPr lang="en-IN" sz="1400" dirty="0" err="1"/>
              <a:t>BCryptPasswordEncoder</a:t>
            </a:r>
            <a:r>
              <a:rPr lang="en-IN" sz="1400" dirty="0"/>
              <a:t>();</a:t>
            </a:r>
          </a:p>
          <a:p>
            <a:pPr marL="0" indent="0">
              <a:buNone/>
            </a:pPr>
            <a:r>
              <a:rPr lang="en-IN" sz="1400" dirty="0"/>
              <a:t>    }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}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385561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D32F8-28FD-15D9-B0D7-F9ED94597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1843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JwtAuthFilter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42809-460E-767B-95D3-40255AC262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42416"/>
            <a:ext cx="5181600" cy="5134547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// This class helps us to validate the generated </a:t>
            </a:r>
            <a:r>
              <a:rPr lang="en-IN" dirty="0" err="1"/>
              <a:t>jwt</a:t>
            </a:r>
            <a:r>
              <a:rPr lang="en-IN" dirty="0"/>
              <a:t> token </a:t>
            </a:r>
          </a:p>
          <a:p>
            <a:pPr marL="0" indent="0">
              <a:buNone/>
            </a:pPr>
            <a:r>
              <a:rPr lang="en-IN" dirty="0"/>
              <a:t>@Component</a:t>
            </a:r>
          </a:p>
          <a:p>
            <a:pPr marL="0" indent="0">
              <a:buNone/>
            </a:pPr>
            <a:r>
              <a:rPr lang="en-IN" dirty="0"/>
              <a:t>@Slf4j</a:t>
            </a:r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JwtAuthFilter</a:t>
            </a:r>
            <a:r>
              <a:rPr lang="en-IN" dirty="0"/>
              <a:t> extends </a:t>
            </a:r>
            <a:r>
              <a:rPr lang="en-IN" dirty="0" err="1"/>
              <a:t>OncePerRequestFilter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@Autowired</a:t>
            </a:r>
          </a:p>
          <a:p>
            <a:pPr marL="0" indent="0">
              <a:buNone/>
            </a:pPr>
            <a:r>
              <a:rPr lang="en-IN" dirty="0"/>
              <a:t>    private </a:t>
            </a:r>
            <a:r>
              <a:rPr lang="en-IN" dirty="0" err="1"/>
              <a:t>JwtService</a:t>
            </a:r>
            <a:r>
              <a:rPr lang="en-IN" dirty="0"/>
              <a:t> </a:t>
            </a:r>
            <a:r>
              <a:rPr lang="en-IN" dirty="0" err="1"/>
              <a:t>jwtService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@Autowired</a:t>
            </a:r>
          </a:p>
          <a:p>
            <a:pPr marL="0" indent="0">
              <a:buNone/>
            </a:pPr>
            <a:r>
              <a:rPr lang="en-IN" dirty="0"/>
              <a:t>    private </a:t>
            </a:r>
            <a:r>
              <a:rPr lang="en-IN" dirty="0" err="1"/>
              <a:t>UserService</a:t>
            </a:r>
            <a:r>
              <a:rPr lang="en-IN" dirty="0"/>
              <a:t> </a:t>
            </a:r>
            <a:r>
              <a:rPr lang="en-IN" dirty="0" err="1"/>
              <a:t>userDetailsService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@Override</a:t>
            </a:r>
          </a:p>
          <a:p>
            <a:pPr marL="0" indent="0">
              <a:buNone/>
            </a:pPr>
            <a:r>
              <a:rPr lang="en-IN" dirty="0"/>
              <a:t>    protected void </a:t>
            </a:r>
            <a:r>
              <a:rPr lang="en-IN" dirty="0" err="1"/>
              <a:t>doFilterInternal</a:t>
            </a:r>
            <a:r>
              <a:rPr lang="en-IN" dirty="0"/>
              <a:t>(</a:t>
            </a:r>
            <a:r>
              <a:rPr lang="en-IN" dirty="0" err="1"/>
              <a:t>HttpServletRequest</a:t>
            </a:r>
            <a:r>
              <a:rPr lang="en-IN" dirty="0"/>
              <a:t> request, </a:t>
            </a:r>
            <a:r>
              <a:rPr lang="en-IN" dirty="0" err="1"/>
              <a:t>HttpServletResponse</a:t>
            </a:r>
            <a:r>
              <a:rPr lang="en-IN" dirty="0"/>
              <a:t> response, </a:t>
            </a:r>
            <a:r>
              <a:rPr lang="en-IN" dirty="0" err="1"/>
              <a:t>FilterChain</a:t>
            </a:r>
            <a:r>
              <a:rPr lang="en-IN" dirty="0"/>
              <a:t> </a:t>
            </a:r>
            <a:r>
              <a:rPr lang="en-IN" dirty="0" err="1"/>
              <a:t>filterChain</a:t>
            </a:r>
            <a:r>
              <a:rPr lang="en-IN" dirty="0"/>
              <a:t>) throws </a:t>
            </a:r>
            <a:r>
              <a:rPr lang="en-IN" dirty="0" err="1"/>
              <a:t>ServletException</a:t>
            </a:r>
            <a:r>
              <a:rPr lang="en-IN" dirty="0"/>
              <a:t>, </a:t>
            </a:r>
            <a:r>
              <a:rPr lang="en-IN" dirty="0" err="1"/>
              <a:t>IOException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    String </a:t>
            </a:r>
            <a:r>
              <a:rPr lang="en-IN" dirty="0" err="1"/>
              <a:t>authHeader</a:t>
            </a:r>
            <a:r>
              <a:rPr lang="en-IN" dirty="0"/>
              <a:t> = </a:t>
            </a:r>
            <a:r>
              <a:rPr lang="en-IN" dirty="0" err="1"/>
              <a:t>request.getHeader</a:t>
            </a:r>
            <a:r>
              <a:rPr lang="en-IN" dirty="0"/>
              <a:t>("Authorization");</a:t>
            </a:r>
          </a:p>
          <a:p>
            <a:pPr marL="0" indent="0">
              <a:buNone/>
            </a:pPr>
            <a:r>
              <a:rPr lang="en-IN" dirty="0"/>
              <a:t>        String token = null;</a:t>
            </a:r>
          </a:p>
          <a:p>
            <a:pPr marL="0" indent="0">
              <a:buNone/>
            </a:pPr>
            <a:r>
              <a:rPr lang="en-IN" dirty="0"/>
              <a:t>        String username = null;</a:t>
            </a:r>
          </a:p>
          <a:p>
            <a:pPr marL="0" indent="0">
              <a:buNone/>
            </a:pPr>
            <a:r>
              <a:rPr lang="en-IN" dirty="0"/>
              <a:t>        if (</a:t>
            </a:r>
            <a:r>
              <a:rPr lang="en-IN" dirty="0" err="1"/>
              <a:t>authHeader</a:t>
            </a:r>
            <a:r>
              <a:rPr lang="en-IN" dirty="0"/>
              <a:t> != null &amp;&amp; </a:t>
            </a:r>
            <a:r>
              <a:rPr lang="en-IN" dirty="0" err="1"/>
              <a:t>authHeader.startsWith</a:t>
            </a:r>
            <a:r>
              <a:rPr lang="en-IN" dirty="0"/>
              <a:t>("Bearer ")) {</a:t>
            </a:r>
          </a:p>
          <a:p>
            <a:pPr marL="0" indent="0">
              <a:buNone/>
            </a:pPr>
            <a:r>
              <a:rPr lang="en-IN" dirty="0"/>
              <a:t>            token = </a:t>
            </a:r>
            <a:r>
              <a:rPr lang="en-IN" dirty="0" err="1"/>
              <a:t>authHeader.substring</a:t>
            </a:r>
            <a:r>
              <a:rPr lang="en-IN" dirty="0"/>
              <a:t>(7);</a:t>
            </a:r>
          </a:p>
          <a:p>
            <a:pPr marL="0" indent="0">
              <a:buNone/>
            </a:pPr>
            <a:r>
              <a:rPr lang="en-IN" dirty="0"/>
              <a:t>            username = </a:t>
            </a:r>
            <a:r>
              <a:rPr lang="en-IN" dirty="0" err="1"/>
              <a:t>jwtService.extractUsername</a:t>
            </a:r>
            <a:r>
              <a:rPr lang="en-IN" dirty="0"/>
              <a:t>(token);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6BB086-8080-6461-7C7F-241628B7D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749808"/>
            <a:ext cx="5181600" cy="542715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 if (username != null &amp;&amp; </a:t>
            </a:r>
            <a:r>
              <a:rPr lang="en-IN" dirty="0" err="1"/>
              <a:t>SecurityContextHolder.getContext</a:t>
            </a:r>
            <a:r>
              <a:rPr lang="en-IN" dirty="0"/>
              <a:t>().</a:t>
            </a:r>
            <a:r>
              <a:rPr lang="en-IN" dirty="0" err="1"/>
              <a:t>getAuthentication</a:t>
            </a:r>
            <a:r>
              <a:rPr lang="en-IN" dirty="0"/>
              <a:t>() == null)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UserDetails</a:t>
            </a:r>
            <a:r>
              <a:rPr lang="en-IN" dirty="0"/>
              <a:t> </a:t>
            </a:r>
            <a:r>
              <a:rPr lang="en-IN" dirty="0" err="1"/>
              <a:t>userDetails</a:t>
            </a:r>
            <a:r>
              <a:rPr lang="en-IN" dirty="0"/>
              <a:t> = </a:t>
            </a:r>
            <a:r>
              <a:rPr lang="en-IN" dirty="0" err="1"/>
              <a:t>userDetailsService.loadUserByUsername</a:t>
            </a:r>
            <a:r>
              <a:rPr lang="en-IN" dirty="0"/>
              <a:t>(username);</a:t>
            </a:r>
          </a:p>
          <a:p>
            <a:pPr marL="0" indent="0">
              <a:buNone/>
            </a:pPr>
            <a:r>
              <a:rPr lang="en-IN" dirty="0"/>
              <a:t>            if (</a:t>
            </a:r>
            <a:r>
              <a:rPr lang="en-IN" dirty="0" err="1"/>
              <a:t>jwtService.validateToken</a:t>
            </a:r>
            <a:r>
              <a:rPr lang="en-IN" dirty="0"/>
              <a:t>(token, </a:t>
            </a:r>
            <a:r>
              <a:rPr lang="en-IN" dirty="0" err="1"/>
              <a:t>userDetails</a:t>
            </a:r>
            <a:r>
              <a:rPr lang="en-IN" dirty="0"/>
              <a:t>)) {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UsernamePasswordAuthenticationToken</a:t>
            </a:r>
            <a:r>
              <a:rPr lang="en-IN" dirty="0"/>
              <a:t> </a:t>
            </a:r>
            <a:r>
              <a:rPr lang="en-IN" dirty="0" err="1"/>
              <a:t>authToken</a:t>
            </a:r>
            <a:r>
              <a:rPr lang="en-IN" dirty="0"/>
              <a:t> = new </a:t>
            </a:r>
            <a:r>
              <a:rPr lang="en-IN" dirty="0" err="1"/>
              <a:t>UsernamePasswordAuthenticationToken</a:t>
            </a:r>
            <a:r>
              <a:rPr lang="en-IN" dirty="0"/>
              <a:t>(</a:t>
            </a:r>
            <a:r>
              <a:rPr lang="en-IN" dirty="0" err="1"/>
              <a:t>userDetails</a:t>
            </a:r>
            <a:r>
              <a:rPr lang="en-IN" dirty="0"/>
              <a:t>, null, </a:t>
            </a:r>
            <a:r>
              <a:rPr lang="en-IN" dirty="0" err="1"/>
              <a:t>userDetails.getAuthorities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authToken.setDetails</a:t>
            </a:r>
            <a:r>
              <a:rPr lang="en-IN" dirty="0"/>
              <a:t>(new </a:t>
            </a:r>
            <a:r>
              <a:rPr lang="en-IN" dirty="0" err="1"/>
              <a:t>WebAuthenticationDetailsSource</a:t>
            </a:r>
            <a:r>
              <a:rPr lang="en-IN" dirty="0"/>
              <a:t>().</a:t>
            </a:r>
            <a:r>
              <a:rPr lang="en-IN" dirty="0" err="1"/>
              <a:t>buildDetails</a:t>
            </a:r>
            <a:r>
              <a:rPr lang="en-IN" dirty="0"/>
              <a:t>(request));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SecurityContextHolder.getContext</a:t>
            </a:r>
            <a:r>
              <a:rPr lang="en-IN" dirty="0"/>
              <a:t>().</a:t>
            </a:r>
            <a:r>
              <a:rPr lang="en-IN" dirty="0" err="1"/>
              <a:t>setAuthentication</a:t>
            </a:r>
            <a:r>
              <a:rPr lang="en-IN" dirty="0"/>
              <a:t>(</a:t>
            </a:r>
            <a:r>
              <a:rPr lang="en-IN" dirty="0" err="1"/>
              <a:t>authToken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    }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filterChain.doFilter</a:t>
            </a:r>
            <a:r>
              <a:rPr lang="en-IN" dirty="0"/>
              <a:t>(request, response);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963890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6B228-6A50-DF28-4FFF-186B3E366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Model/</a:t>
            </a:r>
            <a:r>
              <a:rPr lang="en-US" dirty="0" err="1"/>
              <a:t>dto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90A26-19B6-81D9-4FFB-C02985A5F2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@Data</a:t>
            </a:r>
          </a:p>
          <a:p>
            <a:pPr marL="0" indent="0">
              <a:buNone/>
            </a:pPr>
            <a:r>
              <a:rPr lang="en-IN" dirty="0"/>
              <a:t>@AllArgsConstructor</a:t>
            </a:r>
          </a:p>
          <a:p>
            <a:pPr marL="0" indent="0">
              <a:buNone/>
            </a:pPr>
            <a:r>
              <a:rPr lang="en-IN" dirty="0"/>
              <a:t>@NoArgsConstructor</a:t>
            </a:r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AuthRequest</a:t>
            </a:r>
            <a:r>
              <a:rPr lang="en-IN" dirty="0"/>
              <a:t> {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private String username; </a:t>
            </a:r>
          </a:p>
          <a:p>
            <a:pPr marL="0" indent="0">
              <a:buNone/>
            </a:pPr>
            <a:r>
              <a:rPr lang="en-IN" dirty="0"/>
              <a:t>	private String password;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20ECD2-9107-3335-F2D9-3BCE801C3B9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@Data</a:t>
            </a:r>
          </a:p>
          <a:p>
            <a:pPr marL="0" indent="0">
              <a:buNone/>
            </a:pPr>
            <a:r>
              <a:rPr lang="en-IN" dirty="0"/>
              <a:t>@Entity</a:t>
            </a:r>
          </a:p>
          <a:p>
            <a:pPr marL="0" indent="0">
              <a:buNone/>
            </a:pPr>
            <a:r>
              <a:rPr lang="en-IN" dirty="0"/>
              <a:t>@Table(name = "Users")</a:t>
            </a:r>
          </a:p>
          <a:p>
            <a:pPr marL="0" indent="0">
              <a:buNone/>
            </a:pPr>
            <a:r>
              <a:rPr lang="en-IN" dirty="0"/>
              <a:t>public class User {</a:t>
            </a:r>
          </a:p>
          <a:p>
            <a:pPr marL="0" indent="0">
              <a:buNone/>
            </a:pPr>
            <a:r>
              <a:rPr lang="en-IN" dirty="0"/>
              <a:t>    @Id</a:t>
            </a:r>
          </a:p>
          <a:p>
            <a:pPr marL="0" indent="0">
              <a:buNone/>
            </a:pPr>
            <a:r>
              <a:rPr lang="en-IN" dirty="0"/>
              <a:t>    @GeneratedValue</a:t>
            </a:r>
          </a:p>
          <a:p>
            <a:pPr marL="0" indent="0">
              <a:buNone/>
            </a:pPr>
            <a:r>
              <a:rPr lang="en-IN" dirty="0"/>
              <a:t>    private int id;</a:t>
            </a:r>
          </a:p>
          <a:p>
            <a:pPr marL="0" indent="0">
              <a:buNone/>
            </a:pPr>
            <a:r>
              <a:rPr lang="en-IN" dirty="0"/>
              <a:t>    private String name;</a:t>
            </a:r>
          </a:p>
          <a:p>
            <a:pPr marL="0" indent="0">
              <a:buNone/>
            </a:pPr>
            <a:r>
              <a:rPr lang="en-IN" dirty="0"/>
              <a:t>    private String email;</a:t>
            </a:r>
          </a:p>
          <a:p>
            <a:pPr marL="0" indent="0">
              <a:buNone/>
            </a:pPr>
            <a:r>
              <a:rPr lang="en-IN" dirty="0"/>
              <a:t>    private String password;</a:t>
            </a:r>
          </a:p>
          <a:p>
            <a:pPr marL="0" indent="0">
              <a:buNone/>
            </a:pPr>
            <a:r>
              <a:rPr lang="en-IN" dirty="0"/>
              <a:t>    private String roles;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10648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90982-E778-91AA-38B9-855DCA463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4411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UserPrincipal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F4E34-955B-60B4-9BB8-5BF91C7C3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59536"/>
            <a:ext cx="5181600" cy="531742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UserPrincipal</a:t>
            </a:r>
            <a:r>
              <a:rPr lang="en-IN" dirty="0"/>
              <a:t>  implements </a:t>
            </a:r>
            <a:r>
              <a:rPr lang="en-IN" dirty="0" err="1"/>
              <a:t>UserDetails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private String name;</a:t>
            </a:r>
          </a:p>
          <a:p>
            <a:pPr marL="0" indent="0">
              <a:buNone/>
            </a:pPr>
            <a:r>
              <a:rPr lang="en-IN" dirty="0"/>
              <a:t>    private String password;</a:t>
            </a:r>
          </a:p>
          <a:p>
            <a:pPr marL="0" indent="0">
              <a:buNone/>
            </a:pPr>
            <a:r>
              <a:rPr lang="en-IN" dirty="0"/>
              <a:t>    private List&lt;</a:t>
            </a:r>
            <a:r>
              <a:rPr lang="en-IN" dirty="0" err="1"/>
              <a:t>GrantedAuthority</a:t>
            </a:r>
            <a:r>
              <a:rPr lang="en-IN" dirty="0"/>
              <a:t>&gt; authorities;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</a:t>
            </a:r>
            <a:r>
              <a:rPr lang="en-IN" dirty="0" err="1"/>
              <a:t>UserPrincipal</a:t>
            </a:r>
            <a:r>
              <a:rPr lang="en-IN" dirty="0"/>
              <a:t>(User user) {</a:t>
            </a:r>
          </a:p>
          <a:p>
            <a:pPr marL="0" indent="0">
              <a:buNone/>
            </a:pPr>
            <a:r>
              <a:rPr lang="en-IN" dirty="0"/>
              <a:t>name = </a:t>
            </a:r>
            <a:r>
              <a:rPr lang="en-IN" dirty="0" err="1"/>
              <a:t>user.getName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password = </a:t>
            </a:r>
            <a:r>
              <a:rPr lang="en-IN" dirty="0" err="1"/>
              <a:t>user.getPassword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authorities = </a:t>
            </a:r>
            <a:r>
              <a:rPr lang="en-IN" dirty="0" err="1"/>
              <a:t>Arrays.stream</a:t>
            </a:r>
            <a:r>
              <a:rPr lang="en-IN" dirty="0"/>
              <a:t>(</a:t>
            </a:r>
            <a:r>
              <a:rPr lang="en-IN" dirty="0" err="1"/>
              <a:t>user.getRoles</a:t>
            </a:r>
            <a:r>
              <a:rPr lang="en-IN" dirty="0"/>
              <a:t>().split(",")).map(</a:t>
            </a:r>
            <a:r>
              <a:rPr lang="en-IN" dirty="0" err="1"/>
              <a:t>SimpleGrantedAuthority</a:t>
            </a:r>
            <a:r>
              <a:rPr lang="en-IN" dirty="0"/>
              <a:t>::new)</a:t>
            </a:r>
          </a:p>
          <a:p>
            <a:pPr marL="0" indent="0">
              <a:buNone/>
            </a:pPr>
            <a:r>
              <a:rPr lang="en-IN" dirty="0"/>
              <a:t>                .collect(</a:t>
            </a:r>
            <a:r>
              <a:rPr lang="en-IN" dirty="0" err="1"/>
              <a:t>Collectors.toList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@Override</a:t>
            </a:r>
          </a:p>
          <a:p>
            <a:pPr marL="0" indent="0">
              <a:buNone/>
            </a:pPr>
            <a:r>
              <a:rPr lang="en-IN" dirty="0"/>
              <a:t>    public Collection&lt;? extends </a:t>
            </a:r>
            <a:r>
              <a:rPr lang="en-IN" dirty="0" err="1"/>
              <a:t>GrantedAuthority</a:t>
            </a:r>
            <a:r>
              <a:rPr lang="en-IN" dirty="0"/>
              <a:t>&gt; </a:t>
            </a:r>
            <a:r>
              <a:rPr lang="en-IN" dirty="0" err="1"/>
              <a:t>getAuthorities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//return </a:t>
            </a:r>
            <a:r>
              <a:rPr lang="en-IN" dirty="0" err="1"/>
              <a:t>Collections.singleton</a:t>
            </a:r>
            <a:r>
              <a:rPr lang="en-IN" dirty="0"/>
              <a:t>(new </a:t>
            </a:r>
            <a:r>
              <a:rPr lang="en-IN" dirty="0" err="1"/>
              <a:t>SimpleGrantedAuthority</a:t>
            </a:r>
            <a:r>
              <a:rPr lang="en-IN" dirty="0"/>
              <a:t>("ADMIN"));</a:t>
            </a:r>
          </a:p>
          <a:p>
            <a:pPr marL="0" indent="0">
              <a:buNone/>
            </a:pPr>
            <a:r>
              <a:rPr lang="en-IN" dirty="0"/>
              <a:t>      return  authorities;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@Override</a:t>
            </a:r>
          </a:p>
          <a:p>
            <a:pPr marL="0" indent="0">
              <a:buNone/>
            </a:pPr>
            <a:r>
              <a:rPr lang="en-IN" dirty="0"/>
              <a:t>    public String </a:t>
            </a:r>
            <a:r>
              <a:rPr lang="en-IN" dirty="0" err="1"/>
              <a:t>getPassword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return password;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CF74D0-9CAB-B2E0-BF29-61E2FA025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84632"/>
            <a:ext cx="5181600" cy="569233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@Override</a:t>
            </a:r>
          </a:p>
          <a:p>
            <a:pPr marL="0" indent="0">
              <a:buNone/>
            </a:pPr>
            <a:r>
              <a:rPr lang="en-IN" dirty="0"/>
              <a:t>    public String </a:t>
            </a:r>
            <a:r>
              <a:rPr lang="en-IN" dirty="0" err="1"/>
              <a:t>getUsername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return name;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@Override</a:t>
            </a:r>
          </a:p>
          <a:p>
            <a:pPr marL="0" indent="0">
              <a:buNone/>
            </a:pPr>
            <a:r>
              <a:rPr lang="en-IN" dirty="0"/>
              <a:t>    public 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isAccountNonExpired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return true;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@Override</a:t>
            </a:r>
          </a:p>
          <a:p>
            <a:pPr marL="0" indent="0">
              <a:buNone/>
            </a:pPr>
            <a:r>
              <a:rPr lang="en-IN" dirty="0"/>
              <a:t>    public 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isAccountNonLocked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return true;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@Override</a:t>
            </a:r>
          </a:p>
          <a:p>
            <a:pPr marL="0" indent="0">
              <a:buNone/>
            </a:pPr>
            <a:r>
              <a:rPr lang="en-IN" dirty="0"/>
              <a:t>    public 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isCredentialsNonExpired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return true;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@Override</a:t>
            </a:r>
          </a:p>
          <a:p>
            <a:pPr marL="0" indent="0">
              <a:buNone/>
            </a:pPr>
            <a:r>
              <a:rPr lang="en-IN" dirty="0"/>
              <a:t>    public 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isEnabled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return true;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7509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2075-5E58-5177-17AF-5F10777F1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277B6-348F-2937-96F5-DAA46A7A61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@Repository</a:t>
            </a:r>
          </a:p>
          <a:p>
            <a:pPr marL="0" indent="0">
              <a:buNone/>
            </a:pPr>
            <a:r>
              <a:rPr lang="en-IN" dirty="0"/>
              <a:t>public interface </a:t>
            </a:r>
            <a:r>
              <a:rPr lang="en-IN" dirty="0" err="1"/>
              <a:t>UserRepository</a:t>
            </a:r>
            <a:r>
              <a:rPr lang="en-IN" dirty="0"/>
              <a:t>  extends </a:t>
            </a:r>
            <a:r>
              <a:rPr lang="en-IN" dirty="0" err="1"/>
              <a:t>JpaRepository</a:t>
            </a:r>
            <a:r>
              <a:rPr lang="en-IN" dirty="0"/>
              <a:t>&lt;</a:t>
            </a:r>
            <a:r>
              <a:rPr lang="en-IN" dirty="0" err="1"/>
              <a:t>User,Integer</a:t>
            </a:r>
            <a:r>
              <a:rPr lang="en-IN" dirty="0"/>
              <a:t>&gt; {</a:t>
            </a:r>
          </a:p>
          <a:p>
            <a:pPr marL="0" indent="0">
              <a:buNone/>
            </a:pPr>
            <a:r>
              <a:rPr lang="en-IN" dirty="0"/>
              <a:t>   Optional&lt;User&gt; </a:t>
            </a:r>
            <a:r>
              <a:rPr lang="en-IN" dirty="0" err="1"/>
              <a:t>findByname</a:t>
            </a:r>
            <a:r>
              <a:rPr lang="en-IN" dirty="0"/>
              <a:t>(String name);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E04B21-A0D4-81A2-0326-537F891BF6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624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58975-D9B5-370C-2DED-4B15DAF6B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262"/>
            <a:ext cx="10515600" cy="24752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jwtservice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234C2-590D-7532-D912-B77A48A86A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65126"/>
            <a:ext cx="5181600" cy="58118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/>
              <a:t>@Slf4j</a:t>
            </a:r>
          </a:p>
          <a:p>
            <a:pPr marL="0" indent="0">
              <a:buNone/>
            </a:pPr>
            <a:r>
              <a:rPr lang="en-IN" sz="1200" dirty="0"/>
              <a:t>@Component</a:t>
            </a:r>
          </a:p>
          <a:p>
            <a:pPr marL="0" indent="0">
              <a:buNone/>
            </a:pPr>
            <a:r>
              <a:rPr lang="en-IN" sz="1200" dirty="0"/>
              <a:t>public class </a:t>
            </a:r>
            <a:r>
              <a:rPr lang="en-IN" sz="1200" dirty="0" err="1"/>
              <a:t>JwtService</a:t>
            </a:r>
            <a:r>
              <a:rPr lang="en-IN" sz="1200" dirty="0"/>
              <a:t> { </a:t>
            </a:r>
          </a:p>
          <a:p>
            <a:pPr marL="0" indent="0">
              <a:buNone/>
            </a:pPr>
            <a:r>
              <a:rPr lang="en-IN" sz="1200" dirty="0"/>
              <a:t>	public static final String SECRET = "5367566B59703373367639792F423F4528482B4D6251655468576D5A71347437";</a:t>
            </a:r>
          </a:p>
          <a:p>
            <a:pPr marL="0" indent="0">
              <a:buNone/>
            </a:pPr>
            <a:r>
              <a:rPr lang="en-IN" sz="1200" dirty="0"/>
              <a:t>	public String </a:t>
            </a:r>
            <a:r>
              <a:rPr lang="en-IN" sz="1200" dirty="0" err="1"/>
              <a:t>generateToken</a:t>
            </a:r>
            <a:r>
              <a:rPr lang="en-IN" sz="1200" dirty="0"/>
              <a:t>(String </a:t>
            </a:r>
            <a:r>
              <a:rPr lang="en-IN" sz="1200" dirty="0" err="1"/>
              <a:t>userName</a:t>
            </a:r>
            <a:r>
              <a:rPr lang="en-IN" sz="1200" dirty="0"/>
              <a:t>) { </a:t>
            </a:r>
          </a:p>
          <a:p>
            <a:pPr marL="0" indent="0">
              <a:buNone/>
            </a:pPr>
            <a:r>
              <a:rPr lang="en-IN" sz="1200" dirty="0"/>
              <a:t>		Map&lt;String, Object&gt; claims = new HashMap&lt;&gt;(); </a:t>
            </a:r>
          </a:p>
          <a:p>
            <a:pPr marL="0" indent="0">
              <a:buNone/>
            </a:pPr>
            <a:r>
              <a:rPr lang="en-IN" sz="1200" dirty="0"/>
              <a:t>		</a:t>
            </a:r>
            <a:r>
              <a:rPr lang="en-IN" sz="1200" dirty="0" err="1"/>
              <a:t>log.warn</a:t>
            </a:r>
            <a:r>
              <a:rPr lang="en-IN" sz="1200" dirty="0"/>
              <a:t>("</a:t>
            </a:r>
            <a:r>
              <a:rPr lang="en-IN" sz="1200" dirty="0" err="1"/>
              <a:t>createToken</a:t>
            </a:r>
            <a:r>
              <a:rPr lang="en-IN" sz="1200" dirty="0"/>
              <a:t> is called..");</a:t>
            </a:r>
          </a:p>
          <a:p>
            <a:pPr marL="0" indent="0">
              <a:buNone/>
            </a:pPr>
            <a:r>
              <a:rPr lang="en-IN" sz="1200" dirty="0"/>
              <a:t>		return </a:t>
            </a:r>
            <a:r>
              <a:rPr lang="en-IN" sz="1200" dirty="0" err="1"/>
              <a:t>createToken</a:t>
            </a:r>
            <a:r>
              <a:rPr lang="en-IN" sz="1200" dirty="0"/>
              <a:t>(claims, </a:t>
            </a:r>
            <a:r>
              <a:rPr lang="en-IN" sz="1200" dirty="0" err="1"/>
              <a:t>userName</a:t>
            </a:r>
            <a:r>
              <a:rPr lang="en-IN" sz="1200" dirty="0"/>
              <a:t>);</a:t>
            </a:r>
          </a:p>
          <a:p>
            <a:pPr marL="0" indent="0">
              <a:buNone/>
            </a:pPr>
            <a:r>
              <a:rPr lang="en-IN" sz="1200" dirty="0"/>
              <a:t>	} </a:t>
            </a:r>
            <a:br>
              <a:rPr lang="en-IN" sz="1200" dirty="0"/>
            </a:br>
            <a:r>
              <a:rPr lang="en-IN" sz="1200" dirty="0"/>
              <a:t>	private String </a:t>
            </a:r>
            <a:r>
              <a:rPr lang="en-IN" sz="1200" dirty="0" err="1"/>
              <a:t>createToken</a:t>
            </a:r>
            <a:r>
              <a:rPr lang="en-IN" sz="1200" dirty="0"/>
              <a:t>(Map&lt;String, Object&gt; claims, String </a:t>
            </a:r>
            <a:r>
              <a:rPr lang="en-IN" sz="1200" dirty="0" err="1"/>
              <a:t>userName</a:t>
            </a:r>
            <a:r>
              <a:rPr lang="en-IN" sz="1200" dirty="0"/>
              <a:t>) { </a:t>
            </a:r>
          </a:p>
          <a:p>
            <a:pPr marL="0" indent="0">
              <a:buNone/>
            </a:pPr>
            <a:r>
              <a:rPr lang="en-IN" sz="1200" dirty="0"/>
              <a:t>		return </a:t>
            </a:r>
            <a:r>
              <a:rPr lang="en-IN" sz="1200" dirty="0" err="1"/>
              <a:t>Jwts.builder</a:t>
            </a:r>
            <a:r>
              <a:rPr lang="en-IN" sz="1200" dirty="0"/>
              <a:t>() </a:t>
            </a:r>
          </a:p>
          <a:p>
            <a:pPr marL="0" indent="0">
              <a:buNone/>
            </a:pPr>
            <a:r>
              <a:rPr lang="en-IN" sz="1200" dirty="0"/>
              <a:t>				.</a:t>
            </a:r>
            <a:r>
              <a:rPr lang="en-IN" sz="1200" dirty="0" err="1"/>
              <a:t>setClaims</a:t>
            </a:r>
            <a:r>
              <a:rPr lang="en-IN" sz="1200" dirty="0"/>
              <a:t>(claims) </a:t>
            </a:r>
          </a:p>
          <a:p>
            <a:pPr marL="0" indent="0">
              <a:buNone/>
            </a:pPr>
            <a:r>
              <a:rPr lang="en-IN" sz="1200" dirty="0"/>
              <a:t>				.</a:t>
            </a:r>
            <a:r>
              <a:rPr lang="en-IN" sz="1200" dirty="0" err="1"/>
              <a:t>setSubject</a:t>
            </a:r>
            <a:r>
              <a:rPr lang="en-IN" sz="1200" dirty="0"/>
              <a:t>(</a:t>
            </a:r>
            <a:r>
              <a:rPr lang="en-IN" sz="1200" dirty="0" err="1"/>
              <a:t>userName</a:t>
            </a:r>
            <a:r>
              <a:rPr lang="en-IN" sz="1200" dirty="0"/>
              <a:t>) </a:t>
            </a:r>
          </a:p>
          <a:p>
            <a:pPr marL="0" indent="0">
              <a:buNone/>
            </a:pPr>
            <a:r>
              <a:rPr lang="en-IN" sz="1200" dirty="0"/>
              <a:t>				.</a:t>
            </a:r>
            <a:r>
              <a:rPr lang="en-IN" sz="1200" dirty="0" err="1"/>
              <a:t>setIssuedAt</a:t>
            </a:r>
            <a:r>
              <a:rPr lang="en-IN" sz="1200" dirty="0"/>
              <a:t>(new Date(</a:t>
            </a:r>
            <a:r>
              <a:rPr lang="en-IN" sz="1200" dirty="0" err="1"/>
              <a:t>System.currentTimeMillis</a:t>
            </a:r>
            <a:r>
              <a:rPr lang="en-IN" sz="1200" dirty="0"/>
              <a:t>())) </a:t>
            </a:r>
          </a:p>
          <a:p>
            <a:pPr marL="0" indent="0">
              <a:buNone/>
            </a:pPr>
            <a:r>
              <a:rPr lang="en-IN" sz="1200" dirty="0"/>
              <a:t>				.</a:t>
            </a:r>
            <a:r>
              <a:rPr lang="en-IN" sz="1200" dirty="0" err="1"/>
              <a:t>setExpiration</a:t>
            </a:r>
            <a:r>
              <a:rPr lang="en-IN" sz="1200" dirty="0"/>
              <a:t>(new Date(</a:t>
            </a:r>
            <a:r>
              <a:rPr lang="en-IN" sz="1200" dirty="0" err="1"/>
              <a:t>System.currentTimeMillis</a:t>
            </a:r>
            <a:r>
              <a:rPr lang="en-IN" sz="1200" dirty="0"/>
              <a:t>() + 1000 * 60 * 30)) </a:t>
            </a:r>
          </a:p>
          <a:p>
            <a:pPr marL="0" indent="0">
              <a:buNone/>
            </a:pPr>
            <a:r>
              <a:rPr lang="en-IN" sz="1200" dirty="0"/>
              <a:t>				.</a:t>
            </a:r>
            <a:r>
              <a:rPr lang="en-IN" sz="1200" dirty="0" err="1"/>
              <a:t>signWith</a:t>
            </a:r>
            <a:r>
              <a:rPr lang="en-IN" sz="1200" dirty="0"/>
              <a:t>(</a:t>
            </a:r>
            <a:r>
              <a:rPr lang="en-IN" sz="1200" dirty="0" err="1"/>
              <a:t>getSignKey</a:t>
            </a:r>
            <a:r>
              <a:rPr lang="en-IN" sz="1200" dirty="0"/>
              <a:t>(), SignatureAlgorithm.HS256).compact(); </a:t>
            </a:r>
          </a:p>
          <a:p>
            <a:pPr marL="0" indent="0">
              <a:buNone/>
            </a:pPr>
            <a:r>
              <a:rPr lang="en-IN" sz="1200" dirty="0"/>
              <a:t>	} </a:t>
            </a:r>
          </a:p>
          <a:p>
            <a:pPr marL="0" indent="0">
              <a:buNone/>
            </a:pPr>
            <a:endParaRPr lang="en-IN" sz="1200" dirty="0"/>
          </a:p>
          <a:p>
            <a:pPr marL="0" indent="0">
              <a:buNone/>
            </a:pPr>
            <a:r>
              <a:rPr lang="en-IN" sz="1200" dirty="0"/>
              <a:t>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14F2B-9DF5-F605-5545-627794FBA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0"/>
            <a:ext cx="5181600" cy="66659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private Key </a:t>
            </a:r>
            <a:r>
              <a:rPr lang="en-IN" sz="1400" dirty="0" err="1"/>
              <a:t>getSignKey</a:t>
            </a:r>
            <a:r>
              <a:rPr lang="en-IN" sz="1400" dirty="0"/>
              <a:t>() { </a:t>
            </a:r>
          </a:p>
          <a:p>
            <a:pPr marL="0" indent="0">
              <a:buNone/>
            </a:pPr>
            <a:r>
              <a:rPr lang="en-IN" sz="1400" dirty="0"/>
              <a:t>		byte[] </a:t>
            </a:r>
            <a:r>
              <a:rPr lang="en-IN" sz="1400" dirty="0" err="1"/>
              <a:t>keyBytes</a:t>
            </a:r>
            <a:r>
              <a:rPr lang="en-IN" sz="1400" dirty="0"/>
              <a:t>= Decoders.BASE64.decode(SECRET); </a:t>
            </a:r>
          </a:p>
          <a:p>
            <a:pPr marL="0" indent="0">
              <a:buNone/>
            </a:pPr>
            <a:r>
              <a:rPr lang="en-IN" sz="1400" dirty="0"/>
              <a:t>		return </a:t>
            </a:r>
            <a:r>
              <a:rPr lang="en-IN" sz="1400" dirty="0" err="1"/>
              <a:t>Keys.hmacShaKeyFor</a:t>
            </a:r>
            <a:r>
              <a:rPr lang="en-IN" sz="1400" dirty="0"/>
              <a:t>(</a:t>
            </a:r>
            <a:r>
              <a:rPr lang="en-IN" sz="1400" dirty="0" err="1"/>
              <a:t>keyBytes</a:t>
            </a:r>
            <a:r>
              <a:rPr lang="en-IN" sz="1400" dirty="0"/>
              <a:t>); </a:t>
            </a:r>
          </a:p>
          <a:p>
            <a:pPr marL="0" indent="0">
              <a:buNone/>
            </a:pPr>
            <a:r>
              <a:rPr lang="en-IN" sz="1400" dirty="0"/>
              <a:t>	} </a:t>
            </a:r>
          </a:p>
          <a:p>
            <a:pPr marL="0" indent="0">
              <a:buNone/>
            </a:pPr>
            <a:r>
              <a:rPr lang="en-IN" sz="1400" dirty="0"/>
              <a:t>	</a:t>
            </a:r>
          </a:p>
          <a:p>
            <a:pPr marL="0" indent="0">
              <a:buNone/>
            </a:pPr>
            <a:r>
              <a:rPr lang="en-IN" sz="1400" dirty="0"/>
              <a:t>public String </a:t>
            </a:r>
            <a:r>
              <a:rPr lang="en-IN" sz="1400" dirty="0" err="1"/>
              <a:t>extractUsername</a:t>
            </a:r>
            <a:r>
              <a:rPr lang="en-IN" sz="1400" dirty="0"/>
              <a:t>(String token) { </a:t>
            </a:r>
          </a:p>
          <a:p>
            <a:pPr marL="0" indent="0">
              <a:buNone/>
            </a:pPr>
            <a:r>
              <a:rPr lang="en-IN" sz="1400" dirty="0"/>
              <a:t>		return </a:t>
            </a:r>
            <a:r>
              <a:rPr lang="en-IN" sz="1400" dirty="0" err="1"/>
              <a:t>extractClaim</a:t>
            </a:r>
            <a:r>
              <a:rPr lang="en-IN" sz="1400" dirty="0"/>
              <a:t>(token, Claims::</a:t>
            </a:r>
            <a:r>
              <a:rPr lang="en-IN" sz="1400" dirty="0" err="1"/>
              <a:t>getSubject</a:t>
            </a:r>
            <a:r>
              <a:rPr lang="en-IN" sz="1400" dirty="0"/>
              <a:t>); </a:t>
            </a:r>
          </a:p>
          <a:p>
            <a:pPr marL="0" indent="0">
              <a:buNone/>
            </a:pPr>
            <a:r>
              <a:rPr lang="en-IN" sz="1400" dirty="0"/>
              <a:t>	} </a:t>
            </a:r>
          </a:p>
          <a:p>
            <a:pPr marL="0" indent="0">
              <a:buNone/>
            </a:pPr>
            <a:r>
              <a:rPr lang="en-IN" sz="1400" dirty="0"/>
              <a:t>	public Date </a:t>
            </a:r>
            <a:r>
              <a:rPr lang="en-IN" sz="1400" dirty="0" err="1"/>
              <a:t>extractExpiration</a:t>
            </a:r>
            <a:r>
              <a:rPr lang="en-IN" sz="1400" dirty="0"/>
              <a:t>(String token) { </a:t>
            </a:r>
          </a:p>
          <a:p>
            <a:pPr marL="0" indent="0">
              <a:buNone/>
            </a:pPr>
            <a:r>
              <a:rPr lang="en-IN" sz="1400" dirty="0"/>
              <a:t>		return </a:t>
            </a:r>
            <a:r>
              <a:rPr lang="en-IN" sz="1400" dirty="0" err="1"/>
              <a:t>extractClaim</a:t>
            </a:r>
            <a:r>
              <a:rPr lang="en-IN" sz="1400" dirty="0"/>
              <a:t>(token, Claims::</a:t>
            </a:r>
            <a:r>
              <a:rPr lang="en-IN" sz="1400" dirty="0" err="1"/>
              <a:t>getExpiration</a:t>
            </a:r>
            <a:r>
              <a:rPr lang="en-IN" sz="1400" dirty="0"/>
              <a:t>); </a:t>
            </a:r>
          </a:p>
          <a:p>
            <a:pPr marL="0" indent="0">
              <a:buNone/>
            </a:pPr>
            <a:r>
              <a:rPr lang="en-IN" sz="1400" dirty="0"/>
              <a:t>	} 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	public &lt;T&gt; T </a:t>
            </a:r>
            <a:r>
              <a:rPr lang="en-IN" sz="1400" dirty="0" err="1"/>
              <a:t>extractClaim</a:t>
            </a:r>
            <a:r>
              <a:rPr lang="en-IN" sz="1400" dirty="0"/>
              <a:t>(String token, Function&lt;Claims, T&gt; </a:t>
            </a:r>
            <a:r>
              <a:rPr lang="en-IN" sz="1400" dirty="0" err="1"/>
              <a:t>claimsResolver</a:t>
            </a:r>
            <a:r>
              <a:rPr lang="en-IN" sz="1400" dirty="0"/>
              <a:t>) { </a:t>
            </a:r>
          </a:p>
          <a:p>
            <a:pPr marL="0" indent="0">
              <a:buNone/>
            </a:pPr>
            <a:r>
              <a:rPr lang="en-IN" sz="1400" dirty="0"/>
              <a:t>		final Claims </a:t>
            </a:r>
            <a:r>
              <a:rPr lang="en-IN" sz="1400" dirty="0" err="1"/>
              <a:t>claims</a:t>
            </a:r>
            <a:r>
              <a:rPr lang="en-IN" sz="1400" dirty="0"/>
              <a:t> = </a:t>
            </a:r>
            <a:r>
              <a:rPr lang="en-IN" sz="1400" dirty="0" err="1"/>
              <a:t>extractAllClaims</a:t>
            </a:r>
            <a:r>
              <a:rPr lang="en-IN" sz="1400" dirty="0"/>
              <a:t>(token); </a:t>
            </a:r>
          </a:p>
          <a:p>
            <a:pPr marL="0" indent="0">
              <a:buNone/>
            </a:pPr>
            <a:r>
              <a:rPr lang="en-IN" sz="1400" dirty="0"/>
              <a:t>		return </a:t>
            </a:r>
            <a:r>
              <a:rPr lang="en-IN" sz="1400" dirty="0" err="1"/>
              <a:t>claimsResolver.apply</a:t>
            </a:r>
            <a:r>
              <a:rPr lang="en-IN" sz="1400" dirty="0"/>
              <a:t>(claims); </a:t>
            </a:r>
          </a:p>
          <a:p>
            <a:pPr marL="0" indent="0">
              <a:buNone/>
            </a:pPr>
            <a:r>
              <a:rPr lang="en-IN" sz="1400" dirty="0"/>
              <a:t>	} </a:t>
            </a:r>
          </a:p>
        </p:txBody>
      </p:sp>
    </p:spTree>
    <p:extLst>
      <p:ext uri="{BB962C8B-B14F-4D97-AF65-F5344CB8AC3E}">
        <p14:creationId xmlns:p14="http://schemas.microsoft.com/office/powerpoint/2010/main" val="778598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EC6BA-CCA8-073C-E71B-605B3D2A8A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20040"/>
            <a:ext cx="5181600" cy="663854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	private Claims </a:t>
            </a:r>
            <a:r>
              <a:rPr lang="en-IN" dirty="0" err="1"/>
              <a:t>extractAllClaims</a:t>
            </a:r>
            <a:r>
              <a:rPr lang="en-IN" dirty="0"/>
              <a:t>(String token) { </a:t>
            </a:r>
          </a:p>
          <a:p>
            <a:pPr marL="0" indent="0">
              <a:buNone/>
            </a:pPr>
            <a:r>
              <a:rPr lang="en-IN" dirty="0"/>
              <a:t>		return </a:t>
            </a:r>
            <a:r>
              <a:rPr lang="en-IN" dirty="0" err="1"/>
              <a:t>Jwts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				.</a:t>
            </a:r>
            <a:r>
              <a:rPr lang="en-IN" dirty="0" err="1"/>
              <a:t>parserBuilder</a:t>
            </a:r>
            <a:r>
              <a:rPr lang="en-IN" dirty="0"/>
              <a:t>() </a:t>
            </a:r>
          </a:p>
          <a:p>
            <a:pPr marL="0" indent="0">
              <a:buNone/>
            </a:pPr>
            <a:r>
              <a:rPr lang="en-IN" dirty="0"/>
              <a:t>				.</a:t>
            </a:r>
            <a:r>
              <a:rPr lang="en-IN" dirty="0" err="1"/>
              <a:t>setSigningKey</a:t>
            </a:r>
            <a:r>
              <a:rPr lang="en-IN" dirty="0"/>
              <a:t>(</a:t>
            </a:r>
            <a:r>
              <a:rPr lang="en-IN" dirty="0" err="1"/>
              <a:t>getSignKey</a:t>
            </a:r>
            <a:r>
              <a:rPr lang="en-IN" dirty="0"/>
              <a:t>()) </a:t>
            </a:r>
          </a:p>
          <a:p>
            <a:pPr marL="0" indent="0">
              <a:buNone/>
            </a:pPr>
            <a:r>
              <a:rPr lang="en-IN" dirty="0"/>
              <a:t>				.build() </a:t>
            </a:r>
          </a:p>
          <a:p>
            <a:pPr marL="0" indent="0">
              <a:buNone/>
            </a:pPr>
            <a:r>
              <a:rPr lang="en-IN" dirty="0"/>
              <a:t>				.</a:t>
            </a:r>
            <a:r>
              <a:rPr lang="en-IN" dirty="0" err="1"/>
              <a:t>parseClaimsJws</a:t>
            </a:r>
            <a:r>
              <a:rPr lang="en-IN" dirty="0"/>
              <a:t>(token) </a:t>
            </a:r>
          </a:p>
          <a:p>
            <a:pPr marL="0" indent="0">
              <a:buNone/>
            </a:pPr>
            <a:r>
              <a:rPr lang="en-IN" dirty="0"/>
              <a:t>				.</a:t>
            </a:r>
            <a:r>
              <a:rPr lang="en-IN" dirty="0" err="1"/>
              <a:t>getBody</a:t>
            </a:r>
            <a:r>
              <a:rPr lang="en-IN" dirty="0"/>
              <a:t>(); </a:t>
            </a:r>
          </a:p>
          <a:p>
            <a:pPr marL="0" indent="0">
              <a:buNone/>
            </a:pPr>
            <a:r>
              <a:rPr lang="en-IN" dirty="0"/>
              <a:t>	} </a:t>
            </a:r>
          </a:p>
          <a:p>
            <a:pPr marL="0" indent="0">
              <a:buNone/>
            </a:pPr>
            <a:r>
              <a:rPr lang="en-IN" dirty="0"/>
              <a:t>	private Boolean </a:t>
            </a:r>
            <a:r>
              <a:rPr lang="en-IN" dirty="0" err="1"/>
              <a:t>isTokenExpired</a:t>
            </a:r>
            <a:r>
              <a:rPr lang="en-IN" dirty="0"/>
              <a:t>(String token) { </a:t>
            </a:r>
          </a:p>
          <a:p>
            <a:pPr marL="0" indent="0">
              <a:buNone/>
            </a:pPr>
            <a:r>
              <a:rPr lang="en-IN" dirty="0"/>
              <a:t>		return </a:t>
            </a:r>
            <a:r>
              <a:rPr lang="en-IN" dirty="0" err="1"/>
              <a:t>extractExpiration</a:t>
            </a:r>
            <a:r>
              <a:rPr lang="en-IN" dirty="0"/>
              <a:t>(token).before(new Date()); </a:t>
            </a:r>
          </a:p>
          <a:p>
            <a:pPr marL="0" indent="0">
              <a:buNone/>
            </a:pPr>
            <a:r>
              <a:rPr lang="en-IN" dirty="0"/>
              <a:t>	}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public Boolean </a:t>
            </a:r>
            <a:r>
              <a:rPr lang="en-IN" dirty="0" err="1"/>
              <a:t>validateToken</a:t>
            </a:r>
            <a:r>
              <a:rPr lang="en-IN" dirty="0"/>
              <a:t>(String token, </a:t>
            </a:r>
            <a:r>
              <a:rPr lang="en-IN" dirty="0" err="1"/>
              <a:t>UserDetails</a:t>
            </a:r>
            <a:r>
              <a:rPr lang="en-IN" dirty="0"/>
              <a:t> </a:t>
            </a:r>
            <a:r>
              <a:rPr lang="en-IN" dirty="0" err="1"/>
              <a:t>userDetails</a:t>
            </a:r>
            <a:r>
              <a:rPr lang="en-IN" dirty="0"/>
              <a:t>) { </a:t>
            </a:r>
          </a:p>
          <a:p>
            <a:pPr marL="0" indent="0">
              <a:buNone/>
            </a:pPr>
            <a:r>
              <a:rPr lang="en-IN" dirty="0"/>
              <a:t>		final String username = </a:t>
            </a:r>
            <a:r>
              <a:rPr lang="en-IN" dirty="0" err="1"/>
              <a:t>extractUsername</a:t>
            </a:r>
            <a:r>
              <a:rPr lang="en-IN" dirty="0"/>
              <a:t>(token); </a:t>
            </a:r>
          </a:p>
          <a:p>
            <a:pPr marL="0" indent="0">
              <a:buNone/>
            </a:pPr>
            <a:r>
              <a:rPr lang="en-IN" dirty="0"/>
              <a:t>		return (</a:t>
            </a:r>
            <a:r>
              <a:rPr lang="en-IN" dirty="0" err="1"/>
              <a:t>username.equals</a:t>
            </a:r>
            <a:r>
              <a:rPr lang="en-IN" dirty="0"/>
              <a:t>(</a:t>
            </a:r>
            <a:r>
              <a:rPr lang="en-IN" dirty="0" err="1"/>
              <a:t>userDetails.getUsername</a:t>
            </a:r>
            <a:r>
              <a:rPr lang="en-IN" dirty="0"/>
              <a:t>()) &amp;&amp; !</a:t>
            </a:r>
            <a:r>
              <a:rPr lang="en-IN" dirty="0" err="1"/>
              <a:t>isTokenExpired</a:t>
            </a:r>
            <a:r>
              <a:rPr lang="en-IN" dirty="0"/>
              <a:t>(token)); </a:t>
            </a:r>
          </a:p>
          <a:p>
            <a:pPr marL="0" indent="0">
              <a:buNone/>
            </a:pPr>
            <a:r>
              <a:rPr lang="en-IN" dirty="0"/>
              <a:t>	} 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28318-5270-19C4-612F-48F2210142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579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48C0D-4352-57D8-F224-6DC9DC9C1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userservice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0BC33-B8CD-CB54-CC52-903AA798E7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@Service</a:t>
            </a:r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UserService</a:t>
            </a:r>
            <a:r>
              <a:rPr lang="en-IN" dirty="0"/>
              <a:t>  implements </a:t>
            </a:r>
            <a:r>
              <a:rPr lang="en-IN" dirty="0" err="1"/>
              <a:t>UserDetailsService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@Autowired</a:t>
            </a:r>
          </a:p>
          <a:p>
            <a:pPr marL="0" indent="0">
              <a:buNone/>
            </a:pPr>
            <a:r>
              <a:rPr lang="en-IN" dirty="0"/>
              <a:t>    private </a:t>
            </a:r>
            <a:r>
              <a:rPr lang="en-IN" dirty="0" err="1"/>
              <a:t>UserRepository</a:t>
            </a:r>
            <a:r>
              <a:rPr lang="en-IN" dirty="0"/>
              <a:t> </a:t>
            </a:r>
            <a:r>
              <a:rPr lang="en-IN" dirty="0" err="1"/>
              <a:t>userRepository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@Override</a:t>
            </a:r>
          </a:p>
          <a:p>
            <a:pPr marL="0" indent="0">
              <a:buNone/>
            </a:pPr>
            <a:r>
              <a:rPr lang="en-IN" dirty="0"/>
              <a:t>    public </a:t>
            </a:r>
            <a:r>
              <a:rPr lang="en-IN" dirty="0" err="1"/>
              <a:t>UserDetails</a:t>
            </a:r>
            <a:r>
              <a:rPr lang="en-IN" dirty="0"/>
              <a:t> </a:t>
            </a:r>
            <a:r>
              <a:rPr lang="en-IN" dirty="0" err="1"/>
              <a:t>loadUserByUsername</a:t>
            </a:r>
            <a:r>
              <a:rPr lang="en-IN" dirty="0"/>
              <a:t>(String username) throws </a:t>
            </a:r>
            <a:r>
              <a:rPr lang="en-IN" dirty="0" err="1"/>
              <a:t>UsernameNotFoundException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    Optional&lt;User&gt; </a:t>
            </a:r>
            <a:r>
              <a:rPr lang="en-IN" dirty="0" err="1"/>
              <a:t>byUserName</a:t>
            </a:r>
            <a:r>
              <a:rPr lang="en-IN" dirty="0"/>
              <a:t> = </a:t>
            </a:r>
            <a:r>
              <a:rPr lang="en-IN" dirty="0" err="1"/>
              <a:t>userRepository.findByname</a:t>
            </a:r>
            <a:r>
              <a:rPr lang="en-IN" dirty="0"/>
              <a:t>(username);</a:t>
            </a:r>
          </a:p>
          <a:p>
            <a:pPr marL="0" indent="0">
              <a:buNone/>
            </a:pPr>
            <a:r>
              <a:rPr lang="en-IN" dirty="0"/>
              <a:t>        if(</a:t>
            </a:r>
            <a:r>
              <a:rPr lang="en-IN" dirty="0" err="1"/>
              <a:t>byUserName.isEmpty</a:t>
            </a:r>
            <a:r>
              <a:rPr lang="en-IN" dirty="0"/>
              <a:t>())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("User Not present");</a:t>
            </a:r>
          </a:p>
          <a:p>
            <a:pPr marL="0" indent="0">
              <a:buNone/>
            </a:pPr>
            <a:r>
              <a:rPr lang="en-IN" dirty="0"/>
              <a:t>        return new </a:t>
            </a:r>
            <a:r>
              <a:rPr lang="en-IN" dirty="0" err="1"/>
              <a:t>UserPrincipal</a:t>
            </a:r>
            <a:r>
              <a:rPr lang="en-IN" dirty="0"/>
              <a:t>(</a:t>
            </a:r>
            <a:r>
              <a:rPr lang="en-IN" dirty="0" err="1"/>
              <a:t>byUserName.get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90A19-1EAD-B494-ED32-D7C028A7AD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String </a:t>
            </a:r>
            <a:r>
              <a:rPr lang="en-IN" dirty="0" err="1"/>
              <a:t>addUser</a:t>
            </a:r>
            <a:r>
              <a:rPr lang="en-IN" dirty="0"/>
              <a:t>(User </a:t>
            </a:r>
            <a:r>
              <a:rPr lang="en-IN" dirty="0" err="1"/>
              <a:t>userInfo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 err="1"/>
              <a:t>userInfo.setPassword</a:t>
            </a:r>
            <a:r>
              <a:rPr lang="en-IN" dirty="0"/>
              <a:t>(new </a:t>
            </a:r>
            <a:r>
              <a:rPr lang="en-IN" dirty="0" err="1"/>
              <a:t>BCryptPasswordEncoder</a:t>
            </a:r>
            <a:r>
              <a:rPr lang="en-IN" dirty="0"/>
              <a:t>(12).encode(</a:t>
            </a:r>
            <a:r>
              <a:rPr lang="en-IN" dirty="0" err="1"/>
              <a:t>userInfo.getPassword</a:t>
            </a:r>
            <a:r>
              <a:rPr lang="en-IN" dirty="0"/>
              <a:t>()));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userRepository.save</a:t>
            </a:r>
            <a:r>
              <a:rPr lang="en-IN" dirty="0"/>
              <a:t>(</a:t>
            </a:r>
            <a:r>
              <a:rPr lang="en-IN" dirty="0" err="1"/>
              <a:t>userInfo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return "User Added Successfully";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5469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B3FD1-C6D3-AFD3-4B27-5E2A83C03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personcontroller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45788-E8C6-DC20-CB22-2009B36B2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16736"/>
            <a:ext cx="5181600" cy="54315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@Slf4j</a:t>
            </a:r>
          </a:p>
          <a:p>
            <a:pPr marL="0" indent="0">
              <a:buNone/>
            </a:pPr>
            <a:r>
              <a:rPr lang="en-IN" sz="1400" dirty="0"/>
              <a:t>@RestController</a:t>
            </a:r>
          </a:p>
          <a:p>
            <a:pPr marL="0" indent="0">
              <a:buNone/>
            </a:pPr>
            <a:r>
              <a:rPr lang="en-IN" sz="1400" dirty="0"/>
              <a:t>public class </a:t>
            </a:r>
            <a:r>
              <a:rPr lang="en-IN" sz="1400" dirty="0" err="1"/>
              <a:t>PersonController</a:t>
            </a:r>
            <a:r>
              <a:rPr lang="en-IN" sz="1400" dirty="0"/>
              <a:t> {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    @Autowired</a:t>
            </a:r>
          </a:p>
          <a:p>
            <a:pPr marL="0" indent="0">
              <a:buNone/>
            </a:pPr>
            <a:r>
              <a:rPr lang="en-IN" sz="1400" dirty="0"/>
              <a:t>    private </a:t>
            </a:r>
            <a:r>
              <a:rPr lang="en-IN" sz="1400" dirty="0" err="1"/>
              <a:t>AuthenticationManager</a:t>
            </a:r>
            <a:r>
              <a:rPr lang="en-IN" sz="1400" dirty="0"/>
              <a:t> </a:t>
            </a:r>
            <a:r>
              <a:rPr lang="en-IN" sz="1400" dirty="0" err="1"/>
              <a:t>authenticationManager</a:t>
            </a:r>
            <a:r>
              <a:rPr lang="en-IN" sz="1400" dirty="0"/>
              <a:t>;</a:t>
            </a:r>
          </a:p>
          <a:p>
            <a:pPr marL="0" indent="0">
              <a:buNone/>
            </a:pPr>
            <a:r>
              <a:rPr lang="en-IN" sz="1400" dirty="0"/>
              <a:t>    @Autowired</a:t>
            </a:r>
          </a:p>
          <a:p>
            <a:pPr marL="0" indent="0">
              <a:buNone/>
            </a:pPr>
            <a:r>
              <a:rPr lang="en-IN" sz="1400" dirty="0"/>
              <a:t>    private </a:t>
            </a:r>
            <a:r>
              <a:rPr lang="en-IN" sz="1400" dirty="0" err="1"/>
              <a:t>UserService</a:t>
            </a:r>
            <a:r>
              <a:rPr lang="en-IN" sz="1400" dirty="0"/>
              <a:t> service;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    @Autowired</a:t>
            </a:r>
          </a:p>
          <a:p>
            <a:pPr marL="0" indent="0">
              <a:buNone/>
            </a:pPr>
            <a:r>
              <a:rPr lang="en-IN" sz="1400" dirty="0"/>
              <a:t>    private </a:t>
            </a:r>
            <a:r>
              <a:rPr lang="en-IN" sz="1400" dirty="0" err="1"/>
              <a:t>JwtService</a:t>
            </a:r>
            <a:r>
              <a:rPr lang="en-IN" sz="1400" dirty="0"/>
              <a:t> </a:t>
            </a:r>
            <a:r>
              <a:rPr lang="en-IN" sz="1400" dirty="0" err="1"/>
              <a:t>jwtService</a:t>
            </a:r>
            <a:r>
              <a:rPr lang="en-IN" sz="1400" dirty="0"/>
              <a:t>;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    @GetMapping("/welcome")</a:t>
            </a:r>
          </a:p>
          <a:p>
            <a:pPr marL="0" indent="0">
              <a:buNone/>
            </a:pPr>
            <a:r>
              <a:rPr lang="en-IN" sz="1400" dirty="0"/>
              <a:t>    public String hello() {</a:t>
            </a:r>
          </a:p>
          <a:p>
            <a:pPr marL="0" indent="0">
              <a:buNone/>
            </a:pPr>
            <a:r>
              <a:rPr lang="en-IN" sz="1400" dirty="0"/>
              <a:t>        return "hello world";</a:t>
            </a:r>
          </a:p>
          <a:p>
            <a:pPr marL="0" indent="0">
              <a:buNone/>
            </a:pPr>
            <a:r>
              <a:rPr lang="en-IN" sz="1400" dirty="0"/>
              <a:t>    }</a:t>
            </a: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107428-56B6-1E23-AB33-07F285569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65125"/>
            <a:ext cx="5181600" cy="58118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 @PostMapping("/generateToken")</a:t>
            </a:r>
          </a:p>
          <a:p>
            <a:pPr marL="0" indent="0">
              <a:buNone/>
            </a:pPr>
            <a:r>
              <a:rPr lang="en-IN" sz="1400" dirty="0"/>
              <a:t>    public String </a:t>
            </a:r>
            <a:r>
              <a:rPr lang="en-IN" sz="1400" dirty="0" err="1"/>
              <a:t>authenticateAndGetToken</a:t>
            </a:r>
            <a:r>
              <a:rPr lang="en-IN" sz="1400" dirty="0"/>
              <a:t>(@RequestBody </a:t>
            </a:r>
            <a:r>
              <a:rPr lang="en-IN" sz="1400" dirty="0" err="1"/>
              <a:t>AuthRequest</a:t>
            </a:r>
            <a:r>
              <a:rPr lang="en-IN" sz="1400" dirty="0"/>
              <a:t> </a:t>
            </a:r>
            <a:r>
              <a:rPr lang="en-IN" sz="1400" dirty="0" err="1"/>
              <a:t>authRequest</a:t>
            </a:r>
            <a:r>
              <a:rPr lang="en-IN" sz="1400" dirty="0"/>
              <a:t>) {</a:t>
            </a:r>
          </a:p>
          <a:p>
            <a:pPr marL="0" indent="0">
              <a:buNone/>
            </a:pPr>
            <a:r>
              <a:rPr lang="en-IN" sz="1400" dirty="0"/>
              <a:t>        Authentication </a:t>
            </a:r>
            <a:r>
              <a:rPr lang="en-IN" sz="1400" dirty="0" err="1"/>
              <a:t>authentication</a:t>
            </a:r>
            <a:r>
              <a:rPr lang="en-IN" sz="1400" dirty="0"/>
              <a:t> = </a:t>
            </a:r>
            <a:r>
              <a:rPr lang="en-IN" sz="1400" dirty="0" err="1"/>
              <a:t>authenticationManager.authenticate</a:t>
            </a:r>
            <a:r>
              <a:rPr lang="en-IN" sz="1400" dirty="0"/>
              <a:t>(new </a:t>
            </a:r>
            <a:r>
              <a:rPr lang="en-IN" sz="1400" dirty="0" err="1"/>
              <a:t>UsernamePasswordAuthenticationToken</a:t>
            </a:r>
            <a:r>
              <a:rPr lang="en-IN" sz="1400" dirty="0"/>
              <a:t>(</a:t>
            </a:r>
            <a:r>
              <a:rPr lang="en-IN" sz="1400" dirty="0" err="1"/>
              <a:t>authRequest.getUsername</a:t>
            </a:r>
            <a:r>
              <a:rPr lang="en-IN" sz="1400" dirty="0"/>
              <a:t>(), </a:t>
            </a:r>
            <a:r>
              <a:rPr lang="en-IN" sz="1400" dirty="0" err="1"/>
              <a:t>authRequest.getPassword</a:t>
            </a:r>
            <a:r>
              <a:rPr lang="en-IN" sz="1400" dirty="0"/>
              <a:t>()));</a:t>
            </a:r>
          </a:p>
          <a:p>
            <a:pPr marL="0" indent="0">
              <a:buNone/>
            </a:pPr>
            <a:r>
              <a:rPr lang="en-IN" sz="1400" dirty="0"/>
              <a:t>        if (</a:t>
            </a:r>
            <a:r>
              <a:rPr lang="en-IN" sz="1400" dirty="0" err="1"/>
              <a:t>authentication.isAuthenticated</a:t>
            </a:r>
            <a:r>
              <a:rPr lang="en-IN" sz="1400" dirty="0"/>
              <a:t>()) {</a:t>
            </a:r>
          </a:p>
          <a:p>
            <a:pPr marL="0" indent="0">
              <a:buNone/>
            </a:pPr>
            <a:r>
              <a:rPr lang="en-IN" sz="1400" dirty="0"/>
              <a:t>        </a:t>
            </a:r>
            <a:r>
              <a:rPr lang="en-IN" sz="1400" dirty="0" err="1"/>
              <a:t>log.warn</a:t>
            </a:r>
            <a:r>
              <a:rPr lang="en-IN" sz="1400" dirty="0"/>
              <a:t>("authenticated");</a:t>
            </a:r>
          </a:p>
          <a:p>
            <a:pPr marL="0" indent="0">
              <a:buNone/>
            </a:pPr>
            <a:r>
              <a:rPr lang="en-IN" sz="1400" dirty="0"/>
              <a:t>            return </a:t>
            </a:r>
            <a:r>
              <a:rPr lang="en-IN" sz="1400" dirty="0" err="1"/>
              <a:t>jwtService.generateToken</a:t>
            </a:r>
            <a:r>
              <a:rPr lang="en-IN" sz="1400" dirty="0"/>
              <a:t>(</a:t>
            </a:r>
            <a:r>
              <a:rPr lang="en-IN" sz="1400" dirty="0" err="1"/>
              <a:t>authRequest.getUsername</a:t>
            </a:r>
            <a:r>
              <a:rPr lang="en-IN" sz="1400" dirty="0"/>
              <a:t>());</a:t>
            </a:r>
          </a:p>
          <a:p>
            <a:pPr marL="0" indent="0">
              <a:buNone/>
            </a:pPr>
            <a:r>
              <a:rPr lang="en-IN" sz="1400" dirty="0"/>
              <a:t>        } else {</a:t>
            </a:r>
          </a:p>
          <a:p>
            <a:pPr marL="0" indent="0">
              <a:buNone/>
            </a:pPr>
            <a:r>
              <a:rPr lang="en-IN" sz="1400" dirty="0"/>
              <a:t>            </a:t>
            </a:r>
            <a:r>
              <a:rPr lang="en-IN" sz="1400" dirty="0" err="1"/>
              <a:t>log.error</a:t>
            </a:r>
            <a:r>
              <a:rPr lang="en-IN" sz="1400" dirty="0"/>
              <a:t>("invalid user request");</a:t>
            </a:r>
          </a:p>
          <a:p>
            <a:pPr marL="0" indent="0">
              <a:buNone/>
            </a:pPr>
            <a:r>
              <a:rPr lang="en-IN" sz="1400" dirty="0"/>
              <a:t>            throw new </a:t>
            </a:r>
            <a:r>
              <a:rPr lang="en-IN" sz="1400" dirty="0" err="1"/>
              <a:t>UsernameNotFoundException</a:t>
            </a:r>
            <a:r>
              <a:rPr lang="en-IN" sz="1400" dirty="0"/>
              <a:t>("invalid user request !");</a:t>
            </a:r>
          </a:p>
          <a:p>
            <a:pPr marL="0" indent="0">
              <a:buNone/>
            </a:pPr>
            <a:r>
              <a:rPr lang="en-IN" sz="1400" dirty="0"/>
              <a:t>        }</a:t>
            </a:r>
          </a:p>
          <a:p>
            <a:pPr marL="0" indent="0">
              <a:buNone/>
            </a:pPr>
            <a:r>
              <a:rPr lang="en-IN" sz="1400" dirty="0"/>
              <a:t>    }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    @PostMapping("/addNewUser")</a:t>
            </a:r>
          </a:p>
          <a:p>
            <a:pPr marL="0" indent="0">
              <a:buNone/>
            </a:pPr>
            <a:r>
              <a:rPr lang="en-IN" sz="1400" dirty="0"/>
              <a:t>    public String </a:t>
            </a:r>
            <a:r>
              <a:rPr lang="en-IN" sz="1400" dirty="0" err="1"/>
              <a:t>addNewUser</a:t>
            </a:r>
            <a:r>
              <a:rPr lang="en-IN" sz="1400" dirty="0"/>
              <a:t>(@RequestBody User </a:t>
            </a:r>
            <a:r>
              <a:rPr lang="en-IN" sz="1400" dirty="0" err="1"/>
              <a:t>userInfo</a:t>
            </a:r>
            <a:r>
              <a:rPr lang="en-IN" sz="1400" dirty="0"/>
              <a:t>) {</a:t>
            </a:r>
          </a:p>
          <a:p>
            <a:pPr marL="0" indent="0">
              <a:buNone/>
            </a:pPr>
            <a:r>
              <a:rPr lang="en-IN" sz="1400" dirty="0"/>
              <a:t>        return </a:t>
            </a:r>
            <a:r>
              <a:rPr lang="en-IN" sz="1400" dirty="0" err="1"/>
              <a:t>service.addUser</a:t>
            </a:r>
            <a:r>
              <a:rPr lang="en-IN" sz="1400" dirty="0"/>
              <a:t>(</a:t>
            </a:r>
            <a:r>
              <a:rPr lang="en-IN" sz="1400" dirty="0" err="1"/>
              <a:t>userInfo</a:t>
            </a:r>
            <a:r>
              <a:rPr lang="en-IN" sz="1400" dirty="0"/>
              <a:t>);</a:t>
            </a:r>
          </a:p>
          <a:p>
            <a:pPr marL="0" indent="0">
              <a:buNone/>
            </a:pPr>
            <a:r>
              <a:rPr lang="en-IN" sz="1400" dirty="0"/>
              <a:t>    }</a:t>
            </a:r>
          </a:p>
          <a:p>
            <a:pPr marL="0" indent="0">
              <a:buNone/>
            </a:pPr>
            <a:r>
              <a:rPr lang="en-IN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57586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5BEB5-22C8-72A2-CD89-B69D5FAF5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-265811"/>
            <a:ext cx="10515600" cy="1325563"/>
          </a:xfrm>
        </p:spPr>
        <p:txBody>
          <a:bodyPr/>
          <a:lstStyle/>
          <a:p>
            <a:r>
              <a:rPr lang="en-US" dirty="0"/>
              <a:t>Main and running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80896-A944-F811-B229-9B62B66E91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59752"/>
            <a:ext cx="5181600" cy="56153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package </a:t>
            </a:r>
            <a:r>
              <a:rPr lang="en-IN" sz="1600" dirty="0" err="1"/>
              <a:t>com.abc</a:t>
            </a:r>
            <a:r>
              <a:rPr lang="en-IN" sz="1600" dirty="0"/>
              <a:t>;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import </a:t>
            </a:r>
            <a:r>
              <a:rPr lang="en-IN" sz="1600" dirty="0" err="1"/>
              <a:t>org.springframework.boot.SpringApplication</a:t>
            </a:r>
            <a:r>
              <a:rPr lang="en-IN" sz="1600" dirty="0"/>
              <a:t>;</a:t>
            </a:r>
          </a:p>
          <a:p>
            <a:pPr marL="0" indent="0">
              <a:buNone/>
            </a:pPr>
            <a:r>
              <a:rPr lang="en-IN" sz="1600" dirty="0"/>
              <a:t>import </a:t>
            </a:r>
            <a:r>
              <a:rPr lang="en-IN" sz="1600" dirty="0" err="1"/>
              <a:t>org.springframework.boot.autoconfigure.SpringBootApplication</a:t>
            </a:r>
            <a:r>
              <a:rPr lang="en-IN" sz="1600" dirty="0"/>
              <a:t>;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@SpringBootApplication</a:t>
            </a:r>
          </a:p>
          <a:p>
            <a:pPr marL="0" indent="0">
              <a:buNone/>
            </a:pPr>
            <a:r>
              <a:rPr lang="en-IN" sz="1600" dirty="0"/>
              <a:t>public class SpringSecurityApp1Application {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	public static void main(String[] </a:t>
            </a:r>
            <a:r>
              <a:rPr lang="en-IN" sz="1600" dirty="0" err="1"/>
              <a:t>args</a:t>
            </a:r>
            <a:r>
              <a:rPr lang="en-IN" sz="1600" dirty="0"/>
              <a:t>) {</a:t>
            </a:r>
          </a:p>
          <a:p>
            <a:pPr marL="0" indent="0">
              <a:buNone/>
            </a:pPr>
            <a:r>
              <a:rPr lang="en-IN" sz="1600" dirty="0"/>
              <a:t>		</a:t>
            </a:r>
            <a:r>
              <a:rPr lang="en-IN" sz="1600" dirty="0" err="1"/>
              <a:t>SpringApplication.run</a:t>
            </a:r>
            <a:r>
              <a:rPr lang="en-IN" sz="1600" dirty="0"/>
              <a:t>(SpringSecurityApp1Application.class, </a:t>
            </a:r>
            <a:r>
              <a:rPr lang="en-IN" sz="1600" dirty="0" err="1"/>
              <a:t>args</a:t>
            </a:r>
            <a:r>
              <a:rPr lang="en-IN" sz="1600" dirty="0"/>
              <a:t>);</a:t>
            </a:r>
          </a:p>
          <a:p>
            <a:pPr marL="0" indent="0">
              <a:buNone/>
            </a:pPr>
            <a:r>
              <a:rPr lang="en-IN" sz="1600" dirty="0"/>
              <a:t>	}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BEDA37-E459-2972-0938-42E7166E7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685800"/>
            <a:ext cx="5181600" cy="54911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post</a:t>
            </a:r>
          </a:p>
          <a:p>
            <a:pPr marL="0" indent="0">
              <a:buNone/>
            </a:pPr>
            <a:r>
              <a:rPr lang="en-IN" dirty="0"/>
              <a:t>http://localhost:8080/addNewUser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"name":"</a:t>
            </a:r>
            <a:r>
              <a:rPr lang="en-IN" dirty="0" err="1"/>
              <a:t>suresh</a:t>
            </a:r>
            <a:r>
              <a:rPr lang="en-IN" dirty="0"/>
              <a:t> </a:t>
            </a:r>
            <a:r>
              <a:rPr lang="en-IN" dirty="0" err="1"/>
              <a:t>kumar</a:t>
            </a:r>
            <a:r>
              <a:rPr lang="en-IN" dirty="0"/>
              <a:t>",</a:t>
            </a:r>
          </a:p>
          <a:p>
            <a:pPr marL="0" indent="0">
              <a:buNone/>
            </a:pPr>
            <a:r>
              <a:rPr lang="en-IN" dirty="0"/>
              <a:t>   "</a:t>
            </a:r>
            <a:r>
              <a:rPr lang="en-IN" dirty="0" err="1"/>
              <a:t>email":"suresh@ymail.com</a:t>
            </a:r>
            <a:r>
              <a:rPr lang="en-IN" dirty="0"/>
              <a:t>",</a:t>
            </a:r>
          </a:p>
          <a:p>
            <a:pPr marL="0" indent="0">
              <a:buNone/>
            </a:pPr>
            <a:r>
              <a:rPr lang="en-IN" dirty="0"/>
              <a:t>   "password":"1234",</a:t>
            </a:r>
          </a:p>
          <a:p>
            <a:pPr marL="0" indent="0">
              <a:buNone/>
            </a:pPr>
            <a:r>
              <a:rPr lang="en-IN" dirty="0"/>
              <a:t>   "</a:t>
            </a:r>
            <a:r>
              <a:rPr lang="en-IN" dirty="0" err="1"/>
              <a:t>roles":"ROLE_USER</a:t>
            </a:r>
            <a:r>
              <a:rPr lang="en-IN" dirty="0"/>
              <a:t>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post</a:t>
            </a:r>
          </a:p>
          <a:p>
            <a:pPr marL="0" indent="0">
              <a:buNone/>
            </a:pPr>
            <a:r>
              <a:rPr lang="en-IN" dirty="0"/>
              <a:t>http://localhost:8080/generateToken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"username":"</a:t>
            </a:r>
            <a:r>
              <a:rPr lang="en-IN" dirty="0" err="1"/>
              <a:t>suresh</a:t>
            </a:r>
            <a:r>
              <a:rPr lang="en-IN" dirty="0"/>
              <a:t> </a:t>
            </a:r>
            <a:r>
              <a:rPr lang="en-IN" dirty="0" err="1"/>
              <a:t>kumar</a:t>
            </a:r>
            <a:r>
              <a:rPr lang="en-IN" dirty="0"/>
              <a:t>",</a:t>
            </a:r>
          </a:p>
          <a:p>
            <a:pPr marL="0" indent="0">
              <a:buNone/>
            </a:pPr>
            <a:r>
              <a:rPr lang="en-IN" dirty="0"/>
              <a:t>   "password":"1234"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6438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2684</Words>
  <Application>Microsoft Office PowerPoint</Application>
  <PresentationFormat>Widescreen</PresentationFormat>
  <Paragraphs>385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Introduction to JWT and Spring Boot </vt:lpstr>
      <vt:lpstr>What is a JWT?  </vt:lpstr>
      <vt:lpstr>The JWT structure</vt:lpstr>
      <vt:lpstr>The Header </vt:lpstr>
      <vt:lpstr>The Payload (Claims) </vt:lpstr>
      <vt:lpstr>The Signature</vt:lpstr>
      <vt:lpstr>How JWTs work (The flow) </vt:lpstr>
      <vt:lpstr>Advantages of JWT </vt:lpstr>
      <vt:lpstr>Security Best Practices </vt:lpstr>
      <vt:lpstr>Why use JWT with Spring Boot? </vt:lpstr>
      <vt:lpstr>Project Setup</vt:lpstr>
      <vt:lpstr>SecurityConfig.java</vt:lpstr>
      <vt:lpstr>JwtAuthFilter</vt:lpstr>
      <vt:lpstr>Model/dto</vt:lpstr>
      <vt:lpstr>UserPrincipal</vt:lpstr>
      <vt:lpstr>PowerPoint Presentation</vt:lpstr>
      <vt:lpstr>jwtservice</vt:lpstr>
      <vt:lpstr>PowerPoint Presentation</vt:lpstr>
      <vt:lpstr>userservice</vt:lpstr>
      <vt:lpstr>personcontroller</vt:lpstr>
      <vt:lpstr>Main and running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Shankar (Contractor)</dc:creator>
  <cp:lastModifiedBy>Kumar, Shankar (Contractor)</cp:lastModifiedBy>
  <cp:revision>1</cp:revision>
  <dcterms:created xsi:type="dcterms:W3CDTF">2025-10-29T08:09:27Z</dcterms:created>
  <dcterms:modified xsi:type="dcterms:W3CDTF">2025-10-29T11:11:40Z</dcterms:modified>
</cp:coreProperties>
</file>