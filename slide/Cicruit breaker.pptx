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65" r:id="rId4"/>
    <p:sldId id="266" r:id="rId5"/>
    <p:sldId id="267" r:id="rId6"/>
    <p:sldId id="268" r:id="rId7"/>
    <p:sldId id="269" r:id="rId8"/>
    <p:sldId id="257" r:id="rId9"/>
    <p:sldId id="258" r:id="rId10"/>
    <p:sldId id="259" r:id="rId11"/>
    <p:sldId id="271" r:id="rId12"/>
    <p:sldId id="270" r:id="rId13"/>
    <p:sldId id="260" r:id="rId14"/>
    <p:sldId id="261" r:id="rId15"/>
    <p:sldId id="262" r:id="rId16"/>
    <p:sldId id="263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D067A13-E18E-436E-AAEB-931E55A07531}" v="31" dt="2025-11-03T04:00:34.4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umar, Shankar (Contractor)" userId="d7d2038c-4287-4a61-af48-330653fba828" providerId="ADAL" clId="{715A71CE-967C-41F9-8557-9EA2E601B47A}"/>
    <pc:docChg chg="undo custSel addSld modSld">
      <pc:chgData name="Kumar, Shankar (Contractor)" userId="d7d2038c-4287-4a61-af48-330653fba828" providerId="ADAL" clId="{715A71CE-967C-41F9-8557-9EA2E601B47A}" dt="2025-11-03T04:14:58.883" v="363" actId="20577"/>
      <pc:docMkLst>
        <pc:docMk/>
      </pc:docMkLst>
      <pc:sldChg chg="modSp mod">
        <pc:chgData name="Kumar, Shankar (Contractor)" userId="d7d2038c-4287-4a61-af48-330653fba828" providerId="ADAL" clId="{715A71CE-967C-41F9-8557-9EA2E601B47A}" dt="2025-10-31T04:42:42.148" v="55" actId="20577"/>
        <pc:sldMkLst>
          <pc:docMk/>
          <pc:sldMk cId="1515637306" sldId="257"/>
        </pc:sldMkLst>
        <pc:spChg chg="mod">
          <ac:chgData name="Kumar, Shankar (Contractor)" userId="d7d2038c-4287-4a61-af48-330653fba828" providerId="ADAL" clId="{715A71CE-967C-41F9-8557-9EA2E601B47A}" dt="2025-10-31T04:42:42.148" v="55" actId="20577"/>
          <ac:spMkLst>
            <pc:docMk/>
            <pc:sldMk cId="1515637306" sldId="257"/>
            <ac:spMk id="2" creationId="{49D4A337-F611-55F2-A9AF-79D3B7D707E4}"/>
          </ac:spMkLst>
        </pc:spChg>
        <pc:spChg chg="mod">
          <ac:chgData name="Kumar, Shankar (Contractor)" userId="d7d2038c-4287-4a61-af48-330653fba828" providerId="ADAL" clId="{715A71CE-967C-41F9-8557-9EA2E601B47A}" dt="2025-10-31T04:40:47.739" v="3" actId="27636"/>
          <ac:spMkLst>
            <pc:docMk/>
            <pc:sldMk cId="1515637306" sldId="257"/>
            <ac:spMk id="3" creationId="{9FD2007E-5EAD-2CF2-5051-1D52E71D28C0}"/>
          </ac:spMkLst>
        </pc:spChg>
      </pc:sldChg>
      <pc:sldChg chg="addSp delSp modSp new mod">
        <pc:chgData name="Kumar, Shankar (Contractor)" userId="d7d2038c-4287-4a61-af48-330653fba828" providerId="ADAL" clId="{715A71CE-967C-41F9-8557-9EA2E601B47A}" dt="2025-10-31T04:42:27.096" v="38" actId="20577"/>
        <pc:sldMkLst>
          <pc:docMk/>
          <pc:sldMk cId="495679418" sldId="258"/>
        </pc:sldMkLst>
        <pc:spChg chg="mod">
          <ac:chgData name="Kumar, Shankar (Contractor)" userId="d7d2038c-4287-4a61-af48-330653fba828" providerId="ADAL" clId="{715A71CE-967C-41F9-8557-9EA2E601B47A}" dt="2025-10-31T04:42:27.096" v="38" actId="20577"/>
          <ac:spMkLst>
            <pc:docMk/>
            <pc:sldMk cId="495679418" sldId="258"/>
            <ac:spMk id="3" creationId="{26CFE447-5F6D-1962-290C-19F4D99D2A00}"/>
          </ac:spMkLst>
        </pc:spChg>
      </pc:sldChg>
      <pc:sldChg chg="addSp modSp new mod modClrScheme chgLayout">
        <pc:chgData name="Kumar, Shankar (Contractor)" userId="d7d2038c-4287-4a61-af48-330653fba828" providerId="ADAL" clId="{715A71CE-967C-41F9-8557-9EA2E601B47A}" dt="2025-10-31T04:45:45.907" v="132" actId="255"/>
        <pc:sldMkLst>
          <pc:docMk/>
          <pc:sldMk cId="1767069336" sldId="259"/>
        </pc:sldMkLst>
        <pc:spChg chg="mod ord">
          <ac:chgData name="Kumar, Shankar (Contractor)" userId="d7d2038c-4287-4a61-af48-330653fba828" providerId="ADAL" clId="{715A71CE-967C-41F9-8557-9EA2E601B47A}" dt="2025-10-31T04:44:26.399" v="123" actId="27636"/>
          <ac:spMkLst>
            <pc:docMk/>
            <pc:sldMk cId="1767069336" sldId="259"/>
            <ac:spMk id="2" creationId="{23C15CD6-67C3-8519-EC5F-0491BC674181}"/>
          </ac:spMkLst>
        </pc:spChg>
        <pc:spChg chg="mod ord">
          <ac:chgData name="Kumar, Shankar (Contractor)" userId="d7d2038c-4287-4a61-af48-330653fba828" providerId="ADAL" clId="{715A71CE-967C-41F9-8557-9EA2E601B47A}" dt="2025-10-31T04:45:45.907" v="132" actId="255"/>
          <ac:spMkLst>
            <pc:docMk/>
            <pc:sldMk cId="1767069336" sldId="259"/>
            <ac:spMk id="3" creationId="{DCC646E5-22ED-EADC-19B7-DF9416957F40}"/>
          </ac:spMkLst>
        </pc:spChg>
        <pc:spChg chg="add mod ord">
          <ac:chgData name="Kumar, Shankar (Contractor)" userId="d7d2038c-4287-4a61-af48-330653fba828" providerId="ADAL" clId="{715A71CE-967C-41F9-8557-9EA2E601B47A}" dt="2025-10-31T04:45:35.608" v="131" actId="20577"/>
          <ac:spMkLst>
            <pc:docMk/>
            <pc:sldMk cId="1767069336" sldId="259"/>
            <ac:spMk id="4" creationId="{28A9639C-97FF-7909-3B84-CEF4577D2E56}"/>
          </ac:spMkLst>
        </pc:spChg>
      </pc:sldChg>
      <pc:sldChg chg="addSp delSp modSp new mod modClrScheme chgLayout">
        <pc:chgData name="Kumar, Shankar (Contractor)" userId="d7d2038c-4287-4a61-af48-330653fba828" providerId="ADAL" clId="{715A71CE-967C-41F9-8557-9EA2E601B47A}" dt="2025-10-31T04:47:51.276" v="223" actId="5793"/>
        <pc:sldMkLst>
          <pc:docMk/>
          <pc:sldMk cId="1563587104" sldId="260"/>
        </pc:sldMkLst>
        <pc:spChg chg="add mod ord">
          <ac:chgData name="Kumar, Shankar (Contractor)" userId="d7d2038c-4287-4a61-af48-330653fba828" providerId="ADAL" clId="{715A71CE-967C-41F9-8557-9EA2E601B47A}" dt="2025-10-31T04:46:33.081" v="163" actId="20577"/>
          <ac:spMkLst>
            <pc:docMk/>
            <pc:sldMk cId="1563587104" sldId="260"/>
            <ac:spMk id="5" creationId="{374F2F2A-2DAD-6460-C497-E5C63844BC6F}"/>
          </ac:spMkLst>
        </pc:spChg>
        <pc:spChg chg="add mod ord">
          <ac:chgData name="Kumar, Shankar (Contractor)" userId="d7d2038c-4287-4a61-af48-330653fba828" providerId="ADAL" clId="{715A71CE-967C-41F9-8557-9EA2E601B47A}" dt="2025-10-31T04:47:51.276" v="223" actId="5793"/>
          <ac:spMkLst>
            <pc:docMk/>
            <pc:sldMk cId="1563587104" sldId="260"/>
            <ac:spMk id="6" creationId="{2799A06A-5838-94E0-55A4-B2A07D2AEC8F}"/>
          </ac:spMkLst>
        </pc:spChg>
      </pc:sldChg>
      <pc:sldChg chg="modSp new mod">
        <pc:chgData name="Kumar, Shankar (Contractor)" userId="d7d2038c-4287-4a61-af48-330653fba828" providerId="ADAL" clId="{715A71CE-967C-41F9-8557-9EA2E601B47A}" dt="2025-10-31T04:48:25.338" v="233" actId="20577"/>
        <pc:sldMkLst>
          <pc:docMk/>
          <pc:sldMk cId="3001038873" sldId="261"/>
        </pc:sldMkLst>
        <pc:spChg chg="mod">
          <ac:chgData name="Kumar, Shankar (Contractor)" userId="d7d2038c-4287-4a61-af48-330653fba828" providerId="ADAL" clId="{715A71CE-967C-41F9-8557-9EA2E601B47A}" dt="2025-10-31T04:48:25.338" v="233" actId="20577"/>
          <ac:spMkLst>
            <pc:docMk/>
            <pc:sldMk cId="3001038873" sldId="261"/>
            <ac:spMk id="3" creationId="{2638E823-D332-A0E0-F550-ECA01904B14D}"/>
          </ac:spMkLst>
        </pc:spChg>
      </pc:sldChg>
      <pc:sldChg chg="delSp modSp new mod">
        <pc:chgData name="Kumar, Shankar (Contractor)" userId="d7d2038c-4287-4a61-af48-330653fba828" providerId="ADAL" clId="{715A71CE-967C-41F9-8557-9EA2E601B47A}" dt="2025-10-31T04:51:00.925" v="255" actId="478"/>
        <pc:sldMkLst>
          <pc:docMk/>
          <pc:sldMk cId="2689839486" sldId="262"/>
        </pc:sldMkLst>
        <pc:spChg chg="mod">
          <ac:chgData name="Kumar, Shankar (Contractor)" userId="d7d2038c-4287-4a61-af48-330653fba828" providerId="ADAL" clId="{715A71CE-967C-41F9-8557-9EA2E601B47A}" dt="2025-10-31T04:50:58.464" v="254" actId="1076"/>
          <ac:spMkLst>
            <pc:docMk/>
            <pc:sldMk cId="2689839486" sldId="262"/>
            <ac:spMk id="3" creationId="{1BFB53CD-6BDA-366D-4292-2055DECD9B08}"/>
          </ac:spMkLst>
        </pc:spChg>
      </pc:sldChg>
      <pc:sldChg chg="modSp new mod">
        <pc:chgData name="Kumar, Shankar (Contractor)" userId="d7d2038c-4287-4a61-af48-330653fba828" providerId="ADAL" clId="{715A71CE-967C-41F9-8557-9EA2E601B47A}" dt="2025-11-03T04:14:58.883" v="363" actId="20577"/>
        <pc:sldMkLst>
          <pc:docMk/>
          <pc:sldMk cId="2300822885" sldId="263"/>
        </pc:sldMkLst>
        <pc:spChg chg="mod">
          <ac:chgData name="Kumar, Shankar (Contractor)" userId="d7d2038c-4287-4a61-af48-330653fba828" providerId="ADAL" clId="{715A71CE-967C-41F9-8557-9EA2E601B47A}" dt="2025-11-03T04:14:58.883" v="363" actId="20577"/>
          <ac:spMkLst>
            <pc:docMk/>
            <pc:sldMk cId="2300822885" sldId="263"/>
            <ac:spMk id="3" creationId="{945BB73D-8628-9B69-8859-1CACFE29F224}"/>
          </ac:spMkLst>
        </pc:spChg>
      </pc:sldChg>
      <pc:sldChg chg="addSp modSp new mod">
        <pc:chgData name="Kumar, Shankar (Contractor)" userId="d7d2038c-4287-4a61-af48-330653fba828" providerId="ADAL" clId="{715A71CE-967C-41F9-8557-9EA2E601B47A}" dt="2025-11-03T03:53:36.673" v="282" actId="1076"/>
        <pc:sldMkLst>
          <pc:docMk/>
          <pc:sldMk cId="161418347" sldId="264"/>
        </pc:sldMkLst>
        <pc:spChg chg="mod">
          <ac:chgData name="Kumar, Shankar (Contractor)" userId="d7d2038c-4287-4a61-af48-330653fba828" providerId="ADAL" clId="{715A71CE-967C-41F9-8557-9EA2E601B47A}" dt="2025-11-03T03:53:33.412" v="281" actId="27636"/>
          <ac:spMkLst>
            <pc:docMk/>
            <pc:sldMk cId="161418347" sldId="264"/>
            <ac:spMk id="2" creationId="{58D55D59-98A6-3B8B-8EBD-191DD9FB0BD9}"/>
          </ac:spMkLst>
        </pc:spChg>
        <pc:picChg chg="add mod">
          <ac:chgData name="Kumar, Shankar (Contractor)" userId="d7d2038c-4287-4a61-af48-330653fba828" providerId="ADAL" clId="{715A71CE-967C-41F9-8557-9EA2E601B47A}" dt="2025-11-03T03:53:36.673" v="282" actId="1076"/>
          <ac:picMkLst>
            <pc:docMk/>
            <pc:sldMk cId="161418347" sldId="264"/>
            <ac:picMk id="1026" creationId="{205E8BA1-C4D1-FDB1-E5C0-FF0201F5215A}"/>
          </ac:picMkLst>
        </pc:picChg>
      </pc:sldChg>
      <pc:sldChg chg="modSp new mod">
        <pc:chgData name="Kumar, Shankar (Contractor)" userId="d7d2038c-4287-4a61-af48-330653fba828" providerId="ADAL" clId="{715A71CE-967C-41F9-8557-9EA2E601B47A}" dt="2025-11-03T03:52:36.951" v="272" actId="20577"/>
        <pc:sldMkLst>
          <pc:docMk/>
          <pc:sldMk cId="1120915671" sldId="265"/>
        </pc:sldMkLst>
        <pc:spChg chg="mod">
          <ac:chgData name="Kumar, Shankar (Contractor)" userId="d7d2038c-4287-4a61-af48-330653fba828" providerId="ADAL" clId="{715A71CE-967C-41F9-8557-9EA2E601B47A}" dt="2025-11-03T03:52:36.951" v="272" actId="20577"/>
          <ac:spMkLst>
            <pc:docMk/>
            <pc:sldMk cId="1120915671" sldId="265"/>
            <ac:spMk id="3" creationId="{5235AC03-EC30-CC10-8EDA-39E554A9794A}"/>
          </ac:spMkLst>
        </pc:spChg>
      </pc:sldChg>
      <pc:sldChg chg="addSp delSp new mod">
        <pc:chgData name="Kumar, Shankar (Contractor)" userId="d7d2038c-4287-4a61-af48-330653fba828" providerId="ADAL" clId="{715A71CE-967C-41F9-8557-9EA2E601B47A}" dt="2025-11-03T03:53:11.478" v="278"/>
        <pc:sldMkLst>
          <pc:docMk/>
          <pc:sldMk cId="3056994185" sldId="266"/>
        </pc:sldMkLst>
        <pc:spChg chg="add del">
          <ac:chgData name="Kumar, Shankar (Contractor)" userId="d7d2038c-4287-4a61-af48-330653fba828" providerId="ADAL" clId="{715A71CE-967C-41F9-8557-9EA2E601B47A}" dt="2025-11-03T03:52:58.305" v="275" actId="22"/>
          <ac:spMkLst>
            <pc:docMk/>
            <pc:sldMk cId="3056994185" sldId="266"/>
            <ac:spMk id="5" creationId="{7BE7313F-CBFA-4DAD-0019-CCAC4BEEB228}"/>
          </ac:spMkLst>
        </pc:spChg>
        <pc:spChg chg="add del">
          <ac:chgData name="Kumar, Shankar (Contractor)" userId="d7d2038c-4287-4a61-af48-330653fba828" providerId="ADAL" clId="{715A71CE-967C-41F9-8557-9EA2E601B47A}" dt="2025-11-03T03:53:01.493" v="277" actId="22"/>
          <ac:spMkLst>
            <pc:docMk/>
            <pc:sldMk cId="3056994185" sldId="266"/>
            <ac:spMk id="7" creationId="{B0B1C816-EE91-3434-820F-2F31EBE1AC77}"/>
          </ac:spMkLst>
        </pc:spChg>
        <pc:picChg chg="add">
          <ac:chgData name="Kumar, Shankar (Contractor)" userId="d7d2038c-4287-4a61-af48-330653fba828" providerId="ADAL" clId="{715A71CE-967C-41F9-8557-9EA2E601B47A}" dt="2025-11-03T03:53:11.478" v="278"/>
          <ac:picMkLst>
            <pc:docMk/>
            <pc:sldMk cId="3056994185" sldId="266"/>
            <ac:picMk id="2050" creationId="{97C792A1-7A21-1A0C-7FB6-5194B7B39740}"/>
          </ac:picMkLst>
        </pc:picChg>
      </pc:sldChg>
      <pc:sldChg chg="modSp new mod">
        <pc:chgData name="Kumar, Shankar (Contractor)" userId="d7d2038c-4287-4a61-af48-330653fba828" providerId="ADAL" clId="{715A71CE-967C-41F9-8557-9EA2E601B47A}" dt="2025-11-03T03:54:49.619" v="287" actId="20577"/>
        <pc:sldMkLst>
          <pc:docMk/>
          <pc:sldMk cId="1853794081" sldId="267"/>
        </pc:sldMkLst>
        <pc:spChg chg="mod">
          <ac:chgData name="Kumar, Shankar (Contractor)" userId="d7d2038c-4287-4a61-af48-330653fba828" providerId="ADAL" clId="{715A71CE-967C-41F9-8557-9EA2E601B47A}" dt="2025-11-03T03:54:23.524" v="284" actId="27636"/>
          <ac:spMkLst>
            <pc:docMk/>
            <pc:sldMk cId="1853794081" sldId="267"/>
            <ac:spMk id="2" creationId="{4F3E8DA0-BD3F-49C3-39B0-2E453AA27B3B}"/>
          </ac:spMkLst>
        </pc:spChg>
        <pc:spChg chg="mod">
          <ac:chgData name="Kumar, Shankar (Contractor)" userId="d7d2038c-4287-4a61-af48-330653fba828" providerId="ADAL" clId="{715A71CE-967C-41F9-8557-9EA2E601B47A}" dt="2025-11-03T03:54:49.619" v="287" actId="20577"/>
          <ac:spMkLst>
            <pc:docMk/>
            <pc:sldMk cId="1853794081" sldId="267"/>
            <ac:spMk id="3" creationId="{27CEEAAD-F165-84AC-9313-D3FCB9649421}"/>
          </ac:spMkLst>
        </pc:spChg>
      </pc:sldChg>
      <pc:sldChg chg="modSp new">
        <pc:chgData name="Kumar, Shankar (Contractor)" userId="d7d2038c-4287-4a61-af48-330653fba828" providerId="ADAL" clId="{715A71CE-967C-41F9-8557-9EA2E601B47A}" dt="2025-11-03T03:55:14.509" v="289"/>
        <pc:sldMkLst>
          <pc:docMk/>
          <pc:sldMk cId="2163415179" sldId="268"/>
        </pc:sldMkLst>
        <pc:spChg chg="mod">
          <ac:chgData name="Kumar, Shankar (Contractor)" userId="d7d2038c-4287-4a61-af48-330653fba828" providerId="ADAL" clId="{715A71CE-967C-41F9-8557-9EA2E601B47A}" dt="2025-11-03T03:55:14.509" v="289"/>
          <ac:spMkLst>
            <pc:docMk/>
            <pc:sldMk cId="2163415179" sldId="268"/>
            <ac:spMk id="3" creationId="{3780F880-6DE2-F523-0F32-C3FB94744F89}"/>
          </ac:spMkLst>
        </pc:spChg>
      </pc:sldChg>
      <pc:sldChg chg="modSp new mod">
        <pc:chgData name="Kumar, Shankar (Contractor)" userId="d7d2038c-4287-4a61-af48-330653fba828" providerId="ADAL" clId="{715A71CE-967C-41F9-8557-9EA2E601B47A}" dt="2025-11-03T03:55:28.134" v="292" actId="27636"/>
        <pc:sldMkLst>
          <pc:docMk/>
          <pc:sldMk cId="3442636093" sldId="269"/>
        </pc:sldMkLst>
        <pc:spChg chg="mod">
          <ac:chgData name="Kumar, Shankar (Contractor)" userId="d7d2038c-4287-4a61-af48-330653fba828" providerId="ADAL" clId="{715A71CE-967C-41F9-8557-9EA2E601B47A}" dt="2025-11-03T03:55:28.134" v="292" actId="27636"/>
          <ac:spMkLst>
            <pc:docMk/>
            <pc:sldMk cId="3442636093" sldId="269"/>
            <ac:spMk id="3" creationId="{61F6718D-0141-114C-A52E-A9E906D17227}"/>
          </ac:spMkLst>
        </pc:spChg>
      </pc:sldChg>
      <pc:sldChg chg="modSp new mod">
        <pc:chgData name="Kumar, Shankar (Contractor)" userId="d7d2038c-4287-4a61-af48-330653fba828" providerId="ADAL" clId="{715A71CE-967C-41F9-8557-9EA2E601B47A}" dt="2025-11-03T04:00:04.664" v="335" actId="20577"/>
        <pc:sldMkLst>
          <pc:docMk/>
          <pc:sldMk cId="1989909918" sldId="270"/>
        </pc:sldMkLst>
        <pc:spChg chg="mod">
          <ac:chgData name="Kumar, Shankar (Contractor)" userId="d7d2038c-4287-4a61-af48-330653fba828" providerId="ADAL" clId="{715A71CE-967C-41F9-8557-9EA2E601B47A}" dt="2025-11-03T03:57:18.340" v="300" actId="27636"/>
          <ac:spMkLst>
            <pc:docMk/>
            <pc:sldMk cId="1989909918" sldId="270"/>
            <ac:spMk id="3" creationId="{5D353F2F-59C2-DA28-66C3-5CF1F9A7539B}"/>
          </ac:spMkLst>
        </pc:spChg>
        <pc:spChg chg="mod">
          <ac:chgData name="Kumar, Shankar (Contractor)" userId="d7d2038c-4287-4a61-af48-330653fba828" providerId="ADAL" clId="{715A71CE-967C-41F9-8557-9EA2E601B47A}" dt="2025-11-03T04:00:04.664" v="335" actId="20577"/>
          <ac:spMkLst>
            <pc:docMk/>
            <pc:sldMk cId="1989909918" sldId="270"/>
            <ac:spMk id="4" creationId="{04221E4E-2FCF-9EB8-083A-DEB5AF8F4A87}"/>
          </ac:spMkLst>
        </pc:spChg>
      </pc:sldChg>
      <pc:sldChg chg="addSp delSp modSp new mod modClrScheme chgLayout">
        <pc:chgData name="Kumar, Shankar (Contractor)" userId="d7d2038c-4287-4a61-af48-330653fba828" providerId="ADAL" clId="{715A71CE-967C-41F9-8557-9EA2E601B47A}" dt="2025-11-03T04:14:13.859" v="355" actId="20577"/>
        <pc:sldMkLst>
          <pc:docMk/>
          <pc:sldMk cId="251100690" sldId="271"/>
        </pc:sldMkLst>
        <pc:spChg chg="del mod ord">
          <ac:chgData name="Kumar, Shankar (Contractor)" userId="d7d2038c-4287-4a61-af48-330653fba828" providerId="ADAL" clId="{715A71CE-967C-41F9-8557-9EA2E601B47A}" dt="2025-11-03T03:57:48.914" v="304" actId="700"/>
          <ac:spMkLst>
            <pc:docMk/>
            <pc:sldMk cId="251100690" sldId="271"/>
            <ac:spMk id="2" creationId="{36F3300F-1776-496D-ED8F-A246F3B3C24A}"/>
          </ac:spMkLst>
        </pc:spChg>
        <pc:spChg chg="del mod ord">
          <ac:chgData name="Kumar, Shankar (Contractor)" userId="d7d2038c-4287-4a61-af48-330653fba828" providerId="ADAL" clId="{715A71CE-967C-41F9-8557-9EA2E601B47A}" dt="2025-11-03T03:57:48.914" v="304" actId="700"/>
          <ac:spMkLst>
            <pc:docMk/>
            <pc:sldMk cId="251100690" sldId="271"/>
            <ac:spMk id="3" creationId="{5F1D3E46-C2FB-55D4-00D3-3103775584B3}"/>
          </ac:spMkLst>
        </pc:spChg>
        <pc:spChg chg="del">
          <ac:chgData name="Kumar, Shankar (Contractor)" userId="d7d2038c-4287-4a61-af48-330653fba828" providerId="ADAL" clId="{715A71CE-967C-41F9-8557-9EA2E601B47A}" dt="2025-11-03T03:57:48.914" v="304" actId="700"/>
          <ac:spMkLst>
            <pc:docMk/>
            <pc:sldMk cId="251100690" sldId="271"/>
            <ac:spMk id="4" creationId="{C88B75C9-DD6F-71F0-940F-2A430025FE23}"/>
          </ac:spMkLst>
        </pc:spChg>
        <pc:spChg chg="add mod ord">
          <ac:chgData name="Kumar, Shankar (Contractor)" userId="d7d2038c-4287-4a61-af48-330653fba828" providerId="ADAL" clId="{715A71CE-967C-41F9-8557-9EA2E601B47A}" dt="2025-11-03T03:57:48.914" v="304" actId="700"/>
          <ac:spMkLst>
            <pc:docMk/>
            <pc:sldMk cId="251100690" sldId="271"/>
            <ac:spMk id="5" creationId="{60E8A131-2E11-3A4C-75D0-683E7DBED565}"/>
          </ac:spMkLst>
        </pc:spChg>
        <pc:spChg chg="add mod ord">
          <ac:chgData name="Kumar, Shankar (Contractor)" userId="d7d2038c-4287-4a61-af48-330653fba828" providerId="ADAL" clId="{715A71CE-967C-41F9-8557-9EA2E601B47A}" dt="2025-11-03T04:14:13.859" v="355" actId="20577"/>
          <ac:spMkLst>
            <pc:docMk/>
            <pc:sldMk cId="251100690" sldId="271"/>
            <ac:spMk id="6" creationId="{92531282-0680-8F06-2A27-348A0E128D7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AAC14-4441-1790-9236-BC6EF3BE24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308A18-6E60-DB80-96CA-1ECC13C3CE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676516-523E-BA38-4EEC-F11BD61B2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BCC5F-2493-4557-9C08-3B4588ED5EC1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F5DC54-C089-19FC-D2B0-B2E2F22D8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7B8CB6-D2EC-EACD-A860-CC4601BC0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3B183-E141-4A42-8034-1AE3B2194B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6800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30436-9D57-619C-BAC1-682F16248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8025A1-E0D1-FF5F-DDF1-06B6F9F79B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CD933B-2219-D1FA-212A-367986B62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BCC5F-2493-4557-9C08-3B4588ED5EC1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3007B7-204C-4477-44F1-FC25842D3C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4125F1-29CB-63BB-CA64-5A82E80A2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3B183-E141-4A42-8034-1AE3B2194B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09541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70186-596E-CF52-FFF1-945365733D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038F7D-6826-F9BC-6920-6588C66BE1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F2679F-0D6D-4F43-7636-1C96A8B77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BCC5F-2493-4557-9C08-3B4588ED5EC1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83B12A-36DF-2D02-4071-FF4BFE563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B25304-B050-1BF0-92B5-4AA9B1C40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3B183-E141-4A42-8034-1AE3B2194B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13977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6577D-7D9E-8812-F0A5-200395606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52CC00-09F8-B863-4814-3428C4C225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E0F00F-2347-03F0-2E03-1E491BD911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AA1ABE-3CAC-B36F-7823-76B5D24E28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BCC5F-2493-4557-9C08-3B4588ED5EC1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407E00-271C-9347-7B3A-7B57C9481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5CF7EC-A5A4-FDBC-34E6-72A739B64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3B183-E141-4A42-8034-1AE3B2194B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4184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F2809-749A-BE19-5BC0-9A5D0E930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4683BF-BE66-4ACD-029B-E108B5DB5B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EFD6B2-EA08-A3A9-477A-669F537434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BB6D7B0-BD0E-0FAB-79C4-1E8F979603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260DF88-2CAA-2196-D3D5-E5EC73A874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B71FB3F-311A-49A6-EFC3-9A53F498E4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BCC5F-2493-4557-9C08-3B4588ED5EC1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31B9E83-7B68-B389-F838-9988F071A1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079C9F-BE5A-AE4C-413B-81F9FD0E8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3B183-E141-4A42-8034-1AE3B2194B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6701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02D634-853B-99C3-B62B-90C5378F8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CB6CA-6252-D921-03B9-BE16BE460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BCC5F-2493-4557-9C08-3B4588ED5EC1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AFAEBC-3623-1723-F82C-736554E6A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CC414B-E13E-7A95-EBA2-30FF70D24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3B183-E141-4A42-8034-1AE3B2194B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25823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CBD209-18CB-8061-D5A3-E46947475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BCC5F-2493-4557-9C08-3B4588ED5EC1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C0990A-4AAA-F459-D480-0DEEB42D1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F7AB59-1336-95D2-698D-2887EAA4B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3B183-E141-4A42-8034-1AE3B2194B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56283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9E428-0180-56BF-E3B2-F2369250F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271C76-7865-E275-9994-96CD42366A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8D0D1C-DA89-5CF5-D839-92CBE5D8DD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49018F-B467-6348-C5CF-46792813B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BCC5F-2493-4557-9C08-3B4588ED5EC1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80E68C-C8CF-4EE1-4C86-0E27AFC0B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D30AFC-C115-D242-5A37-8D877E53E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3B183-E141-4A42-8034-1AE3B2194B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10522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34BB4-DE09-C5F9-D361-956C4541E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0F0D34-2BC3-31F2-15BD-B8055139B3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FE7B79-62A1-133D-4D24-B81E0EFB74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35393E-7A2F-4F95-0829-5780CA6FD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BCC5F-2493-4557-9C08-3B4588ED5EC1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F9BFD8-3866-704D-F5D7-B52E49F5AD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0C71B9-7EAB-6321-2A02-813D6D5FD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3B183-E141-4A42-8034-1AE3B2194B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5487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B1D00-BDD1-C75B-6308-507F01BB0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C94C4A-853D-80E8-F127-8164D6CA8D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06221B-02CF-A692-4407-62DF4D668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BCC5F-2493-4557-9C08-3B4588ED5EC1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FF7224-01DA-4DC9-2AB6-4A5F1212AF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266B27-5C5C-88AF-9BAB-AB6493E74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3B183-E141-4A42-8034-1AE3B2194B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17620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5D29508-0AA7-3269-C1DB-904F4710B2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1B5482-22F7-941D-A569-A6D177CE41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47DF9D-46A5-6381-64CC-DA8D62028F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BCC5F-2493-4557-9C08-3B4588ED5EC1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054792-3960-648D-A5F2-7A53D8719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05BEFE-4305-F7C8-AE3C-F44715261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3B183-E141-4A42-8034-1AE3B2194B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82717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6F3AC68-8FDA-EC13-8E60-2110043615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A6EFA7-B56B-C6C1-FFDD-74CA2BE122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CFDD44-B264-23B2-18CE-8554CAC862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5BCC5F-2493-4557-9C08-3B4588ED5EC1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16C1CD-6DFA-3746-C831-87A196C1D5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D56A70-19A2-BB65-D98D-754E04AA30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A3B183-E141-4A42-8034-1AE3B2194B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94373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BB80C-E4FC-4FC4-25FD-70F5ABDFB79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Cicruit</a:t>
            </a:r>
            <a:r>
              <a:rPr lang="en-US" dirty="0"/>
              <a:t> breaker 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55F2D9-B7F3-0EAD-551B-62290C04CC7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11119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55D59-98A6-3B8B-8EBD-191DD9FB0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Circuit Breaker has three states: </a:t>
            </a:r>
            <a:r>
              <a:rPr lang="en-US" b="1" dirty="0"/>
              <a:t>Closed</a:t>
            </a:r>
            <a:r>
              <a:rPr lang="en-US" dirty="0"/>
              <a:t>, </a:t>
            </a:r>
            <a:r>
              <a:rPr lang="en-US" b="1" dirty="0"/>
              <a:t>Open,</a:t>
            </a:r>
            <a:r>
              <a:rPr lang="en-US" dirty="0"/>
              <a:t> and </a:t>
            </a:r>
            <a:r>
              <a:rPr lang="en-US" b="1" dirty="0" err="1"/>
              <a:t>Half_Open</a:t>
            </a:r>
            <a:r>
              <a:rPr lang="en-US" dirty="0"/>
              <a:t>.</a:t>
            </a:r>
            <a:br>
              <a:rPr lang="en-US" dirty="0"/>
            </a:b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88FAAB-8499-860F-88F6-005CB29B99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05E8BA1-C4D1-FDB1-E5C0-FF0201F521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5437" y="1577975"/>
            <a:ext cx="9001125" cy="4914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4183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4D9B0-0065-E921-EBB6-CF2820D06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35AC03-EC30-CC10-8EDA-39E554A979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pattern is to prevent calling a microservice in case of abnormal behavior in that service (service down or timeout…). </a:t>
            </a:r>
          </a:p>
          <a:p>
            <a:r>
              <a:rPr lang="en-US" dirty="0"/>
              <a:t>This idea can help the client’s side ignore handling failed requests and give the service some time to recover.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209156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22E45-C33B-D0F7-1295-339040412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5E6E14-9D58-C8F1-035F-09E21C47F4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97C792A1-7A21-1A0C-7FB6-5194B7B397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5438" y="828675"/>
            <a:ext cx="9001125" cy="5200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569941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E8DA0-BD3F-49C3-39B0-2E453AA27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resilience4j-circuitbreaker configurations.</a:t>
            </a:r>
            <a:br>
              <a:rPr lang="en-IN" dirty="0"/>
            </a:b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CEEAAD-F165-84AC-9313-D3FCB96494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Resilience4j</a:t>
            </a:r>
            <a:r>
              <a:rPr lang="en-US" dirty="0"/>
              <a:t> is a lightweight, fault-tolerance library designed specifically for Java applications. </a:t>
            </a:r>
          </a:p>
          <a:p>
            <a:r>
              <a:rPr lang="en-US" dirty="0"/>
              <a:t>It provides various resilience patterns, including circuit breakers, rate limiters, retries, timeouts, and bulkheads. </a:t>
            </a:r>
          </a:p>
          <a:p>
            <a:r>
              <a:rPr lang="en-US" dirty="0"/>
              <a:t>Resilience4j was created as a more modular, flexible alternative to Netflix’s Hystrix, allowing developers to select and configure only the resilience mechanisms they need.</a:t>
            </a:r>
          </a:p>
          <a:p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537940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D2D0D-D7F3-64E2-74F4-A803DE7F8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80F880-6DE2-F523-0F32-C3FB94744F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sliding-window-type</a:t>
            </a:r>
            <a:r>
              <a:rPr lang="en-US" dirty="0"/>
              <a:t>: The number of requests is recorded and aggregated in the last “sliding-window-size” seconds.</a:t>
            </a:r>
          </a:p>
          <a:p>
            <a:r>
              <a:rPr lang="en-US" b="1" dirty="0"/>
              <a:t>failure-rate-threshold</a:t>
            </a:r>
            <a:r>
              <a:rPr lang="en-US" dirty="0"/>
              <a:t>: Trigger Circuit Breaker if at least “failure-rate-threshold” of requests have failed.</a:t>
            </a:r>
          </a:p>
          <a:p>
            <a:r>
              <a:rPr lang="en-US" b="1" dirty="0"/>
              <a:t>minimum-number-of-calls</a:t>
            </a:r>
            <a:r>
              <a:rPr lang="en-US" dirty="0"/>
              <a:t>: Records at least “minimum-number-of-calls” requests in the last “sliding-window-size” seconds before calculating the failure rate.</a:t>
            </a:r>
          </a:p>
          <a:p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634151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EB7F8-E270-24B1-830D-89D8C1616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F6718D-0141-114C-A52E-A9E906D172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automatic-transition-from-open-to-half-open-enabled</a:t>
            </a:r>
            <a:r>
              <a:rPr lang="en-US" dirty="0"/>
              <a:t>: After ”wait-duration-in-open-state” seconds, Circuit Breaker will automatically transition from open to half-open state.</a:t>
            </a:r>
          </a:p>
          <a:p>
            <a:r>
              <a:rPr lang="en-US" b="1" dirty="0"/>
              <a:t>wait-duration-in-open-state</a:t>
            </a:r>
            <a:r>
              <a:rPr lang="en-US" dirty="0"/>
              <a:t>: If triggered, wait at least “wait-duration-in-open-state” seconds before allowing more calls.</a:t>
            </a:r>
          </a:p>
          <a:p>
            <a:r>
              <a:rPr lang="en-US" b="1" dirty="0"/>
              <a:t>permitted-number-of-calls-in-half-open-state</a:t>
            </a:r>
            <a:r>
              <a:rPr lang="en-US" dirty="0"/>
              <a:t>: After “wait-duration-in-open-state” time has passed, allow another “permitted-number-of-calls-in-half-open-state” requests and wait for them to calculate the failure rate again.</a:t>
            </a:r>
          </a:p>
          <a:p>
            <a:r>
              <a:rPr lang="en-US" b="1" dirty="0"/>
              <a:t>sliding-window-size</a:t>
            </a:r>
            <a:r>
              <a:rPr lang="en-US" dirty="0"/>
              <a:t>: Record the result of the last “sliding-window-size” seconds.</a:t>
            </a:r>
          </a:p>
          <a:p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426360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4A337-F611-55F2-A9AF-79D3B7D70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dependency in </a:t>
            </a:r>
            <a:r>
              <a:rPr lang="en-US" dirty="0" err="1"/>
              <a:t>productorder</a:t>
            </a:r>
            <a:r>
              <a:rPr lang="en-US" dirty="0"/>
              <a:t>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D2007E-5EAD-2CF2-5051-1D52E71D28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dirty="0"/>
              <a:t> &lt;dependency&gt;</a:t>
            </a:r>
          </a:p>
          <a:p>
            <a:pPr marL="0" indent="0">
              <a:buNone/>
            </a:pPr>
            <a:r>
              <a:rPr lang="en-IN" dirty="0"/>
              <a:t>            &lt;</a:t>
            </a:r>
            <a:r>
              <a:rPr lang="en-IN" dirty="0" err="1"/>
              <a:t>groupId</a:t>
            </a:r>
            <a:r>
              <a:rPr lang="en-IN" dirty="0"/>
              <a:t>&gt;</a:t>
            </a:r>
            <a:r>
              <a:rPr lang="en-IN" dirty="0" err="1"/>
              <a:t>org.springframework.boot</a:t>
            </a:r>
            <a:r>
              <a:rPr lang="en-IN" dirty="0"/>
              <a:t>&lt;/</a:t>
            </a:r>
            <a:r>
              <a:rPr lang="en-IN" dirty="0" err="1"/>
              <a:t>groupId</a:t>
            </a:r>
            <a:r>
              <a:rPr lang="en-IN" dirty="0"/>
              <a:t>&gt;</a:t>
            </a:r>
          </a:p>
          <a:p>
            <a:pPr marL="0" indent="0">
              <a:buNone/>
            </a:pPr>
            <a:r>
              <a:rPr lang="en-IN" dirty="0"/>
              <a:t>            &lt;</a:t>
            </a:r>
            <a:r>
              <a:rPr lang="en-IN" dirty="0" err="1"/>
              <a:t>artifactId</a:t>
            </a:r>
            <a:r>
              <a:rPr lang="en-IN" dirty="0"/>
              <a:t>&gt;spring-boot-starter-actuator&lt;/</a:t>
            </a:r>
            <a:r>
              <a:rPr lang="en-IN" dirty="0" err="1"/>
              <a:t>artifactId</a:t>
            </a:r>
            <a:r>
              <a:rPr lang="en-IN" dirty="0"/>
              <a:t>&gt;</a:t>
            </a:r>
          </a:p>
          <a:p>
            <a:pPr marL="0" indent="0">
              <a:buNone/>
            </a:pPr>
            <a:r>
              <a:rPr lang="en-IN" dirty="0"/>
              <a:t>        &lt;/dependency&gt;</a:t>
            </a:r>
          </a:p>
          <a:p>
            <a:pPr marL="0" indent="0">
              <a:buNone/>
            </a:pPr>
            <a:r>
              <a:rPr lang="en-IN" dirty="0"/>
              <a:t>&lt;dependency&gt;</a:t>
            </a:r>
          </a:p>
          <a:p>
            <a:pPr marL="0" indent="0">
              <a:buNone/>
            </a:pPr>
            <a:r>
              <a:rPr lang="en-IN" dirty="0"/>
              <a:t>            &lt;</a:t>
            </a:r>
            <a:r>
              <a:rPr lang="en-IN" dirty="0" err="1"/>
              <a:t>groupId</a:t>
            </a:r>
            <a:r>
              <a:rPr lang="en-IN" dirty="0"/>
              <a:t>&gt;io.github.resilience4j&lt;/</a:t>
            </a:r>
            <a:r>
              <a:rPr lang="en-IN" dirty="0" err="1"/>
              <a:t>groupId</a:t>
            </a:r>
            <a:r>
              <a:rPr lang="en-IN" dirty="0"/>
              <a:t>&gt;</a:t>
            </a:r>
          </a:p>
          <a:p>
            <a:pPr marL="0" indent="0">
              <a:buNone/>
            </a:pPr>
            <a:r>
              <a:rPr lang="en-IN" dirty="0"/>
              <a:t>            &lt;</a:t>
            </a:r>
            <a:r>
              <a:rPr lang="en-IN" dirty="0" err="1"/>
              <a:t>artifactId</a:t>
            </a:r>
            <a:r>
              <a:rPr lang="en-IN" dirty="0"/>
              <a:t>&gt;resilience4j-spring-boot3&lt;/</a:t>
            </a:r>
            <a:r>
              <a:rPr lang="en-IN" dirty="0" err="1"/>
              <a:t>artifactId</a:t>
            </a:r>
            <a:r>
              <a:rPr lang="en-IN" dirty="0"/>
              <a:t>&gt;</a:t>
            </a:r>
          </a:p>
          <a:p>
            <a:pPr marL="0" indent="0">
              <a:buNone/>
            </a:pPr>
            <a:r>
              <a:rPr lang="en-IN" dirty="0"/>
              <a:t>        &lt;/dependency&gt;</a:t>
            </a:r>
          </a:p>
          <a:p>
            <a:pPr marL="0" indent="0">
              <a:buNone/>
            </a:pP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156373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40031-3CB0-B591-F7CD-5B10563B0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CFE447-5F6D-1962-290C-19F4D99D2A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start eureka-server, product, </a:t>
            </a:r>
            <a:r>
              <a:rPr lang="en-IN" dirty="0" err="1"/>
              <a:t>api-gatey</a:t>
            </a:r>
            <a:r>
              <a:rPr lang="en-IN" dirty="0"/>
              <a:t>, </a:t>
            </a:r>
            <a:r>
              <a:rPr lang="en-IN" dirty="0" err="1"/>
              <a:t>configserver</a:t>
            </a:r>
            <a:r>
              <a:rPr lang="en-IN" dirty="0"/>
              <a:t> from microservice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956794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C15CD6-67C3-8519-EC5F-0491BC6741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15912"/>
          </a:xfrm>
        </p:spPr>
        <p:txBody>
          <a:bodyPr>
            <a:normAutofit fontScale="90000"/>
          </a:bodyPr>
          <a:lstStyle/>
          <a:p>
            <a:r>
              <a:rPr lang="en-US" dirty="0"/>
              <a:t>Add values in </a:t>
            </a:r>
            <a:r>
              <a:rPr lang="en-US" dirty="0" err="1"/>
              <a:t>productorder</a:t>
            </a:r>
            <a:r>
              <a:rPr lang="en-US" dirty="0"/>
              <a:t> </a:t>
            </a:r>
            <a:r>
              <a:rPr lang="en-US" dirty="0" err="1"/>
              <a:t>application.yml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C646E5-22ED-EADC-19B7-DF9416957F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777240"/>
            <a:ext cx="5181600" cy="608076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dirty="0"/>
              <a:t>resilience4j:</a:t>
            </a:r>
          </a:p>
          <a:p>
            <a:pPr marL="0" indent="0">
              <a:buNone/>
            </a:pPr>
            <a:r>
              <a:rPr lang="en-US" sz="1600" dirty="0"/>
              <a:t>  </a:t>
            </a:r>
            <a:r>
              <a:rPr lang="en-US" sz="1600" dirty="0" err="1"/>
              <a:t>circuitbreaker</a:t>
            </a:r>
            <a:r>
              <a:rPr lang="en-US" sz="1600" dirty="0"/>
              <a:t>:</a:t>
            </a:r>
          </a:p>
          <a:p>
            <a:pPr marL="0" indent="0">
              <a:buNone/>
            </a:pPr>
            <a:r>
              <a:rPr lang="en-US" sz="1600" dirty="0"/>
              <a:t>    instances:</a:t>
            </a:r>
          </a:p>
          <a:p>
            <a:pPr marL="0" indent="0">
              <a:buNone/>
            </a:pPr>
            <a:r>
              <a:rPr lang="en-US" sz="1600" dirty="0"/>
              <a:t>      PRODUCT:</a:t>
            </a:r>
          </a:p>
          <a:p>
            <a:pPr marL="0" indent="0">
              <a:buNone/>
            </a:pPr>
            <a:r>
              <a:rPr lang="en-US" sz="1600" dirty="0"/>
              <a:t>        sliding-window-type: COUNT_BASED</a:t>
            </a:r>
          </a:p>
          <a:p>
            <a:pPr marL="0" indent="0">
              <a:buNone/>
            </a:pPr>
            <a:r>
              <a:rPr lang="en-US" sz="1600" dirty="0"/>
              <a:t>        failure-rate-threshold: 50</a:t>
            </a:r>
          </a:p>
          <a:p>
            <a:pPr marL="0" indent="0">
              <a:buNone/>
            </a:pPr>
            <a:r>
              <a:rPr lang="en-US" sz="1600" dirty="0"/>
              <a:t>        minimum-number-of-calls: 5</a:t>
            </a:r>
          </a:p>
          <a:p>
            <a:pPr marL="0" indent="0">
              <a:buNone/>
            </a:pPr>
            <a:r>
              <a:rPr lang="en-US" sz="1600" dirty="0"/>
              <a:t>        automatic-transition-from-open-to-half-open-enabled: true</a:t>
            </a:r>
          </a:p>
          <a:p>
            <a:pPr marL="0" indent="0">
              <a:buNone/>
            </a:pPr>
            <a:r>
              <a:rPr lang="en-US" sz="1600" dirty="0"/>
              <a:t>        wait-duration-in-open-state: 5s</a:t>
            </a:r>
          </a:p>
          <a:p>
            <a:pPr marL="0" indent="0">
              <a:buNone/>
            </a:pPr>
            <a:r>
              <a:rPr lang="en-US" sz="1600" dirty="0"/>
              <a:t>        permitted-number-of-calls-in-half-open-state: 3</a:t>
            </a:r>
          </a:p>
          <a:p>
            <a:pPr marL="0" indent="0">
              <a:buNone/>
            </a:pPr>
            <a:r>
              <a:rPr lang="en-US" sz="1600" dirty="0"/>
              <a:t>        sliding-window-size: 10</a:t>
            </a:r>
          </a:p>
          <a:p>
            <a:pPr marL="0" indent="0">
              <a:buNone/>
            </a:pPr>
            <a:r>
              <a:rPr lang="en-US" sz="1600" dirty="0"/>
              <a:t>        register-health-indicator: true</a:t>
            </a:r>
          </a:p>
          <a:p>
            <a:pPr marL="0" indent="0">
              <a:buNone/>
            </a:pPr>
            <a:r>
              <a:rPr lang="en-US" sz="1600" dirty="0"/>
              <a:t>server:</a:t>
            </a:r>
          </a:p>
          <a:p>
            <a:pPr marL="0" indent="0">
              <a:buNone/>
            </a:pPr>
            <a:r>
              <a:rPr lang="en-US" sz="1600" dirty="0"/>
              <a:t>  port: 5050</a:t>
            </a:r>
          </a:p>
          <a:p>
            <a:pPr marL="0" indent="0">
              <a:buNone/>
            </a:pPr>
            <a:r>
              <a:rPr lang="en-US" sz="1600" dirty="0"/>
              <a:t>spring:</a:t>
            </a:r>
          </a:p>
          <a:p>
            <a:pPr marL="0" indent="0">
              <a:buNone/>
            </a:pPr>
            <a:r>
              <a:rPr lang="en-US" sz="1600" dirty="0"/>
              <a:t>  application:</a:t>
            </a:r>
          </a:p>
          <a:p>
            <a:pPr marL="0" indent="0">
              <a:buNone/>
            </a:pPr>
            <a:r>
              <a:rPr lang="en-US" sz="1600" dirty="0"/>
              <a:t>    name: product-feign-client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/>
              <a:t>  </a:t>
            </a:r>
            <a:endParaRPr lang="en-IN" sz="16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A9639C-97FF-7909-3B84-CEF4577D2E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932688"/>
            <a:ext cx="5181600" cy="524427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/>
              <a:t>management:</a:t>
            </a:r>
          </a:p>
          <a:p>
            <a:pPr marL="0" indent="0">
              <a:buNone/>
            </a:pPr>
            <a:r>
              <a:rPr lang="en-US" sz="2000" dirty="0"/>
              <a:t>  endpoint:</a:t>
            </a:r>
          </a:p>
          <a:p>
            <a:pPr marL="0" indent="0">
              <a:buNone/>
            </a:pPr>
            <a:r>
              <a:rPr lang="en-US" sz="2000" dirty="0"/>
              <a:t>    health:</a:t>
            </a:r>
          </a:p>
          <a:p>
            <a:pPr marL="0" indent="0">
              <a:buNone/>
            </a:pPr>
            <a:r>
              <a:rPr lang="en-US" sz="2000" dirty="0"/>
              <a:t>      show-details: always </a:t>
            </a:r>
          </a:p>
          <a:p>
            <a:pPr marL="0" indent="0">
              <a:buNone/>
            </a:pPr>
            <a:r>
              <a:rPr lang="en-US" sz="2000" dirty="0"/>
              <a:t>endpoints:</a:t>
            </a:r>
          </a:p>
          <a:p>
            <a:pPr marL="0" indent="0">
              <a:buNone/>
            </a:pPr>
            <a:r>
              <a:rPr lang="en-US" sz="2000" dirty="0"/>
              <a:t>    web:</a:t>
            </a:r>
          </a:p>
          <a:p>
            <a:pPr marL="0" indent="0">
              <a:buNone/>
            </a:pPr>
            <a:r>
              <a:rPr lang="en-US" sz="2000" dirty="0"/>
              <a:t>      base-path: /actuator</a:t>
            </a:r>
          </a:p>
          <a:p>
            <a:pPr marL="0" indent="0">
              <a:buNone/>
            </a:pPr>
            <a:r>
              <a:rPr lang="en-US" sz="2000" dirty="0"/>
              <a:t>      exposure:</a:t>
            </a:r>
          </a:p>
          <a:p>
            <a:pPr marL="0" indent="0">
              <a:buNone/>
            </a:pPr>
            <a:r>
              <a:rPr lang="en-US" sz="2000" dirty="0"/>
              <a:t>        include:</a:t>
            </a:r>
          </a:p>
          <a:p>
            <a:pPr marL="0" indent="0">
              <a:buNone/>
            </a:pPr>
            <a:r>
              <a:rPr lang="en-US" sz="2000" dirty="0"/>
              <a:t>          - health</a:t>
            </a:r>
          </a:p>
          <a:p>
            <a:pPr marL="0" indent="0">
              <a:buNone/>
            </a:pPr>
            <a:r>
              <a:rPr lang="en-US" sz="2000" dirty="0"/>
              <a:t>          - </a:t>
            </a:r>
            <a:r>
              <a:rPr lang="en-US" sz="2000" dirty="0" err="1"/>
              <a:t>circuitbreaker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  health:</a:t>
            </a:r>
          </a:p>
          <a:p>
            <a:pPr marL="0" indent="0">
              <a:buNone/>
            </a:pPr>
            <a:r>
              <a:rPr lang="en-US" sz="2000" dirty="0"/>
              <a:t>    </a:t>
            </a:r>
            <a:r>
              <a:rPr lang="en-US" sz="2000" dirty="0" err="1"/>
              <a:t>circuitbreakers</a:t>
            </a:r>
            <a:r>
              <a:rPr lang="en-US" sz="2000" dirty="0"/>
              <a:t>:</a:t>
            </a:r>
          </a:p>
          <a:p>
            <a:pPr marL="0" indent="0">
              <a:buNone/>
            </a:pPr>
            <a:r>
              <a:rPr lang="en-US" sz="2000" dirty="0"/>
              <a:t>      enabled: true</a:t>
            </a:r>
          </a:p>
          <a:p>
            <a:pPr marL="0" indent="0">
              <a:buNone/>
            </a:pP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7670693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0E8A131-2E11-3A4C-75D0-683E7DBED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531282-0680-8F06-2A27-348A0E128D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Implement Circuit Breaker:</a:t>
            </a:r>
            <a:r>
              <a:rPr lang="en-US" dirty="0"/>
              <a:t> We’ll apply the circuit breaker on the </a:t>
            </a:r>
            <a:r>
              <a:rPr lang="en-US" dirty="0" err="1"/>
              <a:t>getUserData</a:t>
            </a:r>
            <a:r>
              <a:rPr lang="en-US" dirty="0"/>
              <a:t> method and include a fallback method for graceful degradation.</a:t>
            </a:r>
          </a:p>
          <a:p>
            <a:endParaRPr lang="en-US" dirty="0"/>
          </a:p>
          <a:p>
            <a:pPr marL="457200" lvl="1" indent="0">
              <a:buNone/>
            </a:pPr>
            <a:r>
              <a:rPr lang="en-US" dirty="0"/>
              <a:t>@CircuitBreaker(name = "</a:t>
            </a:r>
            <a:r>
              <a:rPr lang="en-IN" dirty="0"/>
              <a:t> PRODUCT </a:t>
            </a:r>
            <a:r>
              <a:rPr lang="en-US" dirty="0"/>
              <a:t>", </a:t>
            </a:r>
            <a:r>
              <a:rPr lang="en-US" dirty="0" err="1"/>
              <a:t>fallbackMethod</a:t>
            </a:r>
            <a:r>
              <a:rPr lang="en-US" dirty="0"/>
              <a:t> = "</a:t>
            </a:r>
            <a:r>
              <a:rPr lang="en-US" dirty="0" err="1"/>
              <a:t>fallbackProductData</a:t>
            </a:r>
            <a:r>
              <a:rPr lang="en-US" dirty="0"/>
              <a:t>") wraps the </a:t>
            </a:r>
            <a:r>
              <a:rPr lang="en-US" dirty="0" err="1"/>
              <a:t>getUserData</a:t>
            </a:r>
            <a:r>
              <a:rPr lang="en-US" dirty="0"/>
              <a:t> method with a circuit breaker.</a:t>
            </a:r>
          </a:p>
          <a:p>
            <a:pPr marL="457200" lvl="1" indent="0">
              <a:buNone/>
            </a:pPr>
            <a:endParaRPr lang="en-US" dirty="0"/>
          </a:p>
          <a:p>
            <a:pPr lvl="1"/>
            <a:r>
              <a:rPr lang="en-US" dirty="0"/>
              <a:t>name = "</a:t>
            </a:r>
            <a:r>
              <a:rPr lang="en-IN" dirty="0"/>
              <a:t> PRODUCT </a:t>
            </a:r>
            <a:r>
              <a:rPr lang="en-US" dirty="0"/>
              <a:t>" links to the configuration for this circuit breaker in the </a:t>
            </a:r>
            <a:r>
              <a:rPr lang="en-US" dirty="0" err="1"/>
              <a:t>application.yml</a:t>
            </a:r>
            <a:r>
              <a:rPr lang="en-US" dirty="0"/>
              <a:t> file.</a:t>
            </a:r>
          </a:p>
          <a:p>
            <a:pPr lvl="1"/>
            <a:r>
              <a:rPr lang="en-US" dirty="0" err="1"/>
              <a:t>fallbackProductData</a:t>
            </a:r>
            <a:r>
              <a:rPr lang="en-US" dirty="0"/>
              <a:t> provides a default response if the circuit is open or an error occurs, allowing the application to continue running smoothly.</a:t>
            </a:r>
          </a:p>
          <a:p>
            <a:pPr marL="0" indent="0">
              <a:buNone/>
            </a:pPr>
            <a:br>
              <a:rPr lang="en-US" dirty="0"/>
            </a:b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11006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797AD-CC11-204C-D476-D92237B1A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353F2F-59C2-DA28-66C3-5CF1F9A7539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dirty="0"/>
              <a:t>@Service</a:t>
            </a:r>
          </a:p>
          <a:p>
            <a:pPr marL="0" indent="0">
              <a:buNone/>
            </a:pPr>
            <a:r>
              <a:rPr lang="en-IN" dirty="0"/>
              <a:t>//@ComponentScan(value="com.example.feign")</a:t>
            </a:r>
          </a:p>
          <a:p>
            <a:pPr marL="0" indent="0">
              <a:buNone/>
            </a:pPr>
            <a:r>
              <a:rPr lang="en-IN" dirty="0"/>
              <a:t>public class ProductOrderService1 {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@Autowired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ProductFeign</a:t>
            </a:r>
            <a:r>
              <a:rPr lang="en-IN" dirty="0"/>
              <a:t> </a:t>
            </a:r>
            <a:r>
              <a:rPr lang="en-IN" dirty="0" err="1"/>
              <a:t>productFeign</a:t>
            </a:r>
            <a:r>
              <a:rPr lang="en-IN" dirty="0"/>
              <a:t>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public </a:t>
            </a:r>
            <a:r>
              <a:rPr lang="en-IN" dirty="0" err="1"/>
              <a:t>ResponseEntity</a:t>
            </a:r>
            <a:r>
              <a:rPr lang="en-IN" dirty="0"/>
              <a:t>&lt;List&lt;</a:t>
            </a:r>
            <a:r>
              <a:rPr lang="en-IN" dirty="0" err="1"/>
              <a:t>ProductDTO</a:t>
            </a:r>
            <a:r>
              <a:rPr lang="en-IN" dirty="0"/>
              <a:t>&gt;&gt; </a:t>
            </a:r>
            <a:r>
              <a:rPr lang="en-IN" dirty="0" err="1"/>
              <a:t>getAllProducts</a:t>
            </a:r>
            <a:r>
              <a:rPr lang="en-IN" dirty="0"/>
              <a:t>() {</a:t>
            </a:r>
          </a:p>
          <a:p>
            <a:pPr marL="0" indent="0">
              <a:buNone/>
            </a:pPr>
            <a:r>
              <a:rPr lang="en-IN" dirty="0"/>
              <a:t>        try {</a:t>
            </a:r>
          </a:p>
          <a:p>
            <a:pPr marL="0" indent="0">
              <a:buNone/>
            </a:pPr>
            <a:r>
              <a:rPr lang="en-IN" dirty="0"/>
              <a:t>            return </a:t>
            </a:r>
            <a:r>
              <a:rPr lang="en-IN" dirty="0" err="1"/>
              <a:t>productFeign.getAllProducts</a:t>
            </a:r>
            <a:r>
              <a:rPr lang="en-IN" dirty="0"/>
              <a:t>();</a:t>
            </a:r>
          </a:p>
          <a:p>
            <a:pPr marL="0" indent="0">
              <a:buNone/>
            </a:pPr>
            <a:r>
              <a:rPr lang="en-IN" dirty="0"/>
              <a:t>        } catch (Exception e) {</a:t>
            </a:r>
          </a:p>
          <a:p>
            <a:pPr marL="0" indent="0">
              <a:buNone/>
            </a:pPr>
            <a:r>
              <a:rPr lang="en-IN" dirty="0"/>
              <a:t>            return new </a:t>
            </a:r>
            <a:r>
              <a:rPr lang="en-IN" dirty="0" err="1"/>
              <a:t>ResponseEntity</a:t>
            </a:r>
            <a:r>
              <a:rPr lang="en-IN" dirty="0"/>
              <a:t>(</a:t>
            </a:r>
            <a:r>
              <a:rPr lang="en-IN" dirty="0" err="1"/>
              <a:t>e.getMessage</a:t>
            </a:r>
            <a:r>
              <a:rPr lang="en-IN" dirty="0"/>
              <a:t>(), </a:t>
            </a:r>
            <a:r>
              <a:rPr lang="en-IN" dirty="0" err="1"/>
              <a:t>HttpStatus.NOT_FOUND</a:t>
            </a:r>
            <a:r>
              <a:rPr lang="en-IN" dirty="0"/>
              <a:t>);</a:t>
            </a:r>
          </a:p>
          <a:p>
            <a:pPr marL="0" indent="0">
              <a:buNone/>
            </a:pPr>
            <a:r>
              <a:rPr lang="en-IN" dirty="0"/>
              <a:t>        }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221E4E-2FCF-9EB8-083A-DEB5AF8F4A8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@CircuitBreaker(name = "PRODUCT", </a:t>
            </a:r>
            <a:r>
              <a:rPr lang="en-IN" dirty="0" err="1"/>
              <a:t>fallbackMethod</a:t>
            </a:r>
            <a:r>
              <a:rPr lang="en-IN" dirty="0"/>
              <a:t> = "</a:t>
            </a:r>
            <a:r>
              <a:rPr lang="en-IN" dirty="0" err="1"/>
              <a:t>fallbackProductData</a:t>
            </a:r>
            <a:r>
              <a:rPr lang="en-IN" dirty="0"/>
              <a:t>")</a:t>
            </a:r>
          </a:p>
          <a:p>
            <a:pPr marL="0" indent="0">
              <a:buNone/>
            </a:pPr>
            <a:r>
              <a:rPr lang="en-IN" dirty="0"/>
              <a:t>    public </a:t>
            </a:r>
            <a:r>
              <a:rPr lang="en-IN" dirty="0" err="1"/>
              <a:t>ResponseEntity</a:t>
            </a:r>
            <a:r>
              <a:rPr lang="en-IN" dirty="0"/>
              <a:t>&lt;</a:t>
            </a:r>
            <a:r>
              <a:rPr lang="en-IN" dirty="0" err="1"/>
              <a:t>ProductDTO</a:t>
            </a:r>
            <a:r>
              <a:rPr lang="en-IN" dirty="0"/>
              <a:t>&gt; </a:t>
            </a:r>
            <a:r>
              <a:rPr lang="en-IN" dirty="0" err="1"/>
              <a:t>getProductById</a:t>
            </a:r>
            <a:r>
              <a:rPr lang="en-IN" dirty="0"/>
              <a:t>(int id) {</a:t>
            </a:r>
          </a:p>
          <a:p>
            <a:pPr marL="0" indent="0">
              <a:buNone/>
            </a:pPr>
            <a:r>
              <a:rPr lang="en-IN" dirty="0"/>
              <a:t>            return </a:t>
            </a:r>
            <a:r>
              <a:rPr lang="en-IN" dirty="0" err="1"/>
              <a:t>productFeign.getProductById</a:t>
            </a:r>
            <a:r>
              <a:rPr lang="en-IN" dirty="0"/>
              <a:t>(id);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public  </a:t>
            </a:r>
            <a:r>
              <a:rPr lang="en-IN" dirty="0" err="1"/>
              <a:t>ResponseEntity</a:t>
            </a:r>
            <a:r>
              <a:rPr lang="en-IN" dirty="0"/>
              <a:t>&lt;</a:t>
            </a:r>
            <a:r>
              <a:rPr lang="en-IN" dirty="0" err="1"/>
              <a:t>ProductDTO</a:t>
            </a:r>
            <a:r>
              <a:rPr lang="en-IN" dirty="0"/>
              <a:t>&gt; </a:t>
            </a:r>
            <a:r>
              <a:rPr lang="en-IN" dirty="0" err="1"/>
              <a:t>fallbackProductData</a:t>
            </a:r>
            <a:r>
              <a:rPr lang="en-IN" dirty="0"/>
              <a:t>(Throwable t)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("Fallback triggered for </a:t>
            </a:r>
            <a:r>
              <a:rPr lang="en-IN" dirty="0" err="1"/>
              <a:t>callExternalService</a:t>
            </a:r>
            <a:r>
              <a:rPr lang="en-IN" dirty="0"/>
              <a:t>: " + </a:t>
            </a:r>
            <a:r>
              <a:rPr lang="en-IN" dirty="0" err="1"/>
              <a:t>t.getMessage</a:t>
            </a:r>
            <a:r>
              <a:rPr lang="en-IN" dirty="0"/>
              <a:t>());</a:t>
            </a:r>
          </a:p>
          <a:p>
            <a:pPr marL="0" indent="0">
              <a:buNone/>
            </a:pPr>
            <a:r>
              <a:rPr lang="en-IN" dirty="0"/>
              <a:t>        return new </a:t>
            </a:r>
            <a:r>
              <a:rPr lang="en-IN" dirty="0" err="1"/>
              <a:t>ResponseEntity</a:t>
            </a:r>
            <a:r>
              <a:rPr lang="en-IN" dirty="0"/>
              <a:t>("Product service is not responding properly",</a:t>
            </a:r>
            <a:r>
              <a:rPr lang="en-IN" dirty="0" err="1"/>
              <a:t>HttpStatus.NOT_FOUND</a:t>
            </a:r>
            <a:r>
              <a:rPr lang="en-IN" dirty="0"/>
              <a:t>);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899099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74F2F2A-2DAD-6460-C497-E5C63844BC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Working with circuit breaker</a:t>
            </a:r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99A06A-5838-94E0-55A4-B2A07D2AEC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Start application </a:t>
            </a:r>
            <a:r>
              <a:rPr lang="en-US" dirty="0" err="1"/>
              <a:t>productorder</a:t>
            </a:r>
            <a:endParaRPr lang="en-US" dirty="0"/>
          </a:p>
          <a:p>
            <a:r>
              <a:rPr lang="en-US" dirty="0"/>
              <a:t>Check http://localhost:5050/productorder/52</a:t>
            </a:r>
          </a:p>
          <a:p>
            <a:r>
              <a:rPr lang="en-IN" dirty="0"/>
              <a:t>Check localhost:5050/actuator/health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US" dirty="0"/>
              <a:t>it will show product{</a:t>
            </a:r>
          </a:p>
          <a:p>
            <a:pPr marL="0" indent="0">
              <a:buNone/>
            </a:pPr>
            <a:r>
              <a:rPr lang="en-US" dirty="0"/>
              <a:t> "</a:t>
            </a:r>
            <a:r>
              <a:rPr lang="en-US" dirty="0" err="1"/>
              <a:t>state":closed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}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635871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C5C25-C643-B21D-C8ED-1212F4829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38E823-D332-A0E0-F550-ECA01904B1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now stop product</a:t>
            </a:r>
          </a:p>
          <a:p>
            <a:pPr marL="0" indent="0">
              <a:buNone/>
            </a:pPr>
            <a:r>
              <a:rPr lang="en-US" dirty="0"/>
              <a:t>then</a:t>
            </a:r>
          </a:p>
          <a:p>
            <a:pPr marL="0" indent="0">
              <a:buNone/>
            </a:pPr>
            <a:r>
              <a:rPr lang="en-US" dirty="0"/>
              <a:t>call http://localhost:5050/productorder/52 API 3 times ,</a:t>
            </a:r>
          </a:p>
          <a:p>
            <a:pPr marL="0" indent="0">
              <a:buNone/>
            </a:pPr>
            <a:r>
              <a:rPr lang="en-US" dirty="0"/>
              <a:t>then refresh the actuator link localhost:5050/actuator/health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now Circuit Breaker was  triggered. </a:t>
            </a:r>
          </a:p>
          <a:p>
            <a:pPr marL="0" indent="0">
              <a:buNone/>
            </a:pPr>
            <a:r>
              <a:rPr lang="en-US" dirty="0"/>
              <a:t>the reason is that </a:t>
            </a:r>
            <a:r>
              <a:rPr lang="en-US" dirty="0" err="1"/>
              <a:t>failureRate</a:t>
            </a:r>
            <a:r>
              <a:rPr lang="en-US" dirty="0"/>
              <a:t> is now greater than failure-rate-threshold.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010388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FB53CD-6BDA-366D-4292-2055DECD9B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4192" y="1253331"/>
            <a:ext cx="10515600" cy="4351338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Wait for 5 seconds, refresh the actuator link localhost:5050/actuator/health, and well see Circuit</a:t>
            </a:r>
          </a:p>
          <a:p>
            <a:pPr marL="0" indent="0">
              <a:buNone/>
            </a:pPr>
            <a:r>
              <a:rPr lang="en-US" dirty="0"/>
              <a:t>  Breaker now is in HALF_OPEN state.</a:t>
            </a:r>
          </a:p>
          <a:p>
            <a:r>
              <a:rPr lang="en-US" dirty="0"/>
              <a:t>During HALF_OPEN state, it allows permitted-number-of-calls-in-half-open-state requests (We configured its value</a:t>
            </a:r>
          </a:p>
          <a:p>
            <a:pPr marL="0" indent="0">
              <a:buNone/>
            </a:pPr>
            <a:r>
              <a:rPr lang="en-US" dirty="0"/>
              <a:t>    as 3).</a:t>
            </a:r>
          </a:p>
          <a:p>
            <a:r>
              <a:rPr lang="en-US" dirty="0"/>
              <a:t> then calculates the failure rate again, If the failure rate is still greater than failure-rate-</a:t>
            </a:r>
            <a:r>
              <a:rPr lang="en-US" dirty="0" err="1"/>
              <a:t>threshold,Circuit</a:t>
            </a:r>
            <a:r>
              <a:rPr lang="en-US" dirty="0"/>
              <a:t> Breaker will be triggered again. Continue calling order-service API 3 time</a:t>
            </a:r>
          </a:p>
          <a:p>
            <a:pPr marL="0" indent="0">
              <a:buNone/>
            </a:pPr>
            <a:r>
              <a:rPr lang="en-US" dirty="0"/>
              <a:t>http://localhost:5050/productorder/52, then refresh the actuator link localhost:5050/actuator/health</a:t>
            </a:r>
          </a:p>
          <a:p>
            <a:pPr marL="0" indent="0">
              <a:buNone/>
            </a:pPr>
            <a:r>
              <a:rPr lang="en-US" dirty="0"/>
              <a:t>        "status": "CIRCUIT_OPEN",  // // </a:t>
            </a:r>
            <a:r>
              <a:rPr lang="en-US" dirty="0" err="1"/>
              <a:t>CircuitBreaker</a:t>
            </a:r>
            <a:r>
              <a:rPr lang="en-US" dirty="0"/>
              <a:t> is triggered again</a:t>
            </a:r>
          </a:p>
          <a:p>
            <a:pPr marL="0" indent="0">
              <a:buNone/>
            </a:pPr>
            <a:r>
              <a:rPr lang="en-US" dirty="0"/>
              <a:t>          "state": "OPEN"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898394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71CB3-B381-214F-DD0F-94CE33F4A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5BB73D-8628-9B69-8859-1CACFE29F2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Now run product, then continue calling </a:t>
            </a:r>
            <a:r>
              <a:rPr lang="en-US" dirty="0" err="1"/>
              <a:t>productorder</a:t>
            </a:r>
            <a:r>
              <a:rPr lang="en-US" dirty="0"/>
              <a:t> API 3 times</a:t>
            </a:r>
          </a:p>
          <a:p>
            <a:pPr marL="0" indent="0">
              <a:buNone/>
            </a:pPr>
            <a:r>
              <a:rPr lang="en-US" dirty="0"/>
              <a:t>http://localhost:5050/productorder/52</a:t>
            </a:r>
          </a:p>
          <a:p>
            <a:pPr marL="0" indent="0">
              <a:buNone/>
            </a:pPr>
            <a:r>
              <a:rPr lang="en-US" dirty="0"/>
              <a:t>, refresh the actuator link</a:t>
            </a:r>
          </a:p>
          <a:p>
            <a:pPr marL="0" indent="0">
              <a:buNone/>
            </a:pPr>
            <a:r>
              <a:rPr lang="en-US" dirty="0"/>
              <a:t>localhost:5050/actuator/health. </a:t>
            </a:r>
          </a:p>
          <a:p>
            <a:pPr marL="0" indent="0">
              <a:buNone/>
            </a:pPr>
            <a:r>
              <a:rPr lang="en-US" dirty="0"/>
              <a:t>See Circuit Breaker was closed.</a:t>
            </a:r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008228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936</Words>
  <Application>Microsoft Office PowerPoint</Application>
  <PresentationFormat>Widescreen</PresentationFormat>
  <Paragraphs>124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Office Theme</vt:lpstr>
      <vt:lpstr>Cicruit breaker </vt:lpstr>
      <vt:lpstr>Circuit Breaker has three states: Closed, Open, and Half_Open.  </vt:lpstr>
      <vt:lpstr>PowerPoint Presentation</vt:lpstr>
      <vt:lpstr>PowerPoint Presentation</vt:lpstr>
      <vt:lpstr>resilience4j-circuitbreaker configurations.  </vt:lpstr>
      <vt:lpstr>PowerPoint Presentation</vt:lpstr>
      <vt:lpstr>PowerPoint Presentation</vt:lpstr>
      <vt:lpstr>Add dependency in productorder </vt:lpstr>
      <vt:lpstr>PowerPoint Presentation</vt:lpstr>
      <vt:lpstr>Add values in productorder application.yml</vt:lpstr>
      <vt:lpstr>PowerPoint Presentation</vt:lpstr>
      <vt:lpstr>PowerPoint Presentation</vt:lpstr>
      <vt:lpstr>Working with circuit breaker</vt:lpstr>
      <vt:lpstr>PowerPoint Presentation</vt:lpstr>
      <vt:lpstr>PowerPoint Presentation</vt:lpstr>
      <vt:lpstr>PowerPoint Presentation</vt:lpstr>
    </vt:vector>
  </TitlesOfParts>
  <Company>Cognizant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Kumar, Shankar (Contractor)</dc:creator>
  <cp:lastModifiedBy>Kumar, Shankar (Contractor)</cp:lastModifiedBy>
  <cp:revision>1</cp:revision>
  <dcterms:created xsi:type="dcterms:W3CDTF">2025-10-31T04:40:00Z</dcterms:created>
  <dcterms:modified xsi:type="dcterms:W3CDTF">2025-11-03T04:15:13Z</dcterms:modified>
</cp:coreProperties>
</file>