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57DD601-13EC-4F9D-9AE1-4E9ACEFC1AD1}">
          <p14:sldIdLst>
            <p14:sldId id="264"/>
            <p14:sldId id="265"/>
            <p14:sldId id="266"/>
            <p14:sldId id="267"/>
            <p14:sldId id="268"/>
            <p14:sldId id="256"/>
          </p14:sldIdLst>
        </p14:section>
        <p14:section name="Untitled Section" id="{A228A87E-08E2-4B67-884E-695739E64040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3B1FEC-2D4E-48FB-9AC8-A46DB4A2FD92}" v="45" dt="2025-11-04T03:59:45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Shankar (Contractor)" userId="d7d2038c-4287-4a61-af48-330653fba828" providerId="ADAL" clId="{715A71CE-967C-41F9-8557-9EA2E601B47A}"/>
    <pc:docChg chg="undo custSel addSld delSld modSld sldOrd addSection modSection">
      <pc:chgData name="Kumar, Shankar (Contractor)" userId="d7d2038c-4287-4a61-af48-330653fba828" providerId="ADAL" clId="{715A71CE-967C-41F9-8557-9EA2E601B47A}" dt="2025-11-04T04:01:29.040" v="192" actId="47"/>
      <pc:docMkLst>
        <pc:docMk/>
      </pc:docMkLst>
      <pc:sldChg chg="ord">
        <pc:chgData name="Kumar, Shankar (Contractor)" userId="d7d2038c-4287-4a61-af48-330653fba828" providerId="ADAL" clId="{715A71CE-967C-41F9-8557-9EA2E601B47A}" dt="2025-11-04T03:56:27.908" v="134"/>
        <pc:sldMkLst>
          <pc:docMk/>
          <pc:sldMk cId="394067618" sldId="256"/>
        </pc:sldMkLst>
      </pc:sldChg>
      <pc:sldChg chg="modSp new mod">
        <pc:chgData name="Kumar, Shankar (Contractor)" userId="d7d2038c-4287-4a61-af48-330653fba828" providerId="ADAL" clId="{715A71CE-967C-41F9-8557-9EA2E601B47A}" dt="2025-11-04T03:45:46.134" v="3" actId="20577"/>
        <pc:sldMkLst>
          <pc:docMk/>
          <pc:sldMk cId="1895424873" sldId="257"/>
        </pc:sldMkLst>
        <pc:spChg chg="mod">
          <ac:chgData name="Kumar, Shankar (Contractor)" userId="d7d2038c-4287-4a61-af48-330653fba828" providerId="ADAL" clId="{715A71CE-967C-41F9-8557-9EA2E601B47A}" dt="2025-11-04T03:45:46.134" v="3" actId="20577"/>
          <ac:spMkLst>
            <pc:docMk/>
            <pc:sldMk cId="1895424873" sldId="257"/>
            <ac:spMk id="3" creationId="{C3B2FF2B-5251-01BF-FDB2-67D6C713E054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1-04T03:46:18.566" v="13"/>
        <pc:sldMkLst>
          <pc:docMk/>
          <pc:sldMk cId="2727165663" sldId="258"/>
        </pc:sldMkLst>
        <pc:spChg chg="add del mod">
          <ac:chgData name="Kumar, Shankar (Contractor)" userId="d7d2038c-4287-4a61-af48-330653fba828" providerId="ADAL" clId="{715A71CE-967C-41F9-8557-9EA2E601B47A}" dt="2025-11-04T03:46:00.943" v="9"/>
          <ac:spMkLst>
            <pc:docMk/>
            <pc:sldMk cId="2727165663" sldId="258"/>
            <ac:spMk id="2" creationId="{6CF0FA2F-D0C7-3F9E-422B-B8691ADCE745}"/>
          </ac:spMkLst>
        </pc:spChg>
        <pc:spChg chg="add del mod">
          <ac:chgData name="Kumar, Shankar (Contractor)" userId="d7d2038c-4287-4a61-af48-330653fba828" providerId="ADAL" clId="{715A71CE-967C-41F9-8557-9EA2E601B47A}" dt="2025-11-04T03:46:18.566" v="13"/>
          <ac:spMkLst>
            <pc:docMk/>
            <pc:sldMk cId="2727165663" sldId="258"/>
            <ac:spMk id="3" creationId="{56F1DB5A-1E13-75F9-0259-8B7F72E2271E}"/>
          </ac:spMkLst>
        </pc:spChg>
        <pc:spChg chg="add mod">
          <ac:chgData name="Kumar, Shankar (Contractor)" userId="d7d2038c-4287-4a61-af48-330653fba828" providerId="ADAL" clId="{715A71CE-967C-41F9-8557-9EA2E601B47A}" dt="2025-11-04T03:45:58.020" v="7"/>
          <ac:spMkLst>
            <pc:docMk/>
            <pc:sldMk cId="2727165663" sldId="258"/>
            <ac:spMk id="4" creationId="{1065D999-454D-9956-0ECF-73EC91EBA6A3}"/>
          </ac:spMkLst>
        </pc:spChg>
        <pc:spChg chg="add mod">
          <ac:chgData name="Kumar, Shankar (Contractor)" userId="d7d2038c-4287-4a61-af48-330653fba828" providerId="ADAL" clId="{715A71CE-967C-41F9-8557-9EA2E601B47A}" dt="2025-11-04T03:46:16.154" v="11"/>
          <ac:spMkLst>
            <pc:docMk/>
            <pc:sldMk cId="2727165663" sldId="258"/>
            <ac:spMk id="5" creationId="{7EAD0813-74B3-3C30-6D72-C1C307E432EC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1-04T03:47:19.102" v="32" actId="20577"/>
        <pc:sldMkLst>
          <pc:docMk/>
          <pc:sldMk cId="188807499" sldId="259"/>
        </pc:sldMkLst>
        <pc:spChg chg="add del mod">
          <ac:chgData name="Kumar, Shankar (Contractor)" userId="d7d2038c-4287-4a61-af48-330653fba828" providerId="ADAL" clId="{715A71CE-967C-41F9-8557-9EA2E601B47A}" dt="2025-11-04T03:46:32.939" v="18"/>
          <ac:spMkLst>
            <pc:docMk/>
            <pc:sldMk cId="188807499" sldId="259"/>
            <ac:spMk id="2" creationId="{F995FC4B-C4B5-90C5-BD05-FD8AE07460DD}"/>
          </ac:spMkLst>
        </pc:spChg>
        <pc:spChg chg="add del mod">
          <ac:chgData name="Kumar, Shankar (Contractor)" userId="d7d2038c-4287-4a61-af48-330653fba828" providerId="ADAL" clId="{715A71CE-967C-41F9-8557-9EA2E601B47A}" dt="2025-11-04T03:47:19.102" v="32" actId="20577"/>
          <ac:spMkLst>
            <pc:docMk/>
            <pc:sldMk cId="188807499" sldId="259"/>
            <ac:spMk id="3" creationId="{936AEBCA-BBF6-EF83-A8A7-C4B098C6DA8D}"/>
          </ac:spMkLst>
        </pc:spChg>
        <pc:spChg chg="add mod">
          <ac:chgData name="Kumar, Shankar (Contractor)" userId="d7d2038c-4287-4a61-af48-330653fba828" providerId="ADAL" clId="{715A71CE-967C-41F9-8557-9EA2E601B47A}" dt="2025-11-04T03:46:29.886" v="16"/>
          <ac:spMkLst>
            <pc:docMk/>
            <pc:sldMk cId="188807499" sldId="259"/>
            <ac:spMk id="4" creationId="{DF63A664-4F96-BD52-C4D9-D36F422F9998}"/>
          </ac:spMkLst>
        </pc:spChg>
        <pc:spChg chg="add mod">
          <ac:chgData name="Kumar, Shankar (Contractor)" userId="d7d2038c-4287-4a61-af48-330653fba828" providerId="ADAL" clId="{715A71CE-967C-41F9-8557-9EA2E601B47A}" dt="2025-11-04T03:46:41.623" v="20"/>
          <ac:spMkLst>
            <pc:docMk/>
            <pc:sldMk cId="188807499" sldId="259"/>
            <ac:spMk id="5" creationId="{899791F4-936F-CE20-3B2D-0D2A97863206}"/>
          </ac:spMkLst>
        </pc:spChg>
        <pc:spChg chg="add">
          <ac:chgData name="Kumar, Shankar (Contractor)" userId="d7d2038c-4287-4a61-af48-330653fba828" providerId="ADAL" clId="{715A71CE-967C-41F9-8557-9EA2E601B47A}" dt="2025-11-04T03:46:56.546" v="26"/>
          <ac:spMkLst>
            <pc:docMk/>
            <pc:sldMk cId="188807499" sldId="259"/>
            <ac:spMk id="6" creationId="{850B97D4-AB9A-C94C-8024-D8CD16897B9E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1-04T03:48:27.587" v="52" actId="20577"/>
        <pc:sldMkLst>
          <pc:docMk/>
          <pc:sldMk cId="366302179" sldId="260"/>
        </pc:sldMkLst>
        <pc:spChg chg="add del mod">
          <ac:chgData name="Kumar, Shankar (Contractor)" userId="d7d2038c-4287-4a61-af48-330653fba828" providerId="ADAL" clId="{715A71CE-967C-41F9-8557-9EA2E601B47A}" dt="2025-11-04T03:47:28.852" v="40" actId="20577"/>
          <ac:spMkLst>
            <pc:docMk/>
            <pc:sldMk cId="366302179" sldId="260"/>
            <ac:spMk id="2" creationId="{363C01D8-0394-018D-8D70-4E66DF849C12}"/>
          </ac:spMkLst>
        </pc:spChg>
        <pc:spChg chg="mod">
          <ac:chgData name="Kumar, Shankar (Contractor)" userId="d7d2038c-4287-4a61-af48-330653fba828" providerId="ADAL" clId="{715A71CE-967C-41F9-8557-9EA2E601B47A}" dt="2025-11-04T03:48:27.587" v="52" actId="20577"/>
          <ac:spMkLst>
            <pc:docMk/>
            <pc:sldMk cId="366302179" sldId="260"/>
            <ac:spMk id="3" creationId="{FF4FAE31-BBAC-9E0F-EB20-5F3EF383002B}"/>
          </ac:spMkLst>
        </pc:spChg>
        <pc:spChg chg="add mod">
          <ac:chgData name="Kumar, Shankar (Contractor)" userId="d7d2038c-4287-4a61-af48-330653fba828" providerId="ADAL" clId="{715A71CE-967C-41F9-8557-9EA2E601B47A}" dt="2025-11-04T03:47:23.982" v="35"/>
          <ac:spMkLst>
            <pc:docMk/>
            <pc:sldMk cId="366302179" sldId="260"/>
            <ac:spMk id="4" creationId="{AB8ADAEA-959D-5311-D498-D0A5F1A3F62D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4T03:50:11.266" v="91" actId="27636"/>
        <pc:sldMkLst>
          <pc:docMk/>
          <pc:sldMk cId="2970104990" sldId="261"/>
        </pc:sldMkLst>
        <pc:spChg chg="mod">
          <ac:chgData name="Kumar, Shankar (Contractor)" userId="d7d2038c-4287-4a61-af48-330653fba828" providerId="ADAL" clId="{715A71CE-967C-41F9-8557-9EA2E601B47A}" dt="2025-11-04T03:49:29.973" v="84" actId="20577"/>
          <ac:spMkLst>
            <pc:docMk/>
            <pc:sldMk cId="2970104990" sldId="261"/>
            <ac:spMk id="2" creationId="{CCBF528E-8F5B-7790-312D-8690E20B8936}"/>
          </ac:spMkLst>
        </pc:spChg>
        <pc:spChg chg="mod">
          <ac:chgData name="Kumar, Shankar (Contractor)" userId="d7d2038c-4287-4a61-af48-330653fba828" providerId="ADAL" clId="{715A71CE-967C-41F9-8557-9EA2E601B47A}" dt="2025-11-04T03:50:11.266" v="91" actId="27636"/>
          <ac:spMkLst>
            <pc:docMk/>
            <pc:sldMk cId="2970104990" sldId="261"/>
            <ac:spMk id="3" creationId="{904AB2D5-ABC4-440E-DB8D-44FC7D878808}"/>
          </ac:spMkLst>
        </pc:spChg>
      </pc:sldChg>
      <pc:sldChg chg="addSp modSp new mod modClrScheme chgLayout">
        <pc:chgData name="Kumar, Shankar (Contractor)" userId="d7d2038c-4287-4a61-af48-330653fba828" providerId="ADAL" clId="{715A71CE-967C-41F9-8557-9EA2E601B47A}" dt="2025-11-04T03:51:49.472" v="115" actId="14100"/>
        <pc:sldMkLst>
          <pc:docMk/>
          <pc:sldMk cId="3996279771" sldId="262"/>
        </pc:sldMkLst>
        <pc:spChg chg="mod ord">
          <ac:chgData name="Kumar, Shankar (Contractor)" userId="d7d2038c-4287-4a61-af48-330653fba828" providerId="ADAL" clId="{715A71CE-967C-41F9-8557-9EA2E601B47A}" dt="2025-11-04T03:51:10.498" v="99" actId="14100"/>
          <ac:spMkLst>
            <pc:docMk/>
            <pc:sldMk cId="3996279771" sldId="262"/>
            <ac:spMk id="2" creationId="{D59FE8CE-182D-4643-9BBA-08A2420A18CD}"/>
          </ac:spMkLst>
        </pc:spChg>
        <pc:spChg chg="mod ord">
          <ac:chgData name="Kumar, Shankar (Contractor)" userId="d7d2038c-4287-4a61-af48-330653fba828" providerId="ADAL" clId="{715A71CE-967C-41F9-8557-9EA2E601B47A}" dt="2025-11-04T03:51:38.983" v="113" actId="6549"/>
          <ac:spMkLst>
            <pc:docMk/>
            <pc:sldMk cId="3996279771" sldId="262"/>
            <ac:spMk id="3" creationId="{4AF33D17-7A25-9928-63F3-B56489E4E959}"/>
          </ac:spMkLst>
        </pc:spChg>
        <pc:spChg chg="add mod ord">
          <ac:chgData name="Kumar, Shankar (Contractor)" userId="d7d2038c-4287-4a61-af48-330653fba828" providerId="ADAL" clId="{715A71CE-967C-41F9-8557-9EA2E601B47A}" dt="2025-11-04T03:51:49.472" v="115" actId="14100"/>
          <ac:spMkLst>
            <pc:docMk/>
            <pc:sldMk cId="3996279771" sldId="262"/>
            <ac:spMk id="4" creationId="{984DE5A1-AFD9-26CC-F444-B52E3DA5BB8B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4T03:53:04.158" v="131" actId="1076"/>
        <pc:sldMkLst>
          <pc:docMk/>
          <pc:sldMk cId="1528879225" sldId="263"/>
        </pc:sldMkLst>
        <pc:spChg chg="mod">
          <ac:chgData name="Kumar, Shankar (Contractor)" userId="d7d2038c-4287-4a61-af48-330653fba828" providerId="ADAL" clId="{715A71CE-967C-41F9-8557-9EA2E601B47A}" dt="2025-11-04T03:53:04.158" v="131" actId="1076"/>
          <ac:spMkLst>
            <pc:docMk/>
            <pc:sldMk cId="1528879225" sldId="263"/>
            <ac:spMk id="2" creationId="{807269C5-3C23-E645-C7F7-F184772FD917}"/>
          </ac:spMkLst>
        </pc:spChg>
        <pc:spChg chg="mod">
          <ac:chgData name="Kumar, Shankar (Contractor)" userId="d7d2038c-4287-4a61-af48-330653fba828" providerId="ADAL" clId="{715A71CE-967C-41F9-8557-9EA2E601B47A}" dt="2025-11-04T03:52:48.515" v="130" actId="27636"/>
          <ac:spMkLst>
            <pc:docMk/>
            <pc:sldMk cId="1528879225" sldId="263"/>
            <ac:spMk id="3" creationId="{241FD981-61EF-DE90-906F-B16FBF854029}"/>
          </ac:spMkLst>
        </pc:spChg>
        <pc:spChg chg="mod">
          <ac:chgData name="Kumar, Shankar (Contractor)" userId="d7d2038c-4287-4a61-af48-330653fba828" providerId="ADAL" clId="{715A71CE-967C-41F9-8557-9EA2E601B47A}" dt="2025-11-04T03:52:48.515" v="129" actId="27636"/>
          <ac:spMkLst>
            <pc:docMk/>
            <pc:sldMk cId="1528879225" sldId="263"/>
            <ac:spMk id="4" creationId="{1B44D7E2-79FA-70C8-1721-18D3DEB8E7AB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4T03:57:01.274" v="146" actId="20577"/>
        <pc:sldMkLst>
          <pc:docMk/>
          <pc:sldMk cId="4258957352" sldId="264"/>
        </pc:sldMkLst>
        <pc:spChg chg="mod">
          <ac:chgData name="Kumar, Shankar (Contractor)" userId="d7d2038c-4287-4a61-af48-330653fba828" providerId="ADAL" clId="{715A71CE-967C-41F9-8557-9EA2E601B47A}" dt="2025-11-04T03:56:43.321" v="144"/>
          <ac:spMkLst>
            <pc:docMk/>
            <pc:sldMk cId="4258957352" sldId="264"/>
            <ac:spMk id="2" creationId="{4EAC0412-F176-D6B3-C2DD-8E167ED2203C}"/>
          </ac:spMkLst>
        </pc:spChg>
        <pc:spChg chg="mod">
          <ac:chgData name="Kumar, Shankar (Contractor)" userId="d7d2038c-4287-4a61-af48-330653fba828" providerId="ADAL" clId="{715A71CE-967C-41F9-8557-9EA2E601B47A}" dt="2025-11-04T03:57:01.274" v="146" actId="20577"/>
          <ac:spMkLst>
            <pc:docMk/>
            <pc:sldMk cId="4258957352" sldId="264"/>
            <ac:spMk id="3" creationId="{B2BF31DA-0755-0CA2-0150-36B69DA0B384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4T03:58:10.613" v="166" actId="255"/>
        <pc:sldMkLst>
          <pc:docMk/>
          <pc:sldMk cId="1697119897" sldId="265"/>
        </pc:sldMkLst>
        <pc:spChg chg="mod">
          <ac:chgData name="Kumar, Shankar (Contractor)" userId="d7d2038c-4287-4a61-af48-330653fba828" providerId="ADAL" clId="{715A71CE-967C-41F9-8557-9EA2E601B47A}" dt="2025-11-04T03:57:11.827" v="148" actId="27636"/>
          <ac:spMkLst>
            <pc:docMk/>
            <pc:sldMk cId="1697119897" sldId="265"/>
            <ac:spMk id="2" creationId="{26648B83-71FD-01CA-6C5D-1416EEBA1CC2}"/>
          </ac:spMkLst>
        </pc:spChg>
        <pc:spChg chg="mod">
          <ac:chgData name="Kumar, Shankar (Contractor)" userId="d7d2038c-4287-4a61-af48-330653fba828" providerId="ADAL" clId="{715A71CE-967C-41F9-8557-9EA2E601B47A}" dt="2025-11-04T03:58:10.613" v="166" actId="255"/>
          <ac:spMkLst>
            <pc:docMk/>
            <pc:sldMk cId="1697119897" sldId="265"/>
            <ac:spMk id="3" creationId="{21FB7FCA-DFA7-53A0-48B8-C6D2758FA330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4T03:58:30.036" v="169"/>
        <pc:sldMkLst>
          <pc:docMk/>
          <pc:sldMk cId="358741577" sldId="266"/>
        </pc:sldMkLst>
        <pc:spChg chg="mod">
          <ac:chgData name="Kumar, Shankar (Contractor)" userId="d7d2038c-4287-4a61-af48-330653fba828" providerId="ADAL" clId="{715A71CE-967C-41F9-8557-9EA2E601B47A}" dt="2025-11-04T03:58:22.326" v="168" actId="27636"/>
          <ac:spMkLst>
            <pc:docMk/>
            <pc:sldMk cId="358741577" sldId="266"/>
            <ac:spMk id="2" creationId="{6C815E2C-7EA5-6A69-0501-9EB6B42ACE96}"/>
          </ac:spMkLst>
        </pc:spChg>
        <pc:spChg chg="mod">
          <ac:chgData name="Kumar, Shankar (Contractor)" userId="d7d2038c-4287-4a61-af48-330653fba828" providerId="ADAL" clId="{715A71CE-967C-41F9-8557-9EA2E601B47A}" dt="2025-11-04T03:58:30.036" v="169"/>
          <ac:spMkLst>
            <pc:docMk/>
            <pc:sldMk cId="358741577" sldId="266"/>
            <ac:spMk id="3" creationId="{2705D318-7B73-AEF9-BC74-8D8F041BB1B1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4T03:59:24.726" v="183" actId="27636"/>
        <pc:sldMkLst>
          <pc:docMk/>
          <pc:sldMk cId="616761103" sldId="267"/>
        </pc:sldMkLst>
        <pc:spChg chg="mod">
          <ac:chgData name="Kumar, Shankar (Contractor)" userId="d7d2038c-4287-4a61-af48-330653fba828" providerId="ADAL" clId="{715A71CE-967C-41F9-8557-9EA2E601B47A}" dt="2025-11-04T03:59:01.361" v="175" actId="27636"/>
          <ac:spMkLst>
            <pc:docMk/>
            <pc:sldMk cId="616761103" sldId="267"/>
            <ac:spMk id="2" creationId="{DB594223-8579-3D3F-3C86-71B09A30FDC5}"/>
          </ac:spMkLst>
        </pc:spChg>
        <pc:spChg chg="mod">
          <ac:chgData name="Kumar, Shankar (Contractor)" userId="d7d2038c-4287-4a61-af48-330653fba828" providerId="ADAL" clId="{715A71CE-967C-41F9-8557-9EA2E601B47A}" dt="2025-11-04T03:59:24.726" v="183" actId="27636"/>
          <ac:spMkLst>
            <pc:docMk/>
            <pc:sldMk cId="616761103" sldId="267"/>
            <ac:spMk id="3" creationId="{8E52A4F6-AEB5-052D-96A3-0D746CAA400D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4T03:59:46.036" v="187" actId="27636"/>
        <pc:sldMkLst>
          <pc:docMk/>
          <pc:sldMk cId="2832894025" sldId="268"/>
        </pc:sldMkLst>
        <pc:spChg chg="mod">
          <ac:chgData name="Kumar, Shankar (Contractor)" userId="d7d2038c-4287-4a61-af48-330653fba828" providerId="ADAL" clId="{715A71CE-967C-41F9-8557-9EA2E601B47A}" dt="2025-11-04T03:59:37.796" v="185" actId="27636"/>
          <ac:spMkLst>
            <pc:docMk/>
            <pc:sldMk cId="2832894025" sldId="268"/>
            <ac:spMk id="2" creationId="{D0953401-B565-1E74-4FEE-22BC08D93679}"/>
          </ac:spMkLst>
        </pc:spChg>
        <pc:spChg chg="mod">
          <ac:chgData name="Kumar, Shankar (Contractor)" userId="d7d2038c-4287-4a61-af48-330653fba828" providerId="ADAL" clId="{715A71CE-967C-41F9-8557-9EA2E601B47A}" dt="2025-11-04T03:59:46.036" v="187" actId="27636"/>
          <ac:spMkLst>
            <pc:docMk/>
            <pc:sldMk cId="2832894025" sldId="268"/>
            <ac:spMk id="3" creationId="{AA9AE2D6-2A06-C5BA-80A4-7B142B28782C}"/>
          </ac:spMkLst>
        </pc:spChg>
      </pc:sldChg>
      <pc:sldChg chg="new del">
        <pc:chgData name="Kumar, Shankar (Contractor)" userId="d7d2038c-4287-4a61-af48-330653fba828" providerId="ADAL" clId="{715A71CE-967C-41F9-8557-9EA2E601B47A}" dt="2025-11-04T04:01:25.740" v="188" actId="47"/>
        <pc:sldMkLst>
          <pc:docMk/>
          <pc:sldMk cId="3320838905" sldId="269"/>
        </pc:sldMkLst>
      </pc:sldChg>
      <pc:sldChg chg="new del">
        <pc:chgData name="Kumar, Shankar (Contractor)" userId="d7d2038c-4287-4a61-af48-330653fba828" providerId="ADAL" clId="{715A71CE-967C-41F9-8557-9EA2E601B47A}" dt="2025-11-04T04:01:26.667" v="189" actId="47"/>
        <pc:sldMkLst>
          <pc:docMk/>
          <pc:sldMk cId="2342268990" sldId="270"/>
        </pc:sldMkLst>
      </pc:sldChg>
      <pc:sldChg chg="new del">
        <pc:chgData name="Kumar, Shankar (Contractor)" userId="d7d2038c-4287-4a61-af48-330653fba828" providerId="ADAL" clId="{715A71CE-967C-41F9-8557-9EA2E601B47A}" dt="2025-11-04T04:01:27.399" v="190" actId="47"/>
        <pc:sldMkLst>
          <pc:docMk/>
          <pc:sldMk cId="1453570485" sldId="271"/>
        </pc:sldMkLst>
      </pc:sldChg>
      <pc:sldChg chg="new del">
        <pc:chgData name="Kumar, Shankar (Contractor)" userId="d7d2038c-4287-4a61-af48-330653fba828" providerId="ADAL" clId="{715A71CE-967C-41F9-8557-9EA2E601B47A}" dt="2025-11-04T04:01:28.066" v="191" actId="47"/>
        <pc:sldMkLst>
          <pc:docMk/>
          <pc:sldMk cId="2566709540" sldId="272"/>
        </pc:sldMkLst>
      </pc:sldChg>
      <pc:sldChg chg="new del">
        <pc:chgData name="Kumar, Shankar (Contractor)" userId="d7d2038c-4287-4a61-af48-330653fba828" providerId="ADAL" clId="{715A71CE-967C-41F9-8557-9EA2E601B47A}" dt="2025-11-04T04:01:29.040" v="192" actId="47"/>
        <pc:sldMkLst>
          <pc:docMk/>
          <pc:sldMk cId="2489432059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13A9A-F76B-79E3-733F-25B73CA2A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0841A-C56F-6C87-0608-1C173227D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E7B25-EF9E-A2EC-1432-B70EBCD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CFB8-54D1-4063-8BA0-9982187ADA5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F9976-00F5-4D08-74AF-D34653E8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A5D1E-B400-C50F-09E1-1AC7A9F5C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887DC-203B-46CC-BC30-E4E727361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88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D95F1-1E41-9DDB-4A20-D343BD439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A9AA5-CD41-F5AC-21A9-1CDFF607D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43157-5145-765C-391A-BCF819692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CFB8-54D1-4063-8BA0-9982187ADA5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23590-9C97-F7A8-CFBD-31D296D86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8F430-8856-AED7-1DE0-4DDE20742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887DC-203B-46CC-BC30-E4E727361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574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DBDC6-EF8F-B9AA-3EA3-96EC1160A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2D1E7-D047-1384-9940-C5325D8C7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8A337-17FC-3255-4134-1F3025148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CFB8-54D1-4063-8BA0-9982187ADA5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4A24F-337C-E43E-D043-4B42FE1E1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C2BE9-3D1E-14AA-1976-692EF6BED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887DC-203B-46CC-BC30-E4E727361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252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D014A-A66B-3D13-3C5D-7499D9B31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B750F-1C36-5514-1BE3-AB5C64762F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07678-809A-C405-3737-B7F92CE0A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895F2-2B6B-2961-2370-6FF4A062C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CFB8-54D1-4063-8BA0-9982187ADA5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39C6E-659D-AE5B-EBF4-35CB470BB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A192F-DF3C-FB96-1398-850DF0AAD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887DC-203B-46CC-BC30-E4E727361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358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A251F-1E55-6711-E208-5E2825430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04C0F-BA19-19F4-9163-7BADC9F35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DB272-D8E2-1B13-ECE9-00D642912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FD2AB5-658B-97FF-29C2-9163197F9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57258A-F7A6-A764-84FB-2C59D110E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8F7C56-43FE-CCED-4962-94B01E8CC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CFB8-54D1-4063-8BA0-9982187ADA5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43666D-3867-F794-E8CF-CF396E58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BB8B2B-F656-1DFC-AFA5-01188B5CF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887DC-203B-46CC-BC30-E4E727361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422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2C2E-FA68-4334-79C8-81C5D0A4E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513786-84BF-8F3C-BF74-15502C71F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CFB8-54D1-4063-8BA0-9982187ADA5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C6C536-1AF5-1EEB-E66A-AF53954A9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BE529C-9349-769C-A7E9-77B872FD2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887DC-203B-46CC-BC30-E4E727361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733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3FF47F-5583-9A27-7303-13041AFF1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CFB8-54D1-4063-8BA0-9982187ADA5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432C0-47D6-4C47-20DD-1AA82A635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600B5-8FBE-5415-1E4D-46EF23343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887DC-203B-46CC-BC30-E4E727361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13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C359B-4A61-DBE5-1CA2-C0C1991EB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CB38F-309C-C08A-547B-DBE0355B7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45473-21D6-B237-10DE-8028559C8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08381-445F-CA3D-C649-DF823CFB9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CFB8-54D1-4063-8BA0-9982187ADA5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97445-AFBD-4FD4-0407-D888ADB28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2F7DF-57A6-EDC4-9649-E2DC6A283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887DC-203B-46CC-BC30-E4E727361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061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54E64-3363-CA94-365A-27D3157E3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7EF5E3-4632-C23A-7DE6-3D752466FD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371B1-116B-E1DB-0EC7-F7C856AD7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0E7F5-C43E-B565-2C55-04CBE2045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CFB8-54D1-4063-8BA0-9982187ADA5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2621B-B3EE-C471-6B15-59C37C4D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B1689-808B-0EF2-AF1A-B2A467CB1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887DC-203B-46CC-BC30-E4E727361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344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47AC1-5F4A-254A-BA05-6DF696B3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387D17-AB65-EB9F-54BB-10B3F8D93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FD87F-6CA6-0633-A5A1-8E0F1382C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CFB8-54D1-4063-8BA0-9982187ADA5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3420C-0A10-FA5D-19B8-7F727CB4E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B39A4-21FE-ABAF-6680-CE3638890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887DC-203B-46CC-BC30-E4E727361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868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121618-5CCB-8366-ECB2-9D12096DA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51C80D-F54D-C3BA-28CF-F8F94FF28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E419A-B972-129E-C0B4-14CB7D62A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CFB8-54D1-4063-8BA0-9982187ADA5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2F904-6BDE-340F-13D0-CA4EB7465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D2692-2531-A26B-192E-D75530BE7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887DC-203B-46CC-BC30-E4E727361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542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1388E9-8DC3-E768-BE4B-D8941ABAD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B81BC-B949-A291-29EB-77B15441B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1FDCA-3DAC-9BBA-43F7-3A28A00961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1CFB8-54D1-4063-8BA0-9982187ADA5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588-EBCE-D6E4-8BD7-BAD53217B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FAD70-830F-ABDF-DCD2-6880000C6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887DC-203B-46CC-BC30-E4E727361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260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C0412-F176-D6B3-C2DD-8E167ED22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microservice notification service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F31DA-0755-0CA2-0150-36B69DA0B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Boot microservice notification service handles sending various types of notifications (email, SMS, push notifications, in-app notifications) to users in a distributed system. </a:t>
            </a:r>
          </a:p>
          <a:p>
            <a:r>
              <a:rPr lang="en-US" dirty="0"/>
              <a:t>This service centralizes notification logic, allowing other microservices to trigger notifications without directly managing the sending mechanisms.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8957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48B83-71FD-01CA-6C5D-1416EEBA1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Key Components and Design Considerations:</a:t>
            </a:r>
            <a:br>
              <a:rPr lang="en-US" b="1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B7FCA-DFA7-53A0-48B8-C6D2758FA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000" b="1" dirty="0"/>
              <a:t>Event-Driven Architecture:</a:t>
            </a:r>
          </a:p>
          <a:p>
            <a:pPr lvl="1"/>
            <a:r>
              <a:rPr lang="en-US" sz="2000" b="1" dirty="0"/>
              <a:t>Message Broker (e.g., RabbitMQ, Kafka):</a:t>
            </a:r>
            <a:r>
              <a:rPr lang="en-US" sz="2000" dirty="0"/>
              <a:t> Other microservices publish notification events (e.g., "order created," "payment successful") to a message broker.</a:t>
            </a:r>
          </a:p>
          <a:p>
            <a:pPr lvl="1"/>
            <a:r>
              <a:rPr lang="en-US" sz="2000" b="1" dirty="0"/>
              <a:t>Notification Service Consumer:</a:t>
            </a:r>
            <a:r>
              <a:rPr lang="en-US" sz="2000" dirty="0"/>
              <a:t> The notification service consumes these events from designated queues or topics.</a:t>
            </a:r>
          </a:p>
          <a:p>
            <a:r>
              <a:rPr lang="en-IN" sz="2000" b="1" dirty="0"/>
              <a:t>Notification Types:</a:t>
            </a:r>
            <a:endParaRPr lang="en-IN" sz="2000" dirty="0"/>
          </a:p>
          <a:p>
            <a:pPr lvl="1"/>
            <a:r>
              <a:rPr lang="en-US" sz="2000" b="1" dirty="0"/>
              <a:t>Email:</a:t>
            </a:r>
            <a:r>
              <a:rPr lang="en-US" sz="2000" dirty="0"/>
              <a:t> Utilizes Spring Mail Sender for sending emails. Configuration for mail servers (SMTP) is typically done in </a:t>
            </a:r>
            <a:r>
              <a:rPr lang="en-US" sz="2000" dirty="0" err="1"/>
              <a:t>application.properties</a:t>
            </a:r>
            <a:r>
              <a:rPr lang="en-US" sz="2000" dirty="0"/>
              <a:t>.</a:t>
            </a:r>
          </a:p>
          <a:p>
            <a:pPr lvl="1"/>
            <a:r>
              <a:rPr lang="en-US" sz="2000" b="1" dirty="0"/>
              <a:t>SMS:</a:t>
            </a:r>
            <a:r>
              <a:rPr lang="en-US" sz="2000" dirty="0"/>
              <a:t> Integrates with third-party SMS gateways (e.g., Twilio, </a:t>
            </a:r>
            <a:r>
              <a:rPr lang="en-US" sz="2000" dirty="0" err="1"/>
              <a:t>Nexmo</a:t>
            </a:r>
            <a:r>
              <a:rPr lang="en-US" sz="2000" dirty="0"/>
              <a:t>) through their respective APIs.</a:t>
            </a:r>
          </a:p>
          <a:p>
            <a:pPr lvl="1"/>
            <a:r>
              <a:rPr lang="en-US" sz="2000" b="1" dirty="0"/>
              <a:t>Push Notifications:</a:t>
            </a:r>
            <a:r>
              <a:rPr lang="en-US" sz="2000" dirty="0"/>
              <a:t> Integrates with platforms like Firebase Cloud Messaging (FCM) or Apple Push Notification Service (APNS) for mobile push notifications.</a:t>
            </a:r>
          </a:p>
          <a:p>
            <a:pPr lvl="1"/>
            <a:r>
              <a:rPr lang="en-US" sz="2000" b="1" dirty="0"/>
              <a:t>In-app/Real-time Notifications:</a:t>
            </a:r>
            <a:r>
              <a:rPr lang="en-US" sz="2000" dirty="0"/>
              <a:t> Employs </a:t>
            </a:r>
            <a:r>
              <a:rPr lang="en-US" sz="2000" dirty="0" err="1"/>
              <a:t>WebSockets</a:t>
            </a:r>
            <a:r>
              <a:rPr lang="en-US" sz="2000" dirty="0"/>
              <a:t> (e.g., Spring WebSocket with STOMP) to push notifications directly to connected client applications.</a:t>
            </a:r>
          </a:p>
          <a:p>
            <a:pPr marL="0" indent="0">
              <a:buNone/>
            </a:pPr>
            <a:br>
              <a:rPr lang="en-US" sz="2000" dirty="0"/>
            </a:br>
            <a:br>
              <a:rPr lang="en-IN" sz="2000" dirty="0"/>
            </a:br>
            <a:br>
              <a:rPr lang="en-US" sz="2000" dirty="0"/>
            </a:br>
            <a:endParaRPr lang="en-IN" sz="2000" dirty="0"/>
          </a:p>
          <a:p>
            <a:pPr marL="0" indent="0">
              <a:buNone/>
            </a:pPr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97119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15E2C-7EA5-6A69-0501-9EB6B42A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Notification Preferences and User Management: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5D318-7B73-AEF9-BC74-8D8F041BB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User Preferences:</a:t>
            </a:r>
            <a:r>
              <a:rPr lang="en-US" dirty="0"/>
              <a:t> Stores user preferences for notification channels (e.g., email vs. SMS, specific notification types). This can be managed within the notification service or a dedicated user profile service.</a:t>
            </a:r>
          </a:p>
          <a:p>
            <a:r>
              <a:rPr lang="en-US" b="1" dirty="0"/>
              <a:t>User Data:</a:t>
            </a:r>
            <a:r>
              <a:rPr lang="en-US" dirty="0"/>
              <a:t> Accesses user information (email address, phone number, device tokens) to target notifications.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741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94223-8579-3D3F-3C86-71B09A3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2A4F6-AEB5-052D-96A3-0D746CAA4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Notification Template Management:</a:t>
            </a:r>
            <a:br>
              <a:rPr lang="en-IN" dirty="0"/>
            </a:br>
            <a:endParaRPr lang="en-US" b="1" dirty="0"/>
          </a:p>
          <a:p>
            <a:pPr lvl="1"/>
            <a:r>
              <a:rPr lang="en-US" b="1" dirty="0"/>
              <a:t>Templates:</a:t>
            </a:r>
            <a:r>
              <a:rPr lang="en-US" dirty="0"/>
              <a:t> Uses templates (e.g., </a:t>
            </a:r>
            <a:r>
              <a:rPr lang="en-US" dirty="0" err="1"/>
              <a:t>Thymeleaf</a:t>
            </a:r>
            <a:r>
              <a:rPr lang="en-US" dirty="0"/>
              <a:t>, </a:t>
            </a:r>
            <a:r>
              <a:rPr lang="en-US" dirty="0" err="1"/>
              <a:t>Freemarker</a:t>
            </a:r>
            <a:r>
              <a:rPr lang="en-US" dirty="0"/>
              <a:t> for email) to dynamically generate notification content based on event data.</a:t>
            </a:r>
          </a:p>
          <a:p>
            <a:r>
              <a:rPr lang="en-IN" b="1" dirty="0"/>
              <a:t>Error Handling and Retries:</a:t>
            </a:r>
          </a:p>
          <a:p>
            <a:r>
              <a:rPr lang="en-US" b="1" dirty="0"/>
              <a:t>Robustness:</a:t>
            </a:r>
            <a:r>
              <a:rPr lang="en-US" dirty="0"/>
              <a:t> Implements error handling and retry mechanisms for failed notification attempts, especially for external integrations (email, SMS, push services).</a:t>
            </a:r>
          </a:p>
          <a:p>
            <a:br>
              <a:rPr lang="en-US" dirty="0"/>
            </a:br>
            <a:endParaRPr lang="en-IN" dirty="0"/>
          </a:p>
          <a:p>
            <a:br>
              <a:rPr lang="en-IN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6761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53401-B565-1E74-4FEE-22BC08D93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Flow: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AE2D6-2A06-C5BA-80A4-7B142B287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 "Order Service" processes an order and publishes an "Order Created" event to a RabbitMQ queue.</a:t>
            </a:r>
          </a:p>
          <a:p>
            <a:r>
              <a:rPr lang="en-US" dirty="0"/>
              <a:t>The "Notification Service" consumes this "Order Created" event.</a:t>
            </a:r>
          </a:p>
          <a:p>
            <a:r>
              <a:rPr lang="en-US" dirty="0"/>
              <a:t>Based on the event data and user preferences, the notification service determines the appropriate notification channels (e.g., email to the customer, SMS to the delivery driver).</a:t>
            </a:r>
          </a:p>
          <a:p>
            <a:r>
              <a:rPr lang="en-US" dirty="0"/>
              <a:t>It constructs the notification message using relevant templates and sends it via the respective channels (e.g., </a:t>
            </a:r>
            <a:r>
              <a:rPr lang="en-US" dirty="0" err="1"/>
              <a:t>JavaMailSender</a:t>
            </a:r>
            <a:r>
              <a:rPr lang="en-US" dirty="0"/>
              <a:t> for email, Twilio API for SMS).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2894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3C3FF-F3DE-7E95-57F1-F2EFD28A15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Spring email service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8EAD9-E55F-49F3-A21B-D098273E45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67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E48E0-5DF4-6D22-0BED-2078C00DB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2FF2B-5251-01BF-FDB2-67D6C713E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Boot provides robust </a:t>
            </a:r>
            <a:r>
              <a:rPr lang="en-US" b="1" dirty="0"/>
              <a:t>auto-configuration for sending emails</a:t>
            </a:r>
            <a:r>
              <a:rPr lang="en-US" dirty="0"/>
              <a:t> through the spring-boot-starter-mail module and the </a:t>
            </a:r>
            <a:r>
              <a:rPr lang="en-US" dirty="0" err="1"/>
              <a:t>JavaMailSender</a:t>
            </a:r>
            <a:r>
              <a:rPr lang="en-US" dirty="0"/>
              <a:t> interface. </a:t>
            </a:r>
          </a:p>
          <a:p>
            <a:endParaRPr lang="en-US" dirty="0"/>
          </a:p>
          <a:p>
            <a:r>
              <a:rPr lang="en-US" dirty="0"/>
              <a:t>This functionality simplifies the process of integrating email services into your application for tasks like user notifications, password resets, and confirmations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5424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0FA2F-D0C7-3F9E-422B-B8691ADCE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Components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1DB5A-1E13-75F9-0259-8B7F72E22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spring-boot-starter-mail: The primary dependency that brings in all necessary </a:t>
            </a:r>
            <a:r>
              <a:rPr lang="en-US" dirty="0" err="1"/>
              <a:t>JavaMail</a:t>
            </a:r>
            <a:r>
              <a:rPr lang="en-US" dirty="0"/>
              <a:t> API libraries and enables Spring Boot's email auto-configuration.</a:t>
            </a:r>
          </a:p>
          <a:p>
            <a:r>
              <a:rPr lang="en-US" dirty="0" err="1"/>
              <a:t>JavaMailSender</a:t>
            </a:r>
            <a:r>
              <a:rPr lang="en-US" dirty="0"/>
              <a:t>: The core interface provided by the Spring Framework for sending emails, which can handle simple text messages as well as complex MIME messages with attachments and HTML content.</a:t>
            </a:r>
          </a:p>
          <a:p>
            <a:r>
              <a:rPr lang="en-US" dirty="0" err="1"/>
              <a:t>application.properties</a:t>
            </a:r>
            <a:r>
              <a:rPr lang="en-US" dirty="0"/>
              <a:t> (or .</a:t>
            </a:r>
            <a:r>
              <a:rPr lang="en-US" dirty="0" err="1"/>
              <a:t>yml</a:t>
            </a:r>
            <a:r>
              <a:rPr lang="en-US" dirty="0"/>
              <a:t>): This file is used to specify the mail server (SMTP) configuration details, which Spring Boot automatically uses to configure the </a:t>
            </a:r>
            <a:r>
              <a:rPr lang="en-US" dirty="0" err="1"/>
              <a:t>JavaMailSender</a:t>
            </a:r>
            <a:r>
              <a:rPr lang="en-US" dirty="0"/>
              <a:t> bean.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7165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5FC4B-C4B5-90C5-BD05-FD8AE0746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Steps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AEBCA-BBF6-EF83-A8A7-C4B098C6D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Add the Dependency</a:t>
            </a:r>
          </a:p>
          <a:p>
            <a:pPr marL="457200" lvl="1" indent="0">
              <a:buNone/>
            </a:pPr>
            <a:r>
              <a:rPr lang="en-IN" dirty="0"/>
              <a:t>Include the spring-boot-starter-mail dependency in your Maven (pom.xml) or Gradle (</a:t>
            </a:r>
            <a:r>
              <a:rPr lang="en-IN" dirty="0" err="1"/>
              <a:t>build.gradle</a:t>
            </a:r>
            <a:r>
              <a:rPr lang="en-IN" dirty="0"/>
              <a:t>) file. </a:t>
            </a:r>
          </a:p>
          <a:p>
            <a:pPr marL="457200" lvl="1" indent="0">
              <a:buNone/>
            </a:pPr>
            <a:r>
              <a:rPr lang="en-IN" dirty="0"/>
              <a:t>Maven (pom.xml):</a:t>
            </a:r>
          </a:p>
          <a:p>
            <a:pPr marL="457200" lvl="1" indent="0">
              <a:buNone/>
            </a:pPr>
            <a:r>
              <a:rPr lang="en-IN" dirty="0"/>
              <a:t>xml</a:t>
            </a:r>
          </a:p>
          <a:p>
            <a:pPr marL="457200" lvl="1" indent="0">
              <a:buNone/>
            </a:pPr>
            <a:r>
              <a:rPr lang="en-IN" dirty="0"/>
              <a:t>&lt;dependency&gt;</a:t>
            </a:r>
          </a:p>
          <a:p>
            <a:pPr marL="457200" lvl="1" indent="0">
              <a:buNone/>
            </a:pPr>
            <a:r>
              <a:rPr lang="en-IN" dirty="0"/>
              <a:t>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org.springframework.boot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457200" lvl="1" indent="0">
              <a:buNone/>
            </a:pPr>
            <a:r>
              <a:rPr lang="en-IN" dirty="0"/>
              <a:t>    &lt;</a:t>
            </a:r>
            <a:r>
              <a:rPr lang="en-IN" dirty="0" err="1"/>
              <a:t>artifactId</a:t>
            </a:r>
            <a:r>
              <a:rPr lang="en-IN" dirty="0"/>
              <a:t>&gt;spring-boot-starter-mail&lt;/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457200" lvl="1" indent="0">
              <a:buNone/>
            </a:pPr>
            <a:r>
              <a:rPr lang="en-IN" dirty="0"/>
              <a:t>&lt;/dependency&gt;</a:t>
            </a:r>
          </a:p>
          <a:p>
            <a:pPr lvl="1"/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07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C01D8-0394-018D-8D70-4E66DF849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Configure Email Properties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FAE31-BBAC-9E0F-EB20-5F3EF3830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Configure your SMTP server settings in your </a:t>
            </a:r>
            <a:r>
              <a:rPr lang="en-US" dirty="0" err="1"/>
              <a:t>application.properties</a:t>
            </a:r>
            <a:r>
              <a:rPr lang="en-US" dirty="0"/>
              <a:t> file, including host, port, username, and password. </a:t>
            </a:r>
          </a:p>
          <a:p>
            <a:pPr lvl="1"/>
            <a:r>
              <a:rPr lang="en-US" dirty="0"/>
              <a:t>For services like Gmail, you may need an "App Password". </a:t>
            </a:r>
          </a:p>
          <a:p>
            <a:r>
              <a:rPr lang="en-IN" dirty="0"/>
              <a:t>Create an Email Service</a:t>
            </a:r>
          </a:p>
          <a:p>
            <a:pPr lvl="1"/>
            <a:r>
              <a:rPr lang="en-US" dirty="0"/>
              <a:t>Create a service class and inject </a:t>
            </a:r>
            <a:r>
              <a:rPr lang="en-US" dirty="0" err="1"/>
              <a:t>JavaMailSender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You can define methods to send simple emails using </a:t>
            </a:r>
            <a:r>
              <a:rPr lang="en-US" dirty="0" err="1"/>
              <a:t>SimpleMailMessage</a:t>
            </a:r>
            <a:r>
              <a:rPr lang="en-US" dirty="0"/>
              <a:t> or more complex emails with HTML or attachments using </a:t>
            </a:r>
            <a:r>
              <a:rPr lang="en-US" dirty="0" err="1"/>
              <a:t>MimeMessageHelper</a:t>
            </a:r>
            <a:r>
              <a:rPr lang="en-US" dirty="0"/>
              <a:t>. </a:t>
            </a:r>
          </a:p>
          <a:p>
            <a:pPr lvl="1"/>
            <a:endParaRPr lang="en-US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302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F528E-8F5B-7790-312D-8690E20B8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application.properties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AB2D5-ABC4-440E-DB8D-44FC7D878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your </a:t>
            </a:r>
            <a:r>
              <a:rPr lang="en-US" dirty="0" err="1"/>
              <a:t>application.properties</a:t>
            </a:r>
            <a:r>
              <a:rPr lang="en-US" dirty="0"/>
              <a:t> or </a:t>
            </a:r>
            <a:r>
              <a:rPr lang="en-US" dirty="0" err="1"/>
              <a:t>application.yml</a:t>
            </a:r>
            <a:r>
              <a:rPr lang="en-US" dirty="0"/>
              <a:t>, configure the SMTP server details. </a:t>
            </a:r>
          </a:p>
          <a:p>
            <a:r>
              <a:rPr lang="en-US" dirty="0"/>
              <a:t>Replace the placeholders with your actual email server information: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spring.mail.host=smtp.example.com</a:t>
            </a:r>
          </a:p>
          <a:p>
            <a:pPr marL="0" indent="0">
              <a:buNone/>
            </a:pPr>
            <a:r>
              <a:rPr lang="en-US" dirty="0" err="1"/>
              <a:t>spring.mail.port</a:t>
            </a:r>
            <a:r>
              <a:rPr lang="en-US" dirty="0"/>
              <a:t>=587 # or 465 for SSL/TLS</a:t>
            </a:r>
          </a:p>
          <a:p>
            <a:pPr marL="0" indent="0">
              <a:buNone/>
            </a:pPr>
            <a:r>
              <a:rPr lang="en-US" dirty="0"/>
              <a:t>spring.mail.username=your-email@example.com</a:t>
            </a:r>
          </a:p>
          <a:p>
            <a:pPr marL="0" indent="0">
              <a:buNone/>
            </a:pPr>
            <a:r>
              <a:rPr lang="en-US" dirty="0" err="1"/>
              <a:t>spring.mail.password</a:t>
            </a:r>
            <a:r>
              <a:rPr lang="en-US" dirty="0"/>
              <a:t>=your-email-password</a:t>
            </a:r>
          </a:p>
          <a:p>
            <a:pPr marL="0" indent="0">
              <a:buNone/>
            </a:pPr>
            <a:r>
              <a:rPr lang="en-US" dirty="0" err="1"/>
              <a:t>spring.mail.properties.mail.smtp.auth</a:t>
            </a:r>
            <a:r>
              <a:rPr lang="en-US" dirty="0"/>
              <a:t>=true</a:t>
            </a:r>
          </a:p>
          <a:p>
            <a:pPr marL="0" indent="0">
              <a:buNone/>
            </a:pPr>
            <a:r>
              <a:rPr lang="en-US" dirty="0" err="1"/>
              <a:t>spring.mail.properties.mail.smtp.starttls.enable</a:t>
            </a:r>
            <a:r>
              <a:rPr lang="en-US" dirty="0"/>
              <a:t>=true # or </a:t>
            </a:r>
            <a:r>
              <a:rPr lang="en-US" dirty="0" err="1"/>
              <a:t>ssl.enable</a:t>
            </a:r>
            <a:r>
              <a:rPr lang="en-US" dirty="0"/>
              <a:t>=true for SSL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0104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FE8CE-182D-4643-9BBA-08A2420A1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838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Create an Email Service: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33D17-7A25-9928-63F3-B56489E4E9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78971"/>
            <a:ext cx="5181600" cy="56979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@Service</a:t>
            </a:r>
          </a:p>
          <a:p>
            <a:pPr marL="0" indent="0">
              <a:buNone/>
            </a:pPr>
            <a:r>
              <a:rPr lang="en-IN" sz="1400" dirty="0"/>
              <a:t>public class </a:t>
            </a:r>
            <a:r>
              <a:rPr lang="en-IN" sz="1400" dirty="0" err="1"/>
              <a:t>EmailService</a:t>
            </a:r>
            <a:r>
              <a:rPr lang="en-IN" sz="1400" dirty="0"/>
              <a:t> {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@Autowired</a:t>
            </a:r>
          </a:p>
          <a:p>
            <a:pPr marL="0" indent="0">
              <a:buNone/>
            </a:pPr>
            <a:r>
              <a:rPr lang="en-IN" sz="1400" dirty="0"/>
              <a:t>    private </a:t>
            </a:r>
            <a:r>
              <a:rPr lang="en-IN" sz="1400" dirty="0" err="1"/>
              <a:t>JavaMailSender</a:t>
            </a:r>
            <a:r>
              <a:rPr lang="en-IN" sz="1400" dirty="0"/>
              <a:t> </a:t>
            </a:r>
            <a:r>
              <a:rPr lang="en-IN" sz="1400" dirty="0" err="1"/>
              <a:t>javaMailSender</a:t>
            </a:r>
            <a:r>
              <a:rPr lang="en-IN" sz="1400" dirty="0"/>
              <a:t>;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public void </a:t>
            </a:r>
            <a:r>
              <a:rPr lang="en-IN" sz="1400" dirty="0" err="1"/>
              <a:t>sendSimpleEmail</a:t>
            </a:r>
            <a:r>
              <a:rPr lang="en-IN" sz="1400" dirty="0"/>
              <a:t>(String to, String subject, String body) throws </a:t>
            </a:r>
            <a:r>
              <a:rPr lang="en-IN" sz="1400" dirty="0" err="1"/>
              <a:t>MessagingException</a:t>
            </a:r>
            <a:r>
              <a:rPr lang="en-IN" sz="1400" dirty="0"/>
              <a:t> {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MimeMessage</a:t>
            </a:r>
            <a:r>
              <a:rPr lang="en-IN" sz="1400" dirty="0"/>
              <a:t> </a:t>
            </a:r>
            <a:r>
              <a:rPr lang="en-IN" sz="1400" dirty="0" err="1"/>
              <a:t>mimeMessage</a:t>
            </a:r>
            <a:r>
              <a:rPr lang="en-IN" sz="1400" dirty="0"/>
              <a:t> = </a:t>
            </a:r>
            <a:r>
              <a:rPr lang="en-IN" sz="1400" dirty="0" err="1"/>
              <a:t>javaMailSender.createMimeMessage</a:t>
            </a:r>
            <a:r>
              <a:rPr lang="en-IN" sz="1400" dirty="0"/>
              <a:t>();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MimeMessageHelper</a:t>
            </a:r>
            <a:r>
              <a:rPr lang="en-IN" sz="1400" dirty="0"/>
              <a:t> helper = new </a:t>
            </a:r>
            <a:r>
              <a:rPr lang="en-IN" sz="1400" dirty="0" err="1"/>
              <a:t>MimeMessageHelper</a:t>
            </a:r>
            <a:r>
              <a:rPr lang="en-IN" sz="1400" dirty="0"/>
              <a:t>(</a:t>
            </a:r>
            <a:r>
              <a:rPr lang="en-IN" sz="1400" dirty="0" err="1"/>
              <a:t>mimeMessage</a:t>
            </a:r>
            <a:r>
              <a:rPr lang="en-IN" sz="1400" dirty="0"/>
              <a:t>, "UTF-8");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helper.setFrom</a:t>
            </a:r>
            <a:r>
              <a:rPr lang="en-IN" sz="1400" dirty="0"/>
              <a:t>("your-email@example.com"); // Set your sender email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helper.setTo</a:t>
            </a:r>
            <a:r>
              <a:rPr lang="en-IN" sz="1400" dirty="0"/>
              <a:t>(to);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helper.setSubject</a:t>
            </a:r>
            <a:r>
              <a:rPr lang="en-IN" sz="1400" dirty="0"/>
              <a:t>(subject);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helper.setText</a:t>
            </a:r>
            <a:r>
              <a:rPr lang="en-IN" sz="1400" dirty="0"/>
              <a:t>(body);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javaMailSender.send</a:t>
            </a:r>
            <a:r>
              <a:rPr lang="en-IN" sz="1400" dirty="0"/>
              <a:t>(</a:t>
            </a:r>
            <a:r>
              <a:rPr lang="en-IN" sz="1400" dirty="0" err="1"/>
              <a:t>mimeMessage</a:t>
            </a:r>
            <a:r>
              <a:rPr lang="en-IN" sz="1400" dirty="0"/>
              <a:t>);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System.out.println</a:t>
            </a:r>
            <a:r>
              <a:rPr lang="en-IN" sz="1400" dirty="0"/>
              <a:t>("Email sent successfully to " + to);</a:t>
            </a:r>
          </a:p>
          <a:p>
            <a:pPr marL="0" indent="0">
              <a:buNone/>
            </a:pPr>
            <a:r>
              <a:rPr lang="en-IN" sz="1400" dirty="0"/>
              <a:t>    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DE5A1-AFD9-26CC-F444-B52E3DA5B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-155448"/>
            <a:ext cx="5181600" cy="633241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public void </a:t>
            </a:r>
            <a:r>
              <a:rPr lang="en-IN" sz="1400" dirty="0" err="1"/>
              <a:t>sendEmailWithAttachment</a:t>
            </a:r>
            <a:r>
              <a:rPr lang="en-IN" sz="1400" dirty="0"/>
              <a:t>(String to, String subject, String body, String </a:t>
            </a:r>
            <a:r>
              <a:rPr lang="en-IN" sz="1400" dirty="0" err="1"/>
              <a:t>attachmentPath</a:t>
            </a:r>
            <a:r>
              <a:rPr lang="en-IN" sz="1400" dirty="0"/>
              <a:t>, String </a:t>
            </a:r>
            <a:r>
              <a:rPr lang="en-IN" sz="1400" dirty="0" err="1"/>
              <a:t>attachmentName</a:t>
            </a:r>
            <a:r>
              <a:rPr lang="en-IN" sz="1400" dirty="0"/>
              <a:t>) throws </a:t>
            </a:r>
            <a:r>
              <a:rPr lang="en-IN" sz="1400" dirty="0" err="1"/>
              <a:t>MessagingException</a:t>
            </a:r>
            <a:r>
              <a:rPr lang="en-IN" sz="1400" dirty="0"/>
              <a:t> {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MimeMessage</a:t>
            </a:r>
            <a:r>
              <a:rPr lang="en-IN" sz="1400" dirty="0"/>
              <a:t> </a:t>
            </a:r>
            <a:r>
              <a:rPr lang="en-IN" sz="1400" dirty="0" err="1"/>
              <a:t>mimeMessage</a:t>
            </a:r>
            <a:r>
              <a:rPr lang="en-IN" sz="1400" dirty="0"/>
              <a:t> = </a:t>
            </a:r>
            <a:r>
              <a:rPr lang="en-IN" sz="1400" dirty="0" err="1"/>
              <a:t>javaMailSender.createMimeMessage</a:t>
            </a:r>
            <a:r>
              <a:rPr lang="en-IN" sz="1400" dirty="0"/>
              <a:t>();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MimeMessageHelper</a:t>
            </a:r>
            <a:r>
              <a:rPr lang="en-IN" sz="1400" dirty="0"/>
              <a:t> helper = new </a:t>
            </a:r>
            <a:r>
              <a:rPr lang="en-IN" sz="1400" dirty="0" err="1"/>
              <a:t>MimeMessageHelper</a:t>
            </a:r>
            <a:r>
              <a:rPr lang="en-IN" sz="1400" dirty="0"/>
              <a:t>(</a:t>
            </a:r>
            <a:r>
              <a:rPr lang="en-IN" sz="1400" dirty="0" err="1"/>
              <a:t>mimeMessage</a:t>
            </a:r>
            <a:r>
              <a:rPr lang="en-IN" sz="1400" dirty="0"/>
              <a:t>, true, "UTF-8"); // true for multipart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helper.setFrom</a:t>
            </a:r>
            <a:r>
              <a:rPr lang="en-IN" sz="1400" dirty="0"/>
              <a:t>("your-email@example.com");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helper.setTo</a:t>
            </a:r>
            <a:r>
              <a:rPr lang="en-IN" sz="1400" dirty="0"/>
              <a:t>(to);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helper.setSubject</a:t>
            </a:r>
            <a:r>
              <a:rPr lang="en-IN" sz="1400" dirty="0"/>
              <a:t>(subject);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helper.setText</a:t>
            </a:r>
            <a:r>
              <a:rPr lang="en-IN" sz="1400" dirty="0"/>
              <a:t>(body, true); // true for HTML content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    // Add attachment</a:t>
            </a:r>
          </a:p>
          <a:p>
            <a:pPr marL="0" indent="0">
              <a:buNone/>
            </a:pPr>
            <a:r>
              <a:rPr lang="en-IN" sz="1400" dirty="0"/>
              <a:t>        // </a:t>
            </a:r>
            <a:r>
              <a:rPr lang="en-IN" sz="1400" dirty="0" err="1"/>
              <a:t>FileSystemResource</a:t>
            </a:r>
            <a:r>
              <a:rPr lang="en-IN" sz="1400" dirty="0"/>
              <a:t> file = new </a:t>
            </a:r>
            <a:r>
              <a:rPr lang="en-IN" sz="1400" dirty="0" err="1"/>
              <a:t>FileSystemResource</a:t>
            </a:r>
            <a:r>
              <a:rPr lang="en-IN" sz="1400" dirty="0"/>
              <a:t>(new File(</a:t>
            </a:r>
            <a:r>
              <a:rPr lang="en-IN" sz="1400" dirty="0" err="1"/>
              <a:t>attachmentPath</a:t>
            </a:r>
            <a:r>
              <a:rPr lang="en-IN" sz="1400" dirty="0"/>
              <a:t>));</a:t>
            </a:r>
          </a:p>
          <a:p>
            <a:pPr marL="0" indent="0">
              <a:buNone/>
            </a:pPr>
            <a:r>
              <a:rPr lang="en-IN" sz="1400" dirty="0"/>
              <a:t>        // </a:t>
            </a:r>
            <a:r>
              <a:rPr lang="en-IN" sz="1400" dirty="0" err="1"/>
              <a:t>helper.addAttachment</a:t>
            </a:r>
            <a:r>
              <a:rPr lang="en-IN" sz="1400" dirty="0"/>
              <a:t>(</a:t>
            </a:r>
            <a:r>
              <a:rPr lang="en-IN" sz="1400" dirty="0" err="1"/>
              <a:t>attachmentName</a:t>
            </a:r>
            <a:r>
              <a:rPr lang="en-IN" sz="1400" dirty="0"/>
              <a:t>, file);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javaMailSender.send</a:t>
            </a:r>
            <a:r>
              <a:rPr lang="en-IN" sz="1400" dirty="0"/>
              <a:t>(</a:t>
            </a:r>
            <a:r>
              <a:rPr lang="en-IN" sz="1400" dirty="0" err="1"/>
              <a:t>mimeMessage</a:t>
            </a:r>
            <a:r>
              <a:rPr lang="en-IN" sz="1400" dirty="0"/>
              <a:t>);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System.out.println</a:t>
            </a:r>
            <a:r>
              <a:rPr lang="en-IN" sz="1400" dirty="0"/>
              <a:t>("Email with attachment sent successfully to " + to);</a:t>
            </a:r>
          </a:p>
          <a:p>
            <a:pPr marL="0" indent="0">
              <a:buNone/>
            </a:pPr>
            <a:r>
              <a:rPr lang="en-IN" sz="1400" dirty="0"/>
              <a:t>    }</a:t>
            </a:r>
          </a:p>
          <a:p>
            <a:pPr marL="0" indent="0">
              <a:buNone/>
            </a:pPr>
            <a:r>
              <a:rPr lang="en-IN" sz="1400" dirty="0"/>
              <a:t>}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996279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269C5-3C23-E645-C7F7-F184772FD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10515600" cy="46697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Use the Email Service: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D981-61EF-DE90-906F-B16FBF854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603504"/>
            <a:ext cx="5181600" cy="5573459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Inject the </a:t>
            </a:r>
            <a:r>
              <a:rPr lang="en-US" dirty="0" err="1"/>
              <a:t>EmailService</a:t>
            </a:r>
            <a:r>
              <a:rPr lang="en-US" dirty="0"/>
              <a:t> into your controllers or other service classes to send emails:</a:t>
            </a:r>
          </a:p>
          <a:p>
            <a:pPr marL="0" indent="0">
              <a:buNone/>
            </a:pPr>
            <a:r>
              <a:rPr lang="en-US" dirty="0"/>
              <a:t>@RestController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EmailController</a:t>
            </a:r>
            <a:r>
              <a:rPr lang="en-US" dirty="0"/>
              <a:t> 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@Autowired</a:t>
            </a:r>
          </a:p>
          <a:p>
            <a:pPr marL="0" indent="0">
              <a:buNone/>
            </a:pPr>
            <a:r>
              <a:rPr lang="en-US" dirty="0"/>
              <a:t>    private </a:t>
            </a:r>
            <a:r>
              <a:rPr lang="en-US" dirty="0" err="1"/>
              <a:t>EmailService</a:t>
            </a:r>
            <a:r>
              <a:rPr lang="en-US" dirty="0"/>
              <a:t> </a:t>
            </a:r>
            <a:r>
              <a:rPr lang="en-US" dirty="0" err="1"/>
              <a:t>emailService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@GetMapping("/send-email")</a:t>
            </a:r>
          </a:p>
          <a:p>
            <a:pPr marL="0" indent="0">
              <a:buNone/>
            </a:pPr>
            <a:r>
              <a:rPr lang="en-US" dirty="0"/>
              <a:t>    public String </a:t>
            </a:r>
            <a:r>
              <a:rPr lang="en-US" dirty="0" err="1"/>
              <a:t>sendEmail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try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emailService.sendSimpleEmail</a:t>
            </a:r>
            <a:r>
              <a:rPr lang="en-US" dirty="0"/>
              <a:t>("recipient@example.com", "Test Subject", "Hello from Spring Boot!");</a:t>
            </a:r>
          </a:p>
          <a:p>
            <a:pPr marL="0" indent="0">
              <a:buNone/>
            </a:pPr>
            <a:r>
              <a:rPr lang="en-US" dirty="0"/>
              <a:t>            return "Email sent!";</a:t>
            </a:r>
          </a:p>
          <a:p>
            <a:pPr marL="0" indent="0">
              <a:buNone/>
            </a:pPr>
            <a:r>
              <a:rPr lang="en-US" dirty="0"/>
              <a:t>        } catch (</a:t>
            </a:r>
            <a:r>
              <a:rPr lang="en-US" dirty="0" err="1"/>
              <a:t>MessagingException</a:t>
            </a:r>
            <a:r>
              <a:rPr lang="en-US" dirty="0"/>
              <a:t> e)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e.printStackTrace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    return "Error sending email: " + </a:t>
            </a:r>
            <a:r>
              <a:rPr lang="en-US" dirty="0" err="1"/>
              <a:t>e.getMessage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4D7E2-79FA-70C8-1721-18D3DEB8E7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8879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1193</Words>
  <Application>Microsoft Office PowerPoint</Application>
  <PresentationFormat>Widescreen</PresentationFormat>
  <Paragraphs>119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spring boot microservice notification service</vt:lpstr>
      <vt:lpstr>Key Components and Design Considerations:  </vt:lpstr>
      <vt:lpstr>Notification Preferences and User Management:  </vt:lpstr>
      <vt:lpstr>PowerPoint Presentation</vt:lpstr>
      <vt:lpstr>Example Flow:  </vt:lpstr>
      <vt:lpstr>Spring email service</vt:lpstr>
      <vt:lpstr>PowerPoint Presentation</vt:lpstr>
      <vt:lpstr>Key Components </vt:lpstr>
      <vt:lpstr>Implementation Steps </vt:lpstr>
      <vt:lpstr>Configure Email Properties </vt:lpstr>
      <vt:lpstr>application.properties</vt:lpstr>
      <vt:lpstr>Create an Email Service:  </vt:lpstr>
      <vt:lpstr>Use the Email Service: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Shankar (Contractor)</dc:creator>
  <cp:lastModifiedBy>Kumar, Shankar (Contractor)</cp:lastModifiedBy>
  <cp:revision>1</cp:revision>
  <dcterms:created xsi:type="dcterms:W3CDTF">2025-11-04T03:45:21Z</dcterms:created>
  <dcterms:modified xsi:type="dcterms:W3CDTF">2025-11-04T04:01:30Z</dcterms:modified>
</cp:coreProperties>
</file>