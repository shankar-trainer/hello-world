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F9A75D-32A4-4F17-9143-86E90CF64B5E}" v="62" dt="2025-10-03T04:59:51.4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4"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hankar (Contractor)" userId="d7d2038c-4287-4a61-af48-330653fba828" providerId="ADAL" clId="{75F9A75D-32A4-4F17-9143-86E90CF64B5E}"/>
    <pc:docChg chg="undo custSel addSld modSld">
      <pc:chgData name="Kumar, Shankar (Contractor)" userId="d7d2038c-4287-4a61-af48-330653fba828" providerId="ADAL" clId="{75F9A75D-32A4-4F17-9143-86E90CF64B5E}" dt="2025-10-03T05:00:51.583" v="464" actId="22"/>
      <pc:docMkLst>
        <pc:docMk/>
      </pc:docMkLst>
      <pc:sldChg chg="modSp new mod">
        <pc:chgData name="Kumar, Shankar (Contractor)" userId="d7d2038c-4287-4a61-af48-330653fba828" providerId="ADAL" clId="{75F9A75D-32A4-4F17-9143-86E90CF64B5E}" dt="2025-10-01T10:09:50.861" v="33" actId="20577"/>
        <pc:sldMkLst>
          <pc:docMk/>
          <pc:sldMk cId="1152288921" sldId="257"/>
        </pc:sldMkLst>
        <pc:spChg chg="mod">
          <ac:chgData name="Kumar, Shankar (Contractor)" userId="d7d2038c-4287-4a61-af48-330653fba828" providerId="ADAL" clId="{75F9A75D-32A4-4F17-9143-86E90CF64B5E}" dt="2025-10-01T10:08:56.894" v="16" actId="20577"/>
          <ac:spMkLst>
            <pc:docMk/>
            <pc:sldMk cId="1152288921" sldId="257"/>
            <ac:spMk id="2" creationId="{06FD2E37-32A0-2B93-F5F6-212E8852A5AC}"/>
          </ac:spMkLst>
        </pc:spChg>
        <pc:spChg chg="mod">
          <ac:chgData name="Kumar, Shankar (Contractor)" userId="d7d2038c-4287-4a61-af48-330653fba828" providerId="ADAL" clId="{75F9A75D-32A4-4F17-9143-86E90CF64B5E}" dt="2025-10-01T10:09:50.861" v="33" actId="20577"/>
          <ac:spMkLst>
            <pc:docMk/>
            <pc:sldMk cId="1152288921" sldId="257"/>
            <ac:spMk id="3" creationId="{C05B90ED-4CF2-74CA-AB3A-B8F28DCAD2CB}"/>
          </ac:spMkLst>
        </pc:spChg>
      </pc:sldChg>
      <pc:sldChg chg="modSp new mod">
        <pc:chgData name="Kumar, Shankar (Contractor)" userId="d7d2038c-4287-4a61-af48-330653fba828" providerId="ADAL" clId="{75F9A75D-32A4-4F17-9143-86E90CF64B5E}" dt="2025-10-01T10:11:31.304" v="67" actId="255"/>
        <pc:sldMkLst>
          <pc:docMk/>
          <pc:sldMk cId="3468093979" sldId="258"/>
        </pc:sldMkLst>
        <pc:spChg chg="mod">
          <ac:chgData name="Kumar, Shankar (Contractor)" userId="d7d2038c-4287-4a61-af48-330653fba828" providerId="ADAL" clId="{75F9A75D-32A4-4F17-9143-86E90CF64B5E}" dt="2025-10-01T10:11:08.160" v="54" actId="27636"/>
          <ac:spMkLst>
            <pc:docMk/>
            <pc:sldMk cId="3468093979" sldId="258"/>
            <ac:spMk id="2" creationId="{80098200-422C-1E81-7BAB-BD45A9500D37}"/>
          </ac:spMkLst>
        </pc:spChg>
        <pc:spChg chg="mod">
          <ac:chgData name="Kumar, Shankar (Contractor)" userId="d7d2038c-4287-4a61-af48-330653fba828" providerId="ADAL" clId="{75F9A75D-32A4-4F17-9143-86E90CF64B5E}" dt="2025-10-01T10:11:31.304" v="67" actId="255"/>
          <ac:spMkLst>
            <pc:docMk/>
            <pc:sldMk cId="3468093979" sldId="258"/>
            <ac:spMk id="3" creationId="{E7157D09-DDEC-2D2F-6E59-4C49F9E4B070}"/>
          </ac:spMkLst>
        </pc:spChg>
      </pc:sldChg>
      <pc:sldChg chg="addSp delSp modSp new mod modClrScheme chgLayout">
        <pc:chgData name="Kumar, Shankar (Contractor)" userId="d7d2038c-4287-4a61-af48-330653fba828" providerId="ADAL" clId="{75F9A75D-32A4-4F17-9143-86E90CF64B5E}" dt="2025-10-01T10:15:04.672" v="147"/>
        <pc:sldMkLst>
          <pc:docMk/>
          <pc:sldMk cId="4186536530" sldId="259"/>
        </pc:sldMkLst>
        <pc:spChg chg="add del mod ord">
          <ac:chgData name="Kumar, Shankar (Contractor)" userId="d7d2038c-4287-4a61-af48-330653fba828" providerId="ADAL" clId="{75F9A75D-32A4-4F17-9143-86E90CF64B5E}" dt="2025-10-01T10:15:04.672" v="147"/>
          <ac:spMkLst>
            <pc:docMk/>
            <pc:sldMk cId="4186536530" sldId="259"/>
            <ac:spMk id="3" creationId="{76D0DB6A-951C-3B7A-DA26-2F054F87CD11}"/>
          </ac:spMkLst>
        </pc:spChg>
        <pc:spChg chg="add mod ord">
          <ac:chgData name="Kumar, Shankar (Contractor)" userId="d7d2038c-4287-4a61-af48-330653fba828" providerId="ADAL" clId="{75F9A75D-32A4-4F17-9143-86E90CF64B5E}" dt="2025-10-01T10:14:44.465" v="139" actId="14100"/>
          <ac:spMkLst>
            <pc:docMk/>
            <pc:sldMk cId="4186536530" sldId="259"/>
            <ac:spMk id="5" creationId="{ECBD4F8C-3496-2CDC-5DCE-F24B7E7F6A3B}"/>
          </ac:spMkLst>
        </pc:spChg>
        <pc:spChg chg="add del mod ord">
          <ac:chgData name="Kumar, Shankar (Contractor)" userId="d7d2038c-4287-4a61-af48-330653fba828" providerId="ADAL" clId="{75F9A75D-32A4-4F17-9143-86E90CF64B5E}" dt="2025-10-01T10:15:00.752" v="145" actId="27636"/>
          <ac:spMkLst>
            <pc:docMk/>
            <pc:sldMk cId="4186536530" sldId="259"/>
            <ac:spMk id="6" creationId="{C6137242-9B74-829D-104F-0EE22420ECC8}"/>
          </ac:spMkLst>
        </pc:spChg>
      </pc:sldChg>
      <pc:sldChg chg="addSp delSp modSp new mod modClrScheme chgLayout">
        <pc:chgData name="Kumar, Shankar (Contractor)" userId="d7d2038c-4287-4a61-af48-330653fba828" providerId="ADAL" clId="{75F9A75D-32A4-4F17-9143-86E90CF64B5E}" dt="2025-10-01T10:15:35.862" v="151"/>
        <pc:sldMkLst>
          <pc:docMk/>
          <pc:sldMk cId="1453812607" sldId="260"/>
        </pc:sldMkLst>
        <pc:spChg chg="add mod ord">
          <ac:chgData name="Kumar, Shankar (Contractor)" userId="d7d2038c-4287-4a61-af48-330653fba828" providerId="ADAL" clId="{75F9A75D-32A4-4F17-9143-86E90CF64B5E}" dt="2025-10-01T10:15:33.905" v="149" actId="700"/>
          <ac:spMkLst>
            <pc:docMk/>
            <pc:sldMk cId="1453812607" sldId="260"/>
            <ac:spMk id="5" creationId="{43C7ADA7-A3B9-0855-4256-8F029C350EEE}"/>
          </ac:spMkLst>
        </pc:spChg>
        <pc:spChg chg="add mod ord">
          <ac:chgData name="Kumar, Shankar (Contractor)" userId="d7d2038c-4287-4a61-af48-330653fba828" providerId="ADAL" clId="{75F9A75D-32A4-4F17-9143-86E90CF64B5E}" dt="2025-10-01T10:15:35.862" v="151"/>
          <ac:spMkLst>
            <pc:docMk/>
            <pc:sldMk cId="1453812607" sldId="260"/>
            <ac:spMk id="6" creationId="{24711C9B-537F-F4F6-5E64-60601460B2D7}"/>
          </ac:spMkLst>
        </pc:spChg>
      </pc:sldChg>
      <pc:sldChg chg="addSp delSp modSp new mod modClrScheme chgLayout">
        <pc:chgData name="Kumar, Shankar (Contractor)" userId="d7d2038c-4287-4a61-af48-330653fba828" providerId="ADAL" clId="{75F9A75D-32A4-4F17-9143-86E90CF64B5E}" dt="2025-10-01T10:19:38.724" v="186" actId="403"/>
        <pc:sldMkLst>
          <pc:docMk/>
          <pc:sldMk cId="1081348548" sldId="261"/>
        </pc:sldMkLst>
        <pc:spChg chg="mod ord">
          <ac:chgData name="Kumar, Shankar (Contractor)" userId="d7d2038c-4287-4a61-af48-330653fba828" providerId="ADAL" clId="{75F9A75D-32A4-4F17-9143-86E90CF64B5E}" dt="2025-10-01T10:18:53.920" v="168" actId="700"/>
          <ac:spMkLst>
            <pc:docMk/>
            <pc:sldMk cId="1081348548" sldId="261"/>
            <ac:spMk id="2" creationId="{20DAC542-659B-2F5A-7AD6-EBE8CD4522B2}"/>
          </ac:spMkLst>
        </pc:spChg>
        <pc:spChg chg="add del mod ord">
          <ac:chgData name="Kumar, Shankar (Contractor)" userId="d7d2038c-4287-4a61-af48-330653fba828" providerId="ADAL" clId="{75F9A75D-32A4-4F17-9143-86E90CF64B5E}" dt="2025-10-01T10:19:38.724" v="186" actId="403"/>
          <ac:spMkLst>
            <pc:docMk/>
            <pc:sldMk cId="1081348548" sldId="261"/>
            <ac:spMk id="3" creationId="{2590C41F-6989-B723-4105-9CCDC2FD09AC}"/>
          </ac:spMkLst>
        </pc:spChg>
        <pc:spChg chg="add mod ord">
          <ac:chgData name="Kumar, Shankar (Contractor)" userId="d7d2038c-4287-4a61-af48-330653fba828" providerId="ADAL" clId="{75F9A75D-32A4-4F17-9143-86E90CF64B5E}" dt="2025-10-01T10:19:31.549" v="182" actId="1076"/>
          <ac:spMkLst>
            <pc:docMk/>
            <pc:sldMk cId="1081348548" sldId="261"/>
            <ac:spMk id="5" creationId="{F8A6CA51-C0FD-49F2-9E03-85DF71964B57}"/>
          </ac:spMkLst>
        </pc:spChg>
      </pc:sldChg>
      <pc:sldChg chg="addSp delSp modSp new mod">
        <pc:chgData name="Kumar, Shankar (Contractor)" userId="d7d2038c-4287-4a61-af48-330653fba828" providerId="ADAL" clId="{75F9A75D-32A4-4F17-9143-86E90CF64B5E}" dt="2025-10-01T10:21:39.470" v="248" actId="14100"/>
        <pc:sldMkLst>
          <pc:docMk/>
          <pc:sldMk cId="606874643" sldId="262"/>
        </pc:sldMkLst>
        <pc:spChg chg="mod">
          <ac:chgData name="Kumar, Shankar (Contractor)" userId="d7d2038c-4287-4a61-af48-330653fba828" providerId="ADAL" clId="{75F9A75D-32A4-4F17-9143-86E90CF64B5E}" dt="2025-10-01T10:20:47.734" v="221" actId="404"/>
          <ac:spMkLst>
            <pc:docMk/>
            <pc:sldMk cId="606874643" sldId="262"/>
            <ac:spMk id="2" creationId="{91D60CFC-046D-845D-D56C-7537B16B7FC7}"/>
          </ac:spMkLst>
        </pc:spChg>
        <pc:spChg chg="add del mod">
          <ac:chgData name="Kumar, Shankar (Contractor)" userId="d7d2038c-4287-4a61-af48-330653fba828" providerId="ADAL" clId="{75F9A75D-32A4-4F17-9143-86E90CF64B5E}" dt="2025-10-01T10:21:28.265" v="239" actId="27636"/>
          <ac:spMkLst>
            <pc:docMk/>
            <pc:sldMk cId="606874643" sldId="262"/>
            <ac:spMk id="3" creationId="{AB51EC85-BD49-64E3-E3F0-FF96376EC9C0}"/>
          </ac:spMkLst>
        </pc:spChg>
        <pc:spChg chg="mod">
          <ac:chgData name="Kumar, Shankar (Contractor)" userId="d7d2038c-4287-4a61-af48-330653fba828" providerId="ADAL" clId="{75F9A75D-32A4-4F17-9143-86E90CF64B5E}" dt="2025-10-01T10:21:39.470" v="248" actId="14100"/>
          <ac:spMkLst>
            <pc:docMk/>
            <pc:sldMk cId="606874643" sldId="262"/>
            <ac:spMk id="4" creationId="{366DC156-D6BE-675D-AEAD-4005737688C4}"/>
          </ac:spMkLst>
        </pc:spChg>
      </pc:sldChg>
      <pc:sldChg chg="modSp new mod">
        <pc:chgData name="Kumar, Shankar (Contractor)" userId="d7d2038c-4287-4a61-af48-330653fba828" providerId="ADAL" clId="{75F9A75D-32A4-4F17-9143-86E90CF64B5E}" dt="2025-10-01T10:22:48.019" v="278" actId="27636"/>
        <pc:sldMkLst>
          <pc:docMk/>
          <pc:sldMk cId="1662698012" sldId="263"/>
        </pc:sldMkLst>
        <pc:spChg chg="mod">
          <ac:chgData name="Kumar, Shankar (Contractor)" userId="d7d2038c-4287-4a61-af48-330653fba828" providerId="ADAL" clId="{75F9A75D-32A4-4F17-9143-86E90CF64B5E}" dt="2025-10-01T10:22:00.603" v="263" actId="20577"/>
          <ac:spMkLst>
            <pc:docMk/>
            <pc:sldMk cId="1662698012" sldId="263"/>
            <ac:spMk id="2" creationId="{0455C664-63CA-EFE6-8793-624042535B97}"/>
          </ac:spMkLst>
        </pc:spChg>
        <pc:spChg chg="mod">
          <ac:chgData name="Kumar, Shankar (Contractor)" userId="d7d2038c-4287-4a61-af48-330653fba828" providerId="ADAL" clId="{75F9A75D-32A4-4F17-9143-86E90CF64B5E}" dt="2025-10-01T10:22:48.019" v="277" actId="27636"/>
          <ac:spMkLst>
            <pc:docMk/>
            <pc:sldMk cId="1662698012" sldId="263"/>
            <ac:spMk id="3" creationId="{0A7D000B-C4A0-691F-80F6-9EA11E0CA1E2}"/>
          </ac:spMkLst>
        </pc:spChg>
        <pc:spChg chg="mod">
          <ac:chgData name="Kumar, Shankar (Contractor)" userId="d7d2038c-4287-4a61-af48-330653fba828" providerId="ADAL" clId="{75F9A75D-32A4-4F17-9143-86E90CF64B5E}" dt="2025-10-01T10:22:48.019" v="278" actId="27636"/>
          <ac:spMkLst>
            <pc:docMk/>
            <pc:sldMk cId="1662698012" sldId="263"/>
            <ac:spMk id="4" creationId="{551E0451-FF07-B661-D3B1-4FDA3F35E8A3}"/>
          </ac:spMkLst>
        </pc:spChg>
      </pc:sldChg>
      <pc:sldChg chg="addSp delSp modSp new mod">
        <pc:chgData name="Kumar, Shankar (Contractor)" userId="d7d2038c-4287-4a61-af48-330653fba828" providerId="ADAL" clId="{75F9A75D-32A4-4F17-9143-86E90CF64B5E}" dt="2025-10-01T10:23:58.281" v="298" actId="20577"/>
        <pc:sldMkLst>
          <pc:docMk/>
          <pc:sldMk cId="2435690439" sldId="264"/>
        </pc:sldMkLst>
        <pc:spChg chg="mod">
          <ac:chgData name="Kumar, Shankar (Contractor)" userId="d7d2038c-4287-4a61-af48-330653fba828" providerId="ADAL" clId="{75F9A75D-32A4-4F17-9143-86E90CF64B5E}" dt="2025-10-01T10:23:58.281" v="298" actId="20577"/>
          <ac:spMkLst>
            <pc:docMk/>
            <pc:sldMk cId="2435690439" sldId="264"/>
            <ac:spMk id="2" creationId="{851989F7-1ED1-4E04-4DE3-BFE120AF6FB2}"/>
          </ac:spMkLst>
        </pc:spChg>
        <pc:picChg chg="add mod">
          <ac:chgData name="Kumar, Shankar (Contractor)" userId="d7d2038c-4287-4a61-af48-330653fba828" providerId="ADAL" clId="{75F9A75D-32A4-4F17-9143-86E90CF64B5E}" dt="2025-10-01T10:23:20.349" v="283" actId="1076"/>
          <ac:picMkLst>
            <pc:docMk/>
            <pc:sldMk cId="2435690439" sldId="264"/>
            <ac:picMk id="4098" creationId="{7E8C681B-9D86-F4A3-5023-F47AE6747B65}"/>
          </ac:picMkLst>
        </pc:picChg>
      </pc:sldChg>
      <pc:sldChg chg="addSp delSp modSp new mod modClrScheme chgLayout">
        <pc:chgData name="Kumar, Shankar (Contractor)" userId="d7d2038c-4287-4a61-af48-330653fba828" providerId="ADAL" clId="{75F9A75D-32A4-4F17-9143-86E90CF64B5E}" dt="2025-10-03T04:37:45.609" v="312" actId="27636"/>
        <pc:sldMkLst>
          <pc:docMk/>
          <pc:sldMk cId="4185204061" sldId="265"/>
        </pc:sldMkLst>
        <pc:spChg chg="mod ord">
          <ac:chgData name="Kumar, Shankar (Contractor)" userId="d7d2038c-4287-4a61-af48-330653fba828" providerId="ADAL" clId="{75F9A75D-32A4-4F17-9143-86E90CF64B5E}" dt="2025-10-03T04:37:08.184" v="302" actId="700"/>
          <ac:spMkLst>
            <pc:docMk/>
            <pc:sldMk cId="4185204061" sldId="265"/>
            <ac:spMk id="2" creationId="{6E6D9C08-2114-9D61-F83E-1EE95476C220}"/>
          </ac:spMkLst>
        </pc:spChg>
        <pc:spChg chg="del mod ord">
          <ac:chgData name="Kumar, Shankar (Contractor)" userId="d7d2038c-4287-4a61-af48-330653fba828" providerId="ADAL" clId="{75F9A75D-32A4-4F17-9143-86E90CF64B5E}" dt="2025-10-03T04:37:08.184" v="302" actId="700"/>
          <ac:spMkLst>
            <pc:docMk/>
            <pc:sldMk cId="4185204061" sldId="265"/>
            <ac:spMk id="3" creationId="{3D877BB8-1854-5891-E320-A6B232F2E316}"/>
          </ac:spMkLst>
        </pc:spChg>
        <pc:spChg chg="del">
          <ac:chgData name="Kumar, Shankar (Contractor)" userId="d7d2038c-4287-4a61-af48-330653fba828" providerId="ADAL" clId="{75F9A75D-32A4-4F17-9143-86E90CF64B5E}" dt="2025-10-03T04:37:08.184" v="302" actId="700"/>
          <ac:spMkLst>
            <pc:docMk/>
            <pc:sldMk cId="4185204061" sldId="265"/>
            <ac:spMk id="4" creationId="{1725B02F-F2CC-EAC9-0867-F25B54EBF238}"/>
          </ac:spMkLst>
        </pc:spChg>
        <pc:spChg chg="add del mod ord">
          <ac:chgData name="Kumar, Shankar (Contractor)" userId="d7d2038c-4287-4a61-af48-330653fba828" providerId="ADAL" clId="{75F9A75D-32A4-4F17-9143-86E90CF64B5E}" dt="2025-10-03T04:37:45.609" v="312" actId="27636"/>
          <ac:spMkLst>
            <pc:docMk/>
            <pc:sldMk cId="4185204061" sldId="265"/>
            <ac:spMk id="5" creationId="{64F9E94D-FCF6-4E60-E9EB-0537D08BB695}"/>
          </ac:spMkLst>
        </pc:spChg>
        <pc:spChg chg="add mod">
          <ac:chgData name="Kumar, Shankar (Contractor)" userId="d7d2038c-4287-4a61-af48-330653fba828" providerId="ADAL" clId="{75F9A75D-32A4-4F17-9143-86E90CF64B5E}" dt="2025-10-03T04:37:12.844" v="304"/>
          <ac:spMkLst>
            <pc:docMk/>
            <pc:sldMk cId="4185204061" sldId="265"/>
            <ac:spMk id="6" creationId="{94944D4B-9FE5-95F7-B49D-6008AD40F859}"/>
          </ac:spMkLst>
        </pc:spChg>
      </pc:sldChg>
      <pc:sldChg chg="addSp delSp modSp new mod">
        <pc:chgData name="Kumar, Shankar (Contractor)" userId="d7d2038c-4287-4a61-af48-330653fba828" providerId="ADAL" clId="{75F9A75D-32A4-4F17-9143-86E90CF64B5E}" dt="2025-10-03T04:38:47.389" v="323" actId="15"/>
        <pc:sldMkLst>
          <pc:docMk/>
          <pc:sldMk cId="703761288" sldId="266"/>
        </pc:sldMkLst>
        <pc:spChg chg="add del mod">
          <ac:chgData name="Kumar, Shankar (Contractor)" userId="d7d2038c-4287-4a61-af48-330653fba828" providerId="ADAL" clId="{75F9A75D-32A4-4F17-9143-86E90CF64B5E}" dt="2025-10-03T04:38:11.123" v="317"/>
          <ac:spMkLst>
            <pc:docMk/>
            <pc:sldMk cId="703761288" sldId="266"/>
            <ac:spMk id="2" creationId="{84B40FCE-18EC-BE6C-E1DD-A93D6AEC7A20}"/>
          </ac:spMkLst>
        </pc:spChg>
        <pc:spChg chg="mod">
          <ac:chgData name="Kumar, Shankar (Contractor)" userId="d7d2038c-4287-4a61-af48-330653fba828" providerId="ADAL" clId="{75F9A75D-32A4-4F17-9143-86E90CF64B5E}" dt="2025-10-03T04:38:47.389" v="323" actId="15"/>
          <ac:spMkLst>
            <pc:docMk/>
            <pc:sldMk cId="703761288" sldId="266"/>
            <ac:spMk id="3" creationId="{DB37B90D-3837-F8BA-0977-E0BCDB81FACB}"/>
          </ac:spMkLst>
        </pc:spChg>
        <pc:spChg chg="add mod">
          <ac:chgData name="Kumar, Shankar (Contractor)" userId="d7d2038c-4287-4a61-af48-330653fba828" providerId="ADAL" clId="{75F9A75D-32A4-4F17-9143-86E90CF64B5E}" dt="2025-10-03T04:38:07.848" v="315"/>
          <ac:spMkLst>
            <pc:docMk/>
            <pc:sldMk cId="703761288" sldId="266"/>
            <ac:spMk id="4" creationId="{A6076729-B692-08A9-AA9C-DA5905F3DD17}"/>
          </ac:spMkLst>
        </pc:spChg>
      </pc:sldChg>
      <pc:sldChg chg="addSp delSp modSp new mod modClrScheme chgLayout">
        <pc:chgData name="Kumar, Shankar (Contractor)" userId="d7d2038c-4287-4a61-af48-330653fba828" providerId="ADAL" clId="{75F9A75D-32A4-4F17-9143-86E90CF64B5E}" dt="2025-10-03T04:42:12.925" v="348" actId="1076"/>
        <pc:sldMkLst>
          <pc:docMk/>
          <pc:sldMk cId="2252924473" sldId="267"/>
        </pc:sldMkLst>
        <pc:spChg chg="add del mod ord">
          <ac:chgData name="Kumar, Shankar (Contractor)" userId="d7d2038c-4287-4a61-af48-330653fba828" providerId="ADAL" clId="{75F9A75D-32A4-4F17-9143-86E90CF64B5E}" dt="2025-10-03T04:40:29.036" v="343" actId="700"/>
          <ac:spMkLst>
            <pc:docMk/>
            <pc:sldMk cId="2252924473" sldId="267"/>
            <ac:spMk id="2" creationId="{FBB21562-D5A4-FFE1-AC05-30E126B9DFBF}"/>
          </ac:spMkLst>
        </pc:spChg>
        <pc:spChg chg="del mod">
          <ac:chgData name="Kumar, Shankar (Contractor)" userId="d7d2038c-4287-4a61-af48-330653fba828" providerId="ADAL" clId="{75F9A75D-32A4-4F17-9143-86E90CF64B5E}" dt="2025-10-03T04:39:38.477" v="336"/>
          <ac:spMkLst>
            <pc:docMk/>
            <pc:sldMk cId="2252924473" sldId="267"/>
            <ac:spMk id="3" creationId="{EA4FA27F-2280-5ECD-F8D3-3AD41ED7B10C}"/>
          </ac:spMkLst>
        </pc:spChg>
        <pc:spChg chg="add mod">
          <ac:chgData name="Kumar, Shankar (Contractor)" userId="d7d2038c-4287-4a61-af48-330653fba828" providerId="ADAL" clId="{75F9A75D-32A4-4F17-9143-86E90CF64B5E}" dt="2025-10-03T04:39:02.375" v="326"/>
          <ac:spMkLst>
            <pc:docMk/>
            <pc:sldMk cId="2252924473" sldId="267"/>
            <ac:spMk id="4" creationId="{F4E84FB6-BC9B-A17D-4422-84F30205ADE8}"/>
          </ac:spMkLst>
        </pc:spChg>
        <pc:spChg chg="add mod">
          <ac:chgData name="Kumar, Shankar (Contractor)" userId="d7d2038c-4287-4a61-af48-330653fba828" providerId="ADAL" clId="{75F9A75D-32A4-4F17-9143-86E90CF64B5E}" dt="2025-10-03T04:39:18.417" v="332"/>
          <ac:spMkLst>
            <pc:docMk/>
            <pc:sldMk cId="2252924473" sldId="267"/>
            <ac:spMk id="5" creationId="{2E51C30B-4D94-3F8D-4859-9B5339164E7E}"/>
          </ac:spMkLst>
        </pc:spChg>
        <pc:spChg chg="add del mod ord">
          <ac:chgData name="Kumar, Shankar (Contractor)" userId="d7d2038c-4287-4a61-af48-330653fba828" providerId="ADAL" clId="{75F9A75D-32A4-4F17-9143-86E90CF64B5E}" dt="2025-10-03T04:41:55.539" v="344" actId="478"/>
          <ac:spMkLst>
            <pc:docMk/>
            <pc:sldMk cId="2252924473" sldId="267"/>
            <ac:spMk id="6" creationId="{CB00EA18-32E8-443B-4B9E-830A8CBACCF1}"/>
          </ac:spMkLst>
        </pc:spChg>
        <pc:spChg chg="add">
          <ac:chgData name="Kumar, Shankar (Contractor)" userId="d7d2038c-4287-4a61-af48-330653fba828" providerId="ADAL" clId="{75F9A75D-32A4-4F17-9143-86E90CF64B5E}" dt="2025-10-03T04:39:44.201" v="337"/>
          <ac:spMkLst>
            <pc:docMk/>
            <pc:sldMk cId="2252924473" sldId="267"/>
            <ac:spMk id="7" creationId="{6F09B83D-B8E9-8FBC-DA20-0DF42F7560A4}"/>
          </ac:spMkLst>
        </pc:spChg>
        <pc:spChg chg="add del mod ord">
          <ac:chgData name="Kumar, Shankar (Contractor)" userId="d7d2038c-4287-4a61-af48-330653fba828" providerId="ADAL" clId="{75F9A75D-32A4-4F17-9143-86E90CF64B5E}" dt="2025-10-03T04:42:03.601" v="346" actId="478"/>
          <ac:spMkLst>
            <pc:docMk/>
            <pc:sldMk cId="2252924473" sldId="267"/>
            <ac:spMk id="8" creationId="{2148103F-11A4-3C32-6456-89C6922ADAF0}"/>
          </ac:spMkLst>
        </pc:spChg>
        <pc:spChg chg="add del mod">
          <ac:chgData name="Kumar, Shankar (Contractor)" userId="d7d2038c-4287-4a61-af48-330653fba828" providerId="ADAL" clId="{75F9A75D-32A4-4F17-9143-86E90CF64B5E}" dt="2025-10-03T04:41:58.204" v="345" actId="478"/>
          <ac:spMkLst>
            <pc:docMk/>
            <pc:sldMk cId="2252924473" sldId="267"/>
            <ac:spMk id="9" creationId="{77754982-E9B2-D287-B296-A297E56EAFCE}"/>
          </ac:spMkLst>
        </pc:spChg>
        <pc:picChg chg="add mod">
          <ac:chgData name="Kumar, Shankar (Contractor)" userId="d7d2038c-4287-4a61-af48-330653fba828" providerId="ADAL" clId="{75F9A75D-32A4-4F17-9143-86E90CF64B5E}" dt="2025-10-03T04:42:12.925" v="348" actId="1076"/>
          <ac:picMkLst>
            <pc:docMk/>
            <pc:sldMk cId="2252924473" sldId="267"/>
            <ac:picMk id="11" creationId="{A64342E0-0FC0-CEB4-5EF9-A4C156FCE57E}"/>
          </ac:picMkLst>
        </pc:picChg>
      </pc:sldChg>
      <pc:sldChg chg="modSp new mod">
        <pc:chgData name="Kumar, Shankar (Contractor)" userId="d7d2038c-4287-4a61-af48-330653fba828" providerId="ADAL" clId="{75F9A75D-32A4-4F17-9143-86E90CF64B5E}" dt="2025-10-03T04:52:17.631" v="366" actId="20577"/>
        <pc:sldMkLst>
          <pc:docMk/>
          <pc:sldMk cId="1721429089" sldId="268"/>
        </pc:sldMkLst>
        <pc:spChg chg="mod">
          <ac:chgData name="Kumar, Shankar (Contractor)" userId="d7d2038c-4287-4a61-af48-330653fba828" providerId="ADAL" clId="{75F9A75D-32A4-4F17-9143-86E90CF64B5E}" dt="2025-10-03T04:51:29.316" v="356" actId="20577"/>
          <ac:spMkLst>
            <pc:docMk/>
            <pc:sldMk cId="1721429089" sldId="268"/>
            <ac:spMk id="2" creationId="{E9BEBBE2-11F7-56C9-2BF0-31B58AE4A86C}"/>
          </ac:spMkLst>
        </pc:spChg>
        <pc:spChg chg="mod">
          <ac:chgData name="Kumar, Shankar (Contractor)" userId="d7d2038c-4287-4a61-af48-330653fba828" providerId="ADAL" clId="{75F9A75D-32A4-4F17-9143-86E90CF64B5E}" dt="2025-10-03T04:51:58.958" v="363"/>
          <ac:spMkLst>
            <pc:docMk/>
            <pc:sldMk cId="1721429089" sldId="268"/>
            <ac:spMk id="3" creationId="{06D6D0F6-BB11-55DD-5118-E668AEDB0DEF}"/>
          </ac:spMkLst>
        </pc:spChg>
        <pc:spChg chg="mod">
          <ac:chgData name="Kumar, Shankar (Contractor)" userId="d7d2038c-4287-4a61-af48-330653fba828" providerId="ADAL" clId="{75F9A75D-32A4-4F17-9143-86E90CF64B5E}" dt="2025-10-03T04:52:17.631" v="366" actId="20577"/>
          <ac:spMkLst>
            <pc:docMk/>
            <pc:sldMk cId="1721429089" sldId="268"/>
            <ac:spMk id="4" creationId="{056C45AB-B0DE-4711-8C4E-6476EE5AD4F3}"/>
          </ac:spMkLst>
        </pc:spChg>
      </pc:sldChg>
      <pc:sldChg chg="modSp new mod">
        <pc:chgData name="Kumar, Shankar (Contractor)" userId="d7d2038c-4287-4a61-af48-330653fba828" providerId="ADAL" clId="{75F9A75D-32A4-4F17-9143-86E90CF64B5E}" dt="2025-10-03T04:54:16.460" v="410" actId="1076"/>
        <pc:sldMkLst>
          <pc:docMk/>
          <pc:sldMk cId="1458038360" sldId="269"/>
        </pc:sldMkLst>
        <pc:spChg chg="mod">
          <ac:chgData name="Kumar, Shankar (Contractor)" userId="d7d2038c-4287-4a61-af48-330653fba828" providerId="ADAL" clId="{75F9A75D-32A4-4F17-9143-86E90CF64B5E}" dt="2025-10-03T04:54:16.460" v="410" actId="1076"/>
          <ac:spMkLst>
            <pc:docMk/>
            <pc:sldMk cId="1458038360" sldId="269"/>
            <ac:spMk id="2" creationId="{9A8DF4F9-9D3D-37C9-0A39-B8A3C6D37C15}"/>
          </ac:spMkLst>
        </pc:spChg>
        <pc:spChg chg="mod">
          <ac:chgData name="Kumar, Shankar (Contractor)" userId="d7d2038c-4287-4a61-af48-330653fba828" providerId="ADAL" clId="{75F9A75D-32A4-4F17-9143-86E90CF64B5E}" dt="2025-10-03T04:54:13.395" v="409" actId="27636"/>
          <ac:spMkLst>
            <pc:docMk/>
            <pc:sldMk cId="1458038360" sldId="269"/>
            <ac:spMk id="3" creationId="{88354363-6E07-B8D8-6210-FCA61C6F2B2A}"/>
          </ac:spMkLst>
        </pc:spChg>
        <pc:spChg chg="mod">
          <ac:chgData name="Kumar, Shankar (Contractor)" userId="d7d2038c-4287-4a61-af48-330653fba828" providerId="ADAL" clId="{75F9A75D-32A4-4F17-9143-86E90CF64B5E}" dt="2025-10-03T04:54:13.395" v="408" actId="27636"/>
          <ac:spMkLst>
            <pc:docMk/>
            <pc:sldMk cId="1458038360" sldId="269"/>
            <ac:spMk id="4" creationId="{8AF01A57-48A4-CDBF-804D-695D2598C30D}"/>
          </ac:spMkLst>
        </pc:spChg>
      </pc:sldChg>
      <pc:sldChg chg="addSp delSp modSp new mod modClrScheme chgLayout">
        <pc:chgData name="Kumar, Shankar (Contractor)" userId="d7d2038c-4287-4a61-af48-330653fba828" providerId="ADAL" clId="{75F9A75D-32A4-4F17-9143-86E90CF64B5E}" dt="2025-10-03T04:55:15.520" v="419" actId="27636"/>
        <pc:sldMkLst>
          <pc:docMk/>
          <pc:sldMk cId="2612665922" sldId="270"/>
        </pc:sldMkLst>
        <pc:spChg chg="del mod ord">
          <ac:chgData name="Kumar, Shankar (Contractor)" userId="d7d2038c-4287-4a61-af48-330653fba828" providerId="ADAL" clId="{75F9A75D-32A4-4F17-9143-86E90CF64B5E}" dt="2025-10-03T04:54:57.417" v="412" actId="700"/>
          <ac:spMkLst>
            <pc:docMk/>
            <pc:sldMk cId="2612665922" sldId="270"/>
            <ac:spMk id="2" creationId="{99A224CF-E1F3-3341-2DA6-0E7DB90515BB}"/>
          </ac:spMkLst>
        </pc:spChg>
        <pc:spChg chg="del mod ord">
          <ac:chgData name="Kumar, Shankar (Contractor)" userId="d7d2038c-4287-4a61-af48-330653fba828" providerId="ADAL" clId="{75F9A75D-32A4-4F17-9143-86E90CF64B5E}" dt="2025-10-03T04:54:57.417" v="412" actId="700"/>
          <ac:spMkLst>
            <pc:docMk/>
            <pc:sldMk cId="2612665922" sldId="270"/>
            <ac:spMk id="3" creationId="{8D1DA5C1-3853-0FAB-B255-48DACD39E362}"/>
          </ac:spMkLst>
        </pc:spChg>
        <pc:spChg chg="del">
          <ac:chgData name="Kumar, Shankar (Contractor)" userId="d7d2038c-4287-4a61-af48-330653fba828" providerId="ADAL" clId="{75F9A75D-32A4-4F17-9143-86E90CF64B5E}" dt="2025-10-03T04:54:57.417" v="412" actId="700"/>
          <ac:spMkLst>
            <pc:docMk/>
            <pc:sldMk cId="2612665922" sldId="270"/>
            <ac:spMk id="4" creationId="{991A8467-173E-5FBF-495D-316D09108EAC}"/>
          </ac:spMkLst>
        </pc:spChg>
        <pc:spChg chg="add del mod ord">
          <ac:chgData name="Kumar, Shankar (Contractor)" userId="d7d2038c-4287-4a61-af48-330653fba828" providerId="ADAL" clId="{75F9A75D-32A4-4F17-9143-86E90CF64B5E}" dt="2025-10-03T04:55:04.137" v="416"/>
          <ac:spMkLst>
            <pc:docMk/>
            <pc:sldMk cId="2612665922" sldId="270"/>
            <ac:spMk id="5" creationId="{4A07DFE0-904C-827F-D51A-989B02436571}"/>
          </ac:spMkLst>
        </pc:spChg>
        <pc:spChg chg="add mod ord">
          <ac:chgData name="Kumar, Shankar (Contractor)" userId="d7d2038c-4287-4a61-af48-330653fba828" providerId="ADAL" clId="{75F9A75D-32A4-4F17-9143-86E90CF64B5E}" dt="2025-10-03T04:55:15.520" v="419" actId="27636"/>
          <ac:spMkLst>
            <pc:docMk/>
            <pc:sldMk cId="2612665922" sldId="270"/>
            <ac:spMk id="6" creationId="{EC31C48C-84BA-2E9E-A2F6-FEF78ECE5E14}"/>
          </ac:spMkLst>
        </pc:spChg>
        <pc:spChg chg="add mod">
          <ac:chgData name="Kumar, Shankar (Contractor)" userId="d7d2038c-4287-4a61-af48-330653fba828" providerId="ADAL" clId="{75F9A75D-32A4-4F17-9143-86E90CF64B5E}" dt="2025-10-03T04:55:00.620" v="414"/>
          <ac:spMkLst>
            <pc:docMk/>
            <pc:sldMk cId="2612665922" sldId="270"/>
            <ac:spMk id="7" creationId="{C8B7C11F-52AD-8905-A225-C6A2F8A9BB45}"/>
          </ac:spMkLst>
        </pc:spChg>
      </pc:sldChg>
      <pc:sldChg chg="addSp delSp modSp new mod modClrScheme chgLayout">
        <pc:chgData name="Kumar, Shankar (Contractor)" userId="d7d2038c-4287-4a61-af48-330653fba828" providerId="ADAL" clId="{75F9A75D-32A4-4F17-9143-86E90CF64B5E}" dt="2025-10-03T04:58:20.982" v="451" actId="20577"/>
        <pc:sldMkLst>
          <pc:docMk/>
          <pc:sldMk cId="1182822782" sldId="271"/>
        </pc:sldMkLst>
        <pc:spChg chg="mod ord">
          <ac:chgData name="Kumar, Shankar (Contractor)" userId="d7d2038c-4287-4a61-af48-330653fba828" providerId="ADAL" clId="{75F9A75D-32A4-4F17-9143-86E90CF64B5E}" dt="2025-10-03T04:56:22.054" v="429" actId="700"/>
          <ac:spMkLst>
            <pc:docMk/>
            <pc:sldMk cId="1182822782" sldId="271"/>
            <ac:spMk id="2" creationId="{E6D74404-1A37-DFC0-F64C-CC814B1C25A7}"/>
          </ac:spMkLst>
        </pc:spChg>
        <pc:spChg chg="del">
          <ac:chgData name="Kumar, Shankar (Contractor)" userId="d7d2038c-4287-4a61-af48-330653fba828" providerId="ADAL" clId="{75F9A75D-32A4-4F17-9143-86E90CF64B5E}" dt="2025-10-03T04:56:14.029" v="428" actId="700"/>
          <ac:spMkLst>
            <pc:docMk/>
            <pc:sldMk cId="1182822782" sldId="271"/>
            <ac:spMk id="3" creationId="{DDFEAE08-8A16-426D-2FAC-3E3D86B993FF}"/>
          </ac:spMkLst>
        </pc:spChg>
        <pc:spChg chg="add del mod ord">
          <ac:chgData name="Kumar, Shankar (Contractor)" userId="d7d2038c-4287-4a61-af48-330653fba828" providerId="ADAL" clId="{75F9A75D-32A4-4F17-9143-86E90CF64B5E}" dt="2025-10-03T04:56:22.054" v="429" actId="700"/>
          <ac:spMkLst>
            <pc:docMk/>
            <pc:sldMk cId="1182822782" sldId="271"/>
            <ac:spMk id="4" creationId="{740F5AC0-BCB8-964C-924A-B1C54A4151B1}"/>
          </ac:spMkLst>
        </pc:spChg>
        <pc:spChg chg="add mod ord">
          <ac:chgData name="Kumar, Shankar (Contractor)" userId="d7d2038c-4287-4a61-af48-330653fba828" providerId="ADAL" clId="{75F9A75D-32A4-4F17-9143-86E90CF64B5E}" dt="2025-10-03T04:57:27.847" v="439" actId="14100"/>
          <ac:spMkLst>
            <pc:docMk/>
            <pc:sldMk cId="1182822782" sldId="271"/>
            <ac:spMk id="5" creationId="{AA219C43-C04E-B8A0-0C21-4878FBD72191}"/>
          </ac:spMkLst>
        </pc:spChg>
        <pc:spChg chg="add mod ord">
          <ac:chgData name="Kumar, Shankar (Contractor)" userId="d7d2038c-4287-4a61-af48-330653fba828" providerId="ADAL" clId="{75F9A75D-32A4-4F17-9143-86E90CF64B5E}" dt="2025-10-03T04:57:17.586" v="438" actId="1076"/>
          <ac:spMkLst>
            <pc:docMk/>
            <pc:sldMk cId="1182822782" sldId="271"/>
            <ac:spMk id="6" creationId="{CBEBBC03-045D-02F7-9F92-E814CF834CF9}"/>
          </ac:spMkLst>
        </pc:spChg>
        <pc:spChg chg="add mod">
          <ac:chgData name="Kumar, Shankar (Contractor)" userId="d7d2038c-4287-4a61-af48-330653fba828" providerId="ADAL" clId="{75F9A75D-32A4-4F17-9143-86E90CF64B5E}" dt="2025-10-03T04:58:20.982" v="451" actId="20577"/>
          <ac:spMkLst>
            <pc:docMk/>
            <pc:sldMk cId="1182822782" sldId="271"/>
            <ac:spMk id="7" creationId="{B8736F7E-7481-8816-EF26-B898B526A99B}"/>
          </ac:spMkLst>
        </pc:spChg>
      </pc:sldChg>
      <pc:sldChg chg="addSp delSp modSp new mod modClrScheme chgLayout">
        <pc:chgData name="Kumar, Shankar (Contractor)" userId="d7d2038c-4287-4a61-af48-330653fba828" providerId="ADAL" clId="{75F9A75D-32A4-4F17-9143-86E90CF64B5E}" dt="2025-10-03T05:00:04.195" v="460" actId="20577"/>
        <pc:sldMkLst>
          <pc:docMk/>
          <pc:sldMk cId="801245014" sldId="272"/>
        </pc:sldMkLst>
        <pc:spChg chg="mod ord">
          <ac:chgData name="Kumar, Shankar (Contractor)" userId="d7d2038c-4287-4a61-af48-330653fba828" providerId="ADAL" clId="{75F9A75D-32A4-4F17-9143-86E90CF64B5E}" dt="2025-10-03T04:59:59.640" v="459" actId="27636"/>
          <ac:spMkLst>
            <pc:docMk/>
            <pc:sldMk cId="801245014" sldId="272"/>
            <ac:spMk id="2" creationId="{19372437-7A6D-62ED-1F20-D7D7599980DC}"/>
          </ac:spMkLst>
        </pc:spChg>
        <pc:spChg chg="del mod ord">
          <ac:chgData name="Kumar, Shankar (Contractor)" userId="d7d2038c-4287-4a61-af48-330653fba828" providerId="ADAL" clId="{75F9A75D-32A4-4F17-9143-86E90CF64B5E}" dt="2025-10-03T04:59:45.348" v="454" actId="700"/>
          <ac:spMkLst>
            <pc:docMk/>
            <pc:sldMk cId="801245014" sldId="272"/>
            <ac:spMk id="3" creationId="{9B262F0A-2676-80D9-38A3-BF65533DC32C}"/>
          </ac:spMkLst>
        </pc:spChg>
        <pc:spChg chg="del">
          <ac:chgData name="Kumar, Shankar (Contractor)" userId="d7d2038c-4287-4a61-af48-330653fba828" providerId="ADAL" clId="{75F9A75D-32A4-4F17-9143-86E90CF64B5E}" dt="2025-10-03T04:59:45.348" v="454" actId="700"/>
          <ac:spMkLst>
            <pc:docMk/>
            <pc:sldMk cId="801245014" sldId="272"/>
            <ac:spMk id="4" creationId="{955BFA4F-DA04-0F66-4248-EE3EE64D7D8B}"/>
          </ac:spMkLst>
        </pc:spChg>
        <pc:spChg chg="add mod ord">
          <ac:chgData name="Kumar, Shankar (Contractor)" userId="d7d2038c-4287-4a61-af48-330653fba828" providerId="ADAL" clId="{75F9A75D-32A4-4F17-9143-86E90CF64B5E}" dt="2025-10-03T05:00:04.195" v="460" actId="20577"/>
          <ac:spMkLst>
            <pc:docMk/>
            <pc:sldMk cId="801245014" sldId="272"/>
            <ac:spMk id="5" creationId="{00B39A60-0989-F0B6-9E7A-DE48212D4643}"/>
          </ac:spMkLst>
        </pc:spChg>
      </pc:sldChg>
      <pc:sldChg chg="addSp delSp new mod">
        <pc:chgData name="Kumar, Shankar (Contractor)" userId="d7d2038c-4287-4a61-af48-330653fba828" providerId="ADAL" clId="{75F9A75D-32A4-4F17-9143-86E90CF64B5E}" dt="2025-10-03T05:00:51.583" v="464" actId="22"/>
        <pc:sldMkLst>
          <pc:docMk/>
          <pc:sldMk cId="4237435821" sldId="273"/>
        </pc:sldMkLst>
        <pc:spChg chg="del">
          <ac:chgData name="Kumar, Shankar (Contractor)" userId="d7d2038c-4287-4a61-af48-330653fba828" providerId="ADAL" clId="{75F9A75D-32A4-4F17-9143-86E90CF64B5E}" dt="2025-10-03T05:00:48.051" v="462" actId="478"/>
          <ac:spMkLst>
            <pc:docMk/>
            <pc:sldMk cId="4237435821" sldId="273"/>
            <ac:spMk id="2" creationId="{F652F36E-F053-7386-5DF8-02DC5704808E}"/>
          </ac:spMkLst>
        </pc:spChg>
        <pc:spChg chg="del">
          <ac:chgData name="Kumar, Shankar (Contractor)" userId="d7d2038c-4287-4a61-af48-330653fba828" providerId="ADAL" clId="{75F9A75D-32A4-4F17-9143-86E90CF64B5E}" dt="2025-10-03T05:00:50.497" v="463" actId="478"/>
          <ac:spMkLst>
            <pc:docMk/>
            <pc:sldMk cId="4237435821" sldId="273"/>
            <ac:spMk id="3" creationId="{C1D40746-1C46-4D9E-E194-270106D4142B}"/>
          </ac:spMkLst>
        </pc:spChg>
        <pc:picChg chg="add">
          <ac:chgData name="Kumar, Shankar (Contractor)" userId="d7d2038c-4287-4a61-af48-330653fba828" providerId="ADAL" clId="{75F9A75D-32A4-4F17-9143-86E90CF64B5E}" dt="2025-10-03T05:00:51.583" v="464" actId="22"/>
          <ac:picMkLst>
            <pc:docMk/>
            <pc:sldMk cId="4237435821" sldId="273"/>
            <ac:picMk id="5" creationId="{4261D7AA-7799-8691-C855-F868A46A385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1F05-3471-C07A-872E-566FCA5ED3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44EA7F-CD81-1CE7-A9D4-7B0150255A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5202922-CCCB-383F-0D5B-6A2FEA09EA63}"/>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5" name="Footer Placeholder 4">
            <a:extLst>
              <a:ext uri="{FF2B5EF4-FFF2-40B4-BE49-F238E27FC236}">
                <a16:creationId xmlns:a16="http://schemas.microsoft.com/office/drawing/2014/main" id="{E199FA89-1CEE-4CD8-5D42-ED80FE9A40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A20F43-60D7-8088-152E-15C068729410}"/>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755553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9C0FF-8C46-8665-47CF-115CCA2AB1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E88313-6981-CA21-9EDC-3BC4E5F7E3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B58636-1694-499A-23F9-61AED60D98CC}"/>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5" name="Footer Placeholder 4">
            <a:extLst>
              <a:ext uri="{FF2B5EF4-FFF2-40B4-BE49-F238E27FC236}">
                <a16:creationId xmlns:a16="http://schemas.microsoft.com/office/drawing/2014/main" id="{DD57CD3F-4098-8E09-7253-671DC253A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DEE6E2-4A5B-130C-AD1F-BB05CE4758D0}"/>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682535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83732-3811-5346-F82E-AB62F6C64E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705452A-60E9-FD64-7B44-76C135A467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098BE6-A8CD-A7FE-438E-43A51F0F70E5}"/>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5" name="Footer Placeholder 4">
            <a:extLst>
              <a:ext uri="{FF2B5EF4-FFF2-40B4-BE49-F238E27FC236}">
                <a16:creationId xmlns:a16="http://schemas.microsoft.com/office/drawing/2014/main" id="{E99C10F5-A906-2E84-A980-9386C7AA5C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ACC7E2-2D5C-7ED6-3B5E-589A449311BD}"/>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2206912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39E45-488D-A238-A1FF-3896741789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F77434-08DD-E3BC-BFDF-6D1EC1D68F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48F182-253C-F556-5314-A78E5FBDE6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F0D2D76-F40C-837E-C705-BDF2B13E018A}"/>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6" name="Footer Placeholder 5">
            <a:extLst>
              <a:ext uri="{FF2B5EF4-FFF2-40B4-BE49-F238E27FC236}">
                <a16:creationId xmlns:a16="http://schemas.microsoft.com/office/drawing/2014/main" id="{7ED9B0E9-244D-D7EF-50EE-B577763013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A3179F-FBFB-668E-04A8-EBB52AAD9B2D}"/>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2711614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AD2A8-2939-37DC-CDE0-F22A87B76D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546430-6324-2252-784D-8E978C1CA3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484490-6927-28AD-82CC-FE63C27291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F70A201-D39A-3416-500D-71CA6E1FDD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C47BFB-8FC2-C82E-D14D-FAA5B89BB9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FE2F72-DC47-E1A9-8779-CE6757667F60}"/>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8" name="Footer Placeholder 7">
            <a:extLst>
              <a:ext uri="{FF2B5EF4-FFF2-40B4-BE49-F238E27FC236}">
                <a16:creationId xmlns:a16="http://schemas.microsoft.com/office/drawing/2014/main" id="{5CB880CB-21F6-13D6-5ABE-4D6A4526EE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87CADB-E4BD-0E30-C6AB-E3803EDF4E04}"/>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2774810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CD5B7-E4A4-7C86-E04B-8596C56B2B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70955D-96BD-94D5-1D06-B34227331EA9}"/>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4" name="Footer Placeholder 3">
            <a:extLst>
              <a:ext uri="{FF2B5EF4-FFF2-40B4-BE49-F238E27FC236}">
                <a16:creationId xmlns:a16="http://schemas.microsoft.com/office/drawing/2014/main" id="{F344F8BF-17D7-037B-EBE3-B8182D9735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602B03-E246-AAC9-4230-A77C37CF03B4}"/>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1750080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C909F2-92EF-E371-5A78-5A3AB231904E}"/>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3" name="Footer Placeholder 2">
            <a:extLst>
              <a:ext uri="{FF2B5EF4-FFF2-40B4-BE49-F238E27FC236}">
                <a16:creationId xmlns:a16="http://schemas.microsoft.com/office/drawing/2014/main" id="{1013B604-6764-83D1-7B89-F2ADC3C143A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EB83361-862C-E8E6-D43F-E8341E46945F}"/>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2457816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04A7E-91F2-B3FA-125F-D0EB035E33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7E3D10-5161-9FD0-E66F-C71914628A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27CFCE-3566-14EB-2D8E-C36C3E1B3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DDBD09-ABC6-63E5-4AE2-B5F25A5CC1F0}"/>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6" name="Footer Placeholder 5">
            <a:extLst>
              <a:ext uri="{FF2B5EF4-FFF2-40B4-BE49-F238E27FC236}">
                <a16:creationId xmlns:a16="http://schemas.microsoft.com/office/drawing/2014/main" id="{FA677FA7-3420-B210-BBE1-C86D080EF0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C0FF2A-9D67-5AF5-C799-FE32057E12F1}"/>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55895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CA401-B12C-7A5F-3B0E-62EAB42D07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99FDCF-A450-6E36-CB30-D1846ACC10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A285C9-06AB-A537-866C-3D7AA42A1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3CD0DB-D767-B894-2B08-72846674C048}"/>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6" name="Footer Placeholder 5">
            <a:extLst>
              <a:ext uri="{FF2B5EF4-FFF2-40B4-BE49-F238E27FC236}">
                <a16:creationId xmlns:a16="http://schemas.microsoft.com/office/drawing/2014/main" id="{E6BC0B21-DED3-6B3E-A6A2-D19C51539C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ACBFE3-C603-CF61-BA64-18ED48E81BEA}"/>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2077056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07561-61FD-D97B-CA4B-62E07A3896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5AB4B9-EEAA-A80A-8A61-1A3235E2B2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B06958-A8BE-FFFF-10B7-C97A022CAF4D}"/>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5" name="Footer Placeholder 4">
            <a:extLst>
              <a:ext uri="{FF2B5EF4-FFF2-40B4-BE49-F238E27FC236}">
                <a16:creationId xmlns:a16="http://schemas.microsoft.com/office/drawing/2014/main" id="{C26FFC82-7811-2E68-133A-576A01A44F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F9C798-D539-A274-AE6B-09AAF342588E}"/>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1130488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43576-FEA1-8BC9-A5C2-A7DCE73C95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A43F76-ADF5-DC19-1E0D-783816600D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7091B4-7617-F0C5-6C4B-CB55082BBACB}"/>
              </a:ext>
            </a:extLst>
          </p:cNvPr>
          <p:cNvSpPr>
            <a:spLocks noGrp="1"/>
          </p:cNvSpPr>
          <p:nvPr>
            <p:ph type="dt" sz="half" idx="10"/>
          </p:nvPr>
        </p:nvSpPr>
        <p:spPr/>
        <p:txBody>
          <a:bodyPr/>
          <a:lstStyle/>
          <a:p>
            <a:fld id="{00378DE7-EA17-4F2F-9F2A-44D413D5D1DF}" type="datetimeFigureOut">
              <a:rPr lang="en-IN" smtClean="0"/>
              <a:t>03-10-2025</a:t>
            </a:fld>
            <a:endParaRPr lang="en-IN"/>
          </a:p>
        </p:txBody>
      </p:sp>
      <p:sp>
        <p:nvSpPr>
          <p:cNvPr id="5" name="Footer Placeholder 4">
            <a:extLst>
              <a:ext uri="{FF2B5EF4-FFF2-40B4-BE49-F238E27FC236}">
                <a16:creationId xmlns:a16="http://schemas.microsoft.com/office/drawing/2014/main" id="{A3BCF324-3527-72F4-3EDF-ADD193CE58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656CA0-0D8E-C4EC-F60C-33B32DD18506}"/>
              </a:ext>
            </a:extLst>
          </p:cNvPr>
          <p:cNvSpPr>
            <a:spLocks noGrp="1"/>
          </p:cNvSpPr>
          <p:nvPr>
            <p:ph type="sldNum" sz="quarter" idx="12"/>
          </p:nvPr>
        </p:nvSpPr>
        <p:spPr/>
        <p:txBody>
          <a:bodyPr/>
          <a:lstStyle/>
          <a:p>
            <a:fld id="{8B354163-FED1-40CB-99FF-F3A8E5958716}" type="slidenum">
              <a:rPr lang="en-IN" smtClean="0"/>
              <a:t>‹#›</a:t>
            </a:fld>
            <a:endParaRPr lang="en-IN"/>
          </a:p>
        </p:txBody>
      </p:sp>
    </p:spTree>
    <p:extLst>
      <p:ext uri="{BB962C8B-B14F-4D97-AF65-F5344CB8AC3E}">
        <p14:creationId xmlns:p14="http://schemas.microsoft.com/office/powerpoint/2010/main" val="4019086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F5B2E4-3739-D7D7-CEC6-3604D5CC50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4A6C19-75B3-5702-BB29-33BD39D6C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8DEC67-84D5-277C-E1AD-486331EC0B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378DE7-EA17-4F2F-9F2A-44D413D5D1DF}" type="datetimeFigureOut">
              <a:rPr lang="en-IN" smtClean="0"/>
              <a:t>03-10-2025</a:t>
            </a:fld>
            <a:endParaRPr lang="en-IN"/>
          </a:p>
        </p:txBody>
      </p:sp>
      <p:sp>
        <p:nvSpPr>
          <p:cNvPr id="5" name="Footer Placeholder 4">
            <a:extLst>
              <a:ext uri="{FF2B5EF4-FFF2-40B4-BE49-F238E27FC236}">
                <a16:creationId xmlns:a16="http://schemas.microsoft.com/office/drawing/2014/main" id="{C803309F-7B39-C439-3CDE-D21E03C2E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B2235A8-6ECC-B99A-4E4A-F226C13E7F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354163-FED1-40CB-99FF-F3A8E5958716}" type="slidenum">
              <a:rPr lang="en-IN" smtClean="0"/>
              <a:t>‹#›</a:t>
            </a:fld>
            <a:endParaRPr lang="en-IN"/>
          </a:p>
        </p:txBody>
      </p:sp>
    </p:spTree>
    <p:extLst>
      <p:ext uri="{BB962C8B-B14F-4D97-AF65-F5344CB8AC3E}">
        <p14:creationId xmlns:p14="http://schemas.microsoft.com/office/powerpoint/2010/main" val="1338660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8EEF6B-EBF8-9F0B-21A4-8D3C8BD0A68E}"/>
              </a:ext>
            </a:extLst>
          </p:cNvPr>
          <p:cNvSpPr>
            <a:spLocks noGrp="1"/>
          </p:cNvSpPr>
          <p:nvPr>
            <p:ph type="title"/>
          </p:nvPr>
        </p:nvSpPr>
        <p:spPr/>
        <p:txBody>
          <a:bodyPr>
            <a:normAutofit fontScale="90000"/>
          </a:bodyPr>
          <a:lstStyle/>
          <a:p>
            <a:r>
              <a:rPr lang="en-US" b="1" dirty="0"/>
              <a:t>What is a Data Transfer Object (DTO)?</a:t>
            </a:r>
            <a:br>
              <a:rPr lang="en-US" b="1" dirty="0"/>
            </a:br>
            <a:br>
              <a:rPr lang="en-US" dirty="0"/>
            </a:br>
            <a:endParaRPr lang="en-IN" dirty="0"/>
          </a:p>
        </p:txBody>
      </p:sp>
      <p:sp>
        <p:nvSpPr>
          <p:cNvPr id="5" name="Content Placeholder 4">
            <a:extLst>
              <a:ext uri="{FF2B5EF4-FFF2-40B4-BE49-F238E27FC236}">
                <a16:creationId xmlns:a16="http://schemas.microsoft.com/office/drawing/2014/main" id="{FD3C9288-FAB2-BF27-E72B-4B3474868836}"/>
              </a:ext>
            </a:extLst>
          </p:cNvPr>
          <p:cNvSpPr>
            <a:spLocks noGrp="1"/>
          </p:cNvSpPr>
          <p:nvPr>
            <p:ph idx="1"/>
          </p:nvPr>
        </p:nvSpPr>
        <p:spPr/>
        <p:txBody>
          <a:bodyPr/>
          <a:lstStyle/>
          <a:p>
            <a:r>
              <a:rPr lang="en-US" dirty="0"/>
              <a:t>A Data Transfer Object is a design pattern that allows for the exchange of data between software application subsystems or layers.</a:t>
            </a:r>
          </a:p>
          <a:p>
            <a:r>
              <a:rPr lang="en-US" dirty="0"/>
              <a:t>Transfer data often between the business logic layer and the presentation or persistence layer. </a:t>
            </a:r>
          </a:p>
          <a:p>
            <a:r>
              <a:rPr lang="en-US" dirty="0"/>
              <a:t>The primary goal of DTOs is to reduce the number of method calls between these layers by aggregating data into a single object.</a:t>
            </a:r>
          </a:p>
          <a:p>
            <a:endParaRPr lang="en-US" dirty="0"/>
          </a:p>
          <a:p>
            <a:endParaRPr lang="en-US" dirty="0"/>
          </a:p>
          <a:p>
            <a:endParaRPr lang="en-IN" dirty="0"/>
          </a:p>
        </p:txBody>
      </p:sp>
    </p:spTree>
    <p:extLst>
      <p:ext uri="{BB962C8B-B14F-4D97-AF65-F5344CB8AC3E}">
        <p14:creationId xmlns:p14="http://schemas.microsoft.com/office/powerpoint/2010/main" val="12801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2E37-32A0-2B93-F5F6-212E8852A5AC}"/>
              </a:ext>
            </a:extLst>
          </p:cNvPr>
          <p:cNvSpPr>
            <a:spLocks noGrp="1"/>
          </p:cNvSpPr>
          <p:nvPr>
            <p:ph type="title"/>
          </p:nvPr>
        </p:nvSpPr>
        <p:spPr/>
        <p:txBody>
          <a:bodyPr/>
          <a:lstStyle/>
          <a:p>
            <a:r>
              <a:rPr lang="en-US" dirty="0"/>
              <a:t>Spring boot </a:t>
            </a:r>
            <a:r>
              <a:rPr lang="en-US" dirty="0" err="1"/>
              <a:t>dto</a:t>
            </a:r>
            <a:endParaRPr lang="en-IN" dirty="0"/>
          </a:p>
        </p:txBody>
      </p:sp>
      <p:sp>
        <p:nvSpPr>
          <p:cNvPr id="3" name="Content Placeholder 2">
            <a:extLst>
              <a:ext uri="{FF2B5EF4-FFF2-40B4-BE49-F238E27FC236}">
                <a16:creationId xmlns:a16="http://schemas.microsoft.com/office/drawing/2014/main" id="{C05B90ED-4CF2-74CA-AB3A-B8F28DCAD2CB}"/>
              </a:ext>
            </a:extLst>
          </p:cNvPr>
          <p:cNvSpPr>
            <a:spLocks noGrp="1"/>
          </p:cNvSpPr>
          <p:nvPr>
            <p:ph idx="1"/>
          </p:nvPr>
        </p:nvSpPr>
        <p:spPr/>
        <p:txBody>
          <a:bodyPr/>
          <a:lstStyle/>
          <a:p>
            <a:r>
              <a:rPr lang="en-US" dirty="0"/>
              <a:t>In Spring Boot application, DTOs are commonly used to encapsulate data transferred between the </a:t>
            </a:r>
            <a:r>
              <a:rPr lang="en-US" b="1" dirty="0"/>
              <a:t>controller and service</a:t>
            </a:r>
            <a:r>
              <a:rPr lang="en-US" dirty="0"/>
              <a:t> layers, or between the</a:t>
            </a:r>
            <a:r>
              <a:rPr lang="en-US" b="1" dirty="0"/>
              <a:t> service layer and the persistence layer</a:t>
            </a:r>
            <a:r>
              <a:rPr lang="en-US" dirty="0"/>
              <a:t>.</a:t>
            </a:r>
          </a:p>
          <a:p>
            <a:endParaRPr lang="en-US" dirty="0"/>
          </a:p>
          <a:p>
            <a:r>
              <a:rPr lang="en-US" dirty="0"/>
              <a:t>It helps in maintaining a clear separation of concerns and improves the overall modularity of the codebase.</a:t>
            </a:r>
            <a:endParaRPr lang="en-IN" dirty="0"/>
          </a:p>
        </p:txBody>
      </p:sp>
    </p:spTree>
    <p:extLst>
      <p:ext uri="{BB962C8B-B14F-4D97-AF65-F5344CB8AC3E}">
        <p14:creationId xmlns:p14="http://schemas.microsoft.com/office/powerpoint/2010/main" val="1152288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98200-422C-1E81-7BAB-BD45A9500D37}"/>
              </a:ext>
            </a:extLst>
          </p:cNvPr>
          <p:cNvSpPr>
            <a:spLocks noGrp="1"/>
          </p:cNvSpPr>
          <p:nvPr>
            <p:ph type="title"/>
          </p:nvPr>
        </p:nvSpPr>
        <p:spPr>
          <a:xfrm>
            <a:off x="838200" y="365125"/>
            <a:ext cx="10515600" cy="540131"/>
          </a:xfrm>
        </p:spPr>
        <p:txBody>
          <a:bodyPr>
            <a:normAutofit fontScale="90000"/>
          </a:bodyPr>
          <a:lstStyle/>
          <a:p>
            <a:r>
              <a:rPr lang="en-US" dirty="0" err="1"/>
              <a:t>Benifits</a:t>
            </a:r>
            <a:endParaRPr lang="en-IN" dirty="0"/>
          </a:p>
        </p:txBody>
      </p:sp>
      <p:sp>
        <p:nvSpPr>
          <p:cNvPr id="3" name="Content Placeholder 2">
            <a:extLst>
              <a:ext uri="{FF2B5EF4-FFF2-40B4-BE49-F238E27FC236}">
                <a16:creationId xmlns:a16="http://schemas.microsoft.com/office/drawing/2014/main" id="{E7157D09-DDEC-2D2F-6E59-4C49F9E4B070}"/>
              </a:ext>
            </a:extLst>
          </p:cNvPr>
          <p:cNvSpPr>
            <a:spLocks noGrp="1"/>
          </p:cNvSpPr>
          <p:nvPr>
            <p:ph idx="1"/>
          </p:nvPr>
        </p:nvSpPr>
        <p:spPr>
          <a:xfrm>
            <a:off x="838200" y="1078992"/>
            <a:ext cx="10515600" cy="5097971"/>
          </a:xfrm>
        </p:spPr>
        <p:txBody>
          <a:bodyPr>
            <a:noAutofit/>
          </a:bodyPr>
          <a:lstStyle/>
          <a:p>
            <a:pPr marL="0" indent="0">
              <a:buNone/>
            </a:pPr>
            <a:r>
              <a:rPr lang="en-US" sz="1800" b="1" dirty="0"/>
              <a:t>1. Reduced Network Calls:</a:t>
            </a:r>
          </a:p>
          <a:p>
            <a:r>
              <a:rPr lang="en-US" sz="1800" dirty="0"/>
              <a:t>DTOs help minimize the number of calls between different layers, especially in a microservices architecture where services communicate over a network. </a:t>
            </a:r>
          </a:p>
          <a:p>
            <a:r>
              <a:rPr lang="en-US" sz="1800" dirty="0"/>
              <a:t>By bundling relevant data into DTOs, fewer network calls are required, resulting in improved performance.</a:t>
            </a:r>
          </a:p>
          <a:p>
            <a:pPr marL="0" indent="0">
              <a:buNone/>
            </a:pPr>
            <a:r>
              <a:rPr lang="en-US" sz="1800" b="1" dirty="0"/>
              <a:t>2. Enhanced Maintainability:</a:t>
            </a:r>
          </a:p>
          <a:p>
            <a:r>
              <a:rPr lang="en-US" sz="1800" dirty="0"/>
              <a:t>Separating the concerns of data transfer from the business logic enhances code maintainability. </a:t>
            </a:r>
          </a:p>
          <a:p>
            <a:r>
              <a:rPr lang="en-US" sz="1800" dirty="0"/>
              <a:t>Changes in the underlying data structures or business logic don’t necessarily impact the structure of DTOs, allowing for easier updates and modifications.</a:t>
            </a:r>
          </a:p>
          <a:p>
            <a:pPr marL="0" indent="0">
              <a:buNone/>
            </a:pPr>
            <a:r>
              <a:rPr lang="en-US" sz="1800" b="1" dirty="0"/>
              <a:t>3. Versioning and Compatibility:</a:t>
            </a:r>
          </a:p>
          <a:p>
            <a:r>
              <a:rPr lang="en-US" sz="1800" dirty="0"/>
              <a:t>DTOs can be versioned independently of the underlying business logic. </a:t>
            </a:r>
          </a:p>
          <a:p>
            <a:r>
              <a:rPr lang="en-US" sz="1800" dirty="0"/>
              <a:t>This is particularly useful when dealing with evolving APIs or microservices, as it provides a level of backward compatibility by allowing older clients to still communicate using an older version of the DTO.</a:t>
            </a:r>
          </a:p>
          <a:p>
            <a:pPr marL="0" indent="0">
              <a:buNone/>
            </a:pPr>
            <a:r>
              <a:rPr lang="en-US" sz="1800" b="1" dirty="0"/>
              <a:t>4. Reduced Overhead:</a:t>
            </a:r>
          </a:p>
          <a:p>
            <a:r>
              <a:rPr lang="en-US" sz="1800" dirty="0"/>
              <a:t>Transmitting only the necessary data instead of entire entities reduces bandwidth and minimizes data transfer overhead. This is particularly relevant in scenarios where resources are constrained, such as mobile or low-bandwidth environments.</a:t>
            </a:r>
          </a:p>
          <a:p>
            <a:pPr marL="0" indent="0">
              <a:buNone/>
            </a:pPr>
            <a:br>
              <a:rPr lang="en-US" sz="1800" dirty="0"/>
            </a:br>
            <a:endParaRPr lang="en-IN" sz="1800" dirty="0"/>
          </a:p>
        </p:txBody>
      </p:sp>
    </p:spTree>
    <p:extLst>
      <p:ext uri="{BB962C8B-B14F-4D97-AF65-F5344CB8AC3E}">
        <p14:creationId xmlns:p14="http://schemas.microsoft.com/office/powerpoint/2010/main" val="3468093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CBD4F8C-3496-2CDC-5DCE-F24B7E7F6A3B}"/>
              </a:ext>
            </a:extLst>
          </p:cNvPr>
          <p:cNvSpPr>
            <a:spLocks noGrp="1"/>
          </p:cNvSpPr>
          <p:nvPr>
            <p:ph type="title"/>
          </p:nvPr>
        </p:nvSpPr>
        <p:spPr>
          <a:xfrm>
            <a:off x="838200" y="365125"/>
            <a:ext cx="10515600" cy="293243"/>
          </a:xfrm>
        </p:spPr>
        <p:txBody>
          <a:bodyPr>
            <a:normAutofit fontScale="90000"/>
          </a:bodyPr>
          <a:lstStyle/>
          <a:p>
            <a:r>
              <a:rPr lang="en-US" dirty="0" err="1"/>
              <a:t>Dto</a:t>
            </a:r>
            <a:r>
              <a:rPr lang="en-US" dirty="0"/>
              <a:t> in service layer</a:t>
            </a:r>
            <a:endParaRPr lang="en-IN" dirty="0"/>
          </a:p>
        </p:txBody>
      </p:sp>
      <p:sp>
        <p:nvSpPr>
          <p:cNvPr id="3" name="Content Placeholder 2">
            <a:extLst>
              <a:ext uri="{FF2B5EF4-FFF2-40B4-BE49-F238E27FC236}">
                <a16:creationId xmlns:a16="http://schemas.microsoft.com/office/drawing/2014/main" id="{76D0DB6A-951C-3B7A-DA26-2F054F87CD11}"/>
              </a:ext>
            </a:extLst>
          </p:cNvPr>
          <p:cNvSpPr>
            <a:spLocks noGrp="1"/>
          </p:cNvSpPr>
          <p:nvPr>
            <p:ph sz="half" idx="1"/>
          </p:nvPr>
        </p:nvSpPr>
        <p:spPr/>
        <p:txBody>
          <a:bodyPr>
            <a:normAutofit fontScale="85000" lnSpcReduction="20000"/>
          </a:bodyPr>
          <a:lstStyle/>
          <a:p>
            <a:pPr marL="0" indent="0">
              <a:buNone/>
            </a:pPr>
            <a:r>
              <a:rPr lang="en-IN" sz="1400" dirty="0"/>
              <a:t>@Entity</a:t>
            </a:r>
          </a:p>
          <a:p>
            <a:pPr marL="0" indent="0">
              <a:buNone/>
            </a:pPr>
            <a:r>
              <a:rPr lang="en-IN" sz="1400" dirty="0"/>
              <a:t>public class User {</a:t>
            </a:r>
          </a:p>
          <a:p>
            <a:pPr marL="0" indent="0">
              <a:buNone/>
            </a:pPr>
            <a:r>
              <a:rPr lang="en-IN" sz="1400" dirty="0"/>
              <a:t>    @Id</a:t>
            </a:r>
          </a:p>
          <a:p>
            <a:pPr marL="0" indent="0">
              <a:buNone/>
            </a:pPr>
            <a:r>
              <a:rPr lang="en-IN" sz="1400" dirty="0"/>
              <a:t>    @GeneratedValue(strategy = </a:t>
            </a:r>
            <a:r>
              <a:rPr lang="en-IN" sz="1400" dirty="0" err="1"/>
              <a:t>GenerationType.IDENTITY</a:t>
            </a:r>
            <a:r>
              <a:rPr lang="en-IN" sz="1400" dirty="0"/>
              <a:t>)</a:t>
            </a:r>
          </a:p>
          <a:p>
            <a:pPr marL="0" indent="0">
              <a:buNone/>
            </a:pPr>
            <a:r>
              <a:rPr lang="en-IN" sz="1400" dirty="0"/>
              <a:t>    private Long id;</a:t>
            </a:r>
          </a:p>
          <a:p>
            <a:pPr marL="0" indent="0">
              <a:buNone/>
            </a:pPr>
            <a:endParaRPr lang="en-IN" sz="1400" dirty="0"/>
          </a:p>
          <a:p>
            <a:pPr marL="0" indent="0">
              <a:buNone/>
            </a:pPr>
            <a:r>
              <a:rPr lang="en-IN" sz="1400" dirty="0"/>
              <a:t>    private String username;</a:t>
            </a:r>
          </a:p>
          <a:p>
            <a:pPr marL="0" indent="0">
              <a:buNone/>
            </a:pPr>
            <a:r>
              <a:rPr lang="en-IN" sz="1400" dirty="0"/>
              <a:t>    private String email;</a:t>
            </a:r>
          </a:p>
          <a:p>
            <a:pPr marL="0" indent="0">
              <a:buNone/>
            </a:pPr>
            <a:r>
              <a:rPr lang="en-IN" sz="1400" dirty="0"/>
              <a:t>    // other fields, getters, and setters</a:t>
            </a:r>
          </a:p>
          <a:p>
            <a:pPr marL="0" indent="0">
              <a:buNone/>
            </a:pPr>
            <a:r>
              <a:rPr lang="en-IN" sz="1400" dirty="0"/>
              <a:t>}</a:t>
            </a:r>
          </a:p>
          <a:p>
            <a:pPr marL="0" indent="0">
              <a:buNone/>
            </a:pPr>
            <a:endParaRPr lang="en-IN" sz="1400" dirty="0"/>
          </a:p>
          <a:p>
            <a:pPr marL="0" indent="0">
              <a:buNone/>
            </a:pPr>
            <a:r>
              <a:rPr lang="en-IN" sz="1400" dirty="0"/>
              <a:t>DTO </a:t>
            </a:r>
            <a:r>
              <a:rPr lang="en-IN" sz="1400" dirty="0" err="1"/>
              <a:t>UserDTO</a:t>
            </a:r>
            <a:br>
              <a:rPr lang="en-IN" sz="1400" dirty="0"/>
            </a:br>
            <a:r>
              <a:rPr lang="en-US" sz="1400" dirty="0"/>
              <a:t>public class </a:t>
            </a:r>
            <a:r>
              <a:rPr lang="en-US" sz="1400" dirty="0" err="1"/>
              <a:t>UserDTO</a:t>
            </a:r>
            <a:r>
              <a:rPr lang="en-US" sz="1400" dirty="0"/>
              <a:t> {</a:t>
            </a:r>
          </a:p>
          <a:p>
            <a:pPr marL="0" indent="0">
              <a:buNone/>
            </a:pPr>
            <a:r>
              <a:rPr lang="en-US" sz="1400" dirty="0"/>
              <a:t>    private String username;</a:t>
            </a:r>
          </a:p>
          <a:p>
            <a:pPr marL="0" indent="0">
              <a:buNone/>
            </a:pPr>
            <a:r>
              <a:rPr lang="en-US" sz="1400" dirty="0"/>
              <a:t>    private String email;</a:t>
            </a:r>
          </a:p>
          <a:p>
            <a:pPr marL="0" indent="0">
              <a:buNone/>
            </a:pPr>
            <a:r>
              <a:rPr lang="en-US" sz="1400" dirty="0"/>
              <a:t>    // constructors, getters, and setters</a:t>
            </a:r>
          </a:p>
          <a:p>
            <a:pPr marL="0" indent="0">
              <a:buNone/>
            </a:pPr>
            <a:r>
              <a:rPr lang="en-IN" sz="1400" dirty="0"/>
              <a:t>}</a:t>
            </a:r>
          </a:p>
          <a:p>
            <a:pPr marL="0" indent="0">
              <a:buNone/>
            </a:pPr>
            <a:endParaRPr lang="en-IN" sz="1400" dirty="0"/>
          </a:p>
        </p:txBody>
      </p:sp>
      <p:sp>
        <p:nvSpPr>
          <p:cNvPr id="6" name="Content Placeholder 5">
            <a:extLst>
              <a:ext uri="{FF2B5EF4-FFF2-40B4-BE49-F238E27FC236}">
                <a16:creationId xmlns:a16="http://schemas.microsoft.com/office/drawing/2014/main" id="{C6137242-9B74-829D-104F-0EE22420ECC8}"/>
              </a:ext>
            </a:extLst>
          </p:cNvPr>
          <p:cNvSpPr>
            <a:spLocks noGrp="1"/>
          </p:cNvSpPr>
          <p:nvPr>
            <p:ph sz="half" idx="2"/>
          </p:nvPr>
        </p:nvSpPr>
        <p:spPr>
          <a:xfrm>
            <a:off x="6172200" y="658368"/>
            <a:ext cx="5181600" cy="6336792"/>
          </a:xfrm>
        </p:spPr>
        <p:txBody>
          <a:bodyPr>
            <a:normAutofit fontScale="85000" lnSpcReduction="20000"/>
          </a:bodyPr>
          <a:lstStyle/>
          <a:p>
            <a:pPr marL="0" indent="0">
              <a:buNone/>
            </a:pPr>
            <a:r>
              <a:rPr lang="en-US" sz="1400" dirty="0"/>
              <a:t>In the service layer, when retrieving or saving a user,  convert between the entity and DTO:</a:t>
            </a:r>
          </a:p>
          <a:p>
            <a:pPr marL="0" indent="0">
              <a:buNone/>
            </a:pPr>
            <a:r>
              <a:rPr lang="en-US" sz="1400" dirty="0"/>
              <a:t>@Service</a:t>
            </a:r>
          </a:p>
          <a:p>
            <a:pPr marL="0" indent="0">
              <a:buNone/>
            </a:pPr>
            <a:r>
              <a:rPr lang="en-US" sz="1400" dirty="0"/>
              <a:t>public class </a:t>
            </a:r>
            <a:r>
              <a:rPr lang="en-US" sz="1400" dirty="0" err="1"/>
              <a:t>UserService</a:t>
            </a:r>
            <a:r>
              <a:rPr lang="en-US" sz="1400" dirty="0"/>
              <a:t> {</a:t>
            </a:r>
          </a:p>
          <a:p>
            <a:pPr marL="0" indent="0">
              <a:buNone/>
            </a:pPr>
            <a:r>
              <a:rPr lang="en-US" sz="1400" dirty="0"/>
              <a:t>    @Autowired</a:t>
            </a:r>
          </a:p>
          <a:p>
            <a:pPr marL="0" indent="0">
              <a:buNone/>
            </a:pPr>
            <a:r>
              <a:rPr lang="en-US" sz="1400" dirty="0"/>
              <a:t>    private </a:t>
            </a:r>
            <a:r>
              <a:rPr lang="en-US" sz="1400" dirty="0" err="1"/>
              <a:t>UserRepository</a:t>
            </a:r>
            <a:r>
              <a:rPr lang="en-US" sz="1400" dirty="0"/>
              <a:t> </a:t>
            </a:r>
            <a:r>
              <a:rPr lang="en-US" sz="1400" dirty="0" err="1"/>
              <a:t>userRepository</a:t>
            </a:r>
            <a:r>
              <a:rPr lang="en-US" sz="1400" dirty="0"/>
              <a:t>;</a:t>
            </a:r>
          </a:p>
          <a:p>
            <a:pPr marL="0" indent="0">
              <a:buNone/>
            </a:pPr>
            <a:r>
              <a:rPr lang="en-US" sz="1400" dirty="0"/>
              <a:t>    public </a:t>
            </a:r>
            <a:r>
              <a:rPr lang="en-US" sz="1400" dirty="0" err="1"/>
              <a:t>UserDTO</a:t>
            </a:r>
            <a:r>
              <a:rPr lang="en-US" sz="1400" dirty="0"/>
              <a:t> </a:t>
            </a:r>
            <a:r>
              <a:rPr lang="en-US" sz="1400" dirty="0" err="1"/>
              <a:t>getUserById</a:t>
            </a:r>
            <a:r>
              <a:rPr lang="en-US" sz="1400" dirty="0"/>
              <a:t>(Long </a:t>
            </a:r>
            <a:r>
              <a:rPr lang="en-US" sz="1400" dirty="0" err="1"/>
              <a:t>userId</a:t>
            </a:r>
            <a:r>
              <a:rPr lang="en-US" sz="1400" dirty="0"/>
              <a:t>) {</a:t>
            </a:r>
          </a:p>
          <a:p>
            <a:pPr marL="0" indent="0">
              <a:buNone/>
            </a:pPr>
            <a:r>
              <a:rPr lang="en-US" sz="1400" dirty="0"/>
              <a:t>        User </a:t>
            </a:r>
            <a:r>
              <a:rPr lang="en-US" sz="1400" dirty="0" err="1"/>
              <a:t>user</a:t>
            </a:r>
            <a:r>
              <a:rPr lang="en-US" sz="1400" dirty="0"/>
              <a:t> = </a:t>
            </a:r>
            <a:r>
              <a:rPr lang="en-US" sz="1400" dirty="0" err="1"/>
              <a:t>userRepository.findById</a:t>
            </a:r>
            <a:r>
              <a:rPr lang="en-US" sz="1400" dirty="0"/>
              <a:t>(</a:t>
            </a:r>
            <a:r>
              <a:rPr lang="en-US" sz="1400" dirty="0" err="1"/>
              <a:t>userId</a:t>
            </a:r>
            <a:r>
              <a:rPr lang="en-US" sz="1400" dirty="0"/>
              <a:t>).</a:t>
            </a:r>
            <a:r>
              <a:rPr lang="en-US" sz="1400" dirty="0" err="1"/>
              <a:t>orElse</a:t>
            </a:r>
            <a:r>
              <a:rPr lang="en-US" sz="1400" dirty="0"/>
              <a:t>(null);</a:t>
            </a:r>
          </a:p>
          <a:p>
            <a:pPr marL="0" indent="0">
              <a:buNone/>
            </a:pPr>
            <a:r>
              <a:rPr lang="en-US" sz="1400" dirty="0"/>
              <a:t>        return </a:t>
            </a:r>
            <a:r>
              <a:rPr lang="en-US" sz="1400" dirty="0" err="1"/>
              <a:t>convertToDTO</a:t>
            </a:r>
            <a:r>
              <a:rPr lang="en-US" sz="1400" dirty="0"/>
              <a:t>(user);</a:t>
            </a:r>
          </a:p>
          <a:p>
            <a:pPr marL="0" indent="0">
              <a:buNone/>
            </a:pPr>
            <a:r>
              <a:rPr lang="en-US" sz="1400" dirty="0"/>
              <a:t>    }</a:t>
            </a:r>
          </a:p>
          <a:p>
            <a:pPr marL="0" indent="0">
              <a:buNone/>
            </a:pPr>
            <a:endParaRPr lang="en-US" sz="1400" dirty="0"/>
          </a:p>
          <a:p>
            <a:pPr marL="0" indent="0">
              <a:buNone/>
            </a:pPr>
            <a:r>
              <a:rPr lang="en-US" sz="1400" dirty="0"/>
              <a:t>    public void </a:t>
            </a:r>
            <a:r>
              <a:rPr lang="en-US" sz="1400" dirty="0" err="1"/>
              <a:t>saveUser</a:t>
            </a:r>
            <a:r>
              <a:rPr lang="en-US" sz="1400" dirty="0"/>
              <a:t>(</a:t>
            </a:r>
            <a:r>
              <a:rPr lang="en-US" sz="1400" dirty="0" err="1"/>
              <a:t>UserDTO</a:t>
            </a:r>
            <a:r>
              <a:rPr lang="en-US" sz="1400" dirty="0"/>
              <a:t> </a:t>
            </a:r>
            <a:r>
              <a:rPr lang="en-US" sz="1400" dirty="0" err="1"/>
              <a:t>userDTO</a:t>
            </a:r>
            <a:r>
              <a:rPr lang="en-US" sz="1400" dirty="0"/>
              <a:t>) {</a:t>
            </a:r>
          </a:p>
          <a:p>
            <a:pPr marL="0" indent="0">
              <a:buNone/>
            </a:pPr>
            <a:r>
              <a:rPr lang="en-US" sz="1400" dirty="0"/>
              <a:t>        User </a:t>
            </a:r>
            <a:r>
              <a:rPr lang="en-US" sz="1400" dirty="0" err="1"/>
              <a:t>user</a:t>
            </a:r>
            <a:r>
              <a:rPr lang="en-US" sz="1400" dirty="0"/>
              <a:t> = </a:t>
            </a:r>
            <a:r>
              <a:rPr lang="en-US" sz="1400" dirty="0" err="1"/>
              <a:t>convertToEntity</a:t>
            </a:r>
            <a:r>
              <a:rPr lang="en-US" sz="1400" dirty="0"/>
              <a:t>(</a:t>
            </a:r>
            <a:r>
              <a:rPr lang="en-US" sz="1400" dirty="0" err="1"/>
              <a:t>userDTO</a:t>
            </a:r>
            <a:r>
              <a:rPr lang="en-US" sz="1400" dirty="0"/>
              <a:t>);</a:t>
            </a:r>
          </a:p>
          <a:p>
            <a:pPr marL="0" indent="0">
              <a:buNone/>
            </a:pPr>
            <a:r>
              <a:rPr lang="en-US" sz="1400" dirty="0"/>
              <a:t>        </a:t>
            </a:r>
            <a:r>
              <a:rPr lang="en-US" sz="1400" dirty="0" err="1"/>
              <a:t>userRepository.save</a:t>
            </a:r>
            <a:r>
              <a:rPr lang="en-US" sz="1400" dirty="0"/>
              <a:t>(user);</a:t>
            </a:r>
          </a:p>
          <a:p>
            <a:pPr marL="0" indent="0">
              <a:buNone/>
            </a:pPr>
            <a:r>
              <a:rPr lang="en-US" sz="1400" dirty="0"/>
              <a:t>    }</a:t>
            </a:r>
          </a:p>
          <a:p>
            <a:pPr marL="0" indent="0">
              <a:buNone/>
            </a:pPr>
            <a:endParaRPr lang="en-US" sz="1400" dirty="0"/>
          </a:p>
          <a:p>
            <a:pPr marL="0" indent="0">
              <a:buNone/>
            </a:pPr>
            <a:r>
              <a:rPr lang="en-US" sz="1400" dirty="0"/>
              <a:t>    private </a:t>
            </a:r>
            <a:r>
              <a:rPr lang="en-US" sz="1400" dirty="0" err="1"/>
              <a:t>UserDTO</a:t>
            </a:r>
            <a:r>
              <a:rPr lang="en-US" sz="1400" dirty="0"/>
              <a:t> </a:t>
            </a:r>
            <a:r>
              <a:rPr lang="en-US" sz="1400" dirty="0" err="1"/>
              <a:t>convertToDTO</a:t>
            </a:r>
            <a:r>
              <a:rPr lang="en-US" sz="1400" dirty="0"/>
              <a:t>(User user) {</a:t>
            </a:r>
          </a:p>
          <a:p>
            <a:pPr marL="0" indent="0">
              <a:buNone/>
            </a:pPr>
            <a:r>
              <a:rPr lang="en-US" sz="1400" dirty="0"/>
              <a:t>        // logic to convert User to </a:t>
            </a:r>
            <a:r>
              <a:rPr lang="en-US" sz="1400" dirty="0" err="1"/>
              <a:t>UserDTO</a:t>
            </a:r>
            <a:endParaRPr lang="en-US" sz="1400" dirty="0"/>
          </a:p>
          <a:p>
            <a:pPr marL="0" indent="0">
              <a:buNone/>
            </a:pPr>
            <a:r>
              <a:rPr lang="en-US" sz="1400" dirty="0"/>
              <a:t>    }</a:t>
            </a:r>
          </a:p>
          <a:p>
            <a:pPr marL="0" indent="0">
              <a:buNone/>
            </a:pPr>
            <a:endParaRPr lang="en-US" sz="1400" dirty="0"/>
          </a:p>
          <a:p>
            <a:pPr marL="0" indent="0">
              <a:buNone/>
            </a:pPr>
            <a:r>
              <a:rPr lang="en-US" sz="1400" dirty="0"/>
              <a:t>    private User </a:t>
            </a:r>
            <a:r>
              <a:rPr lang="en-US" sz="1400" dirty="0" err="1"/>
              <a:t>convertToEntity</a:t>
            </a:r>
            <a:r>
              <a:rPr lang="en-US" sz="1400" dirty="0"/>
              <a:t>(</a:t>
            </a:r>
            <a:r>
              <a:rPr lang="en-US" sz="1400" dirty="0" err="1"/>
              <a:t>UserDTO</a:t>
            </a:r>
            <a:r>
              <a:rPr lang="en-US" sz="1400" dirty="0"/>
              <a:t> </a:t>
            </a:r>
            <a:r>
              <a:rPr lang="en-US" sz="1400" dirty="0" err="1"/>
              <a:t>userDTO</a:t>
            </a:r>
            <a:r>
              <a:rPr lang="en-US" sz="1400" dirty="0"/>
              <a:t>) {</a:t>
            </a:r>
          </a:p>
          <a:p>
            <a:pPr marL="0" indent="0">
              <a:buNone/>
            </a:pPr>
            <a:r>
              <a:rPr lang="en-US" sz="1400" dirty="0"/>
              <a:t>        // logic to convert </a:t>
            </a:r>
            <a:r>
              <a:rPr lang="en-US" sz="1400" dirty="0" err="1"/>
              <a:t>UserDTO</a:t>
            </a:r>
            <a:r>
              <a:rPr lang="en-US" sz="1400" dirty="0"/>
              <a:t> to User</a:t>
            </a:r>
          </a:p>
          <a:p>
            <a:pPr marL="0" indent="0">
              <a:buNone/>
            </a:pPr>
            <a:r>
              <a:rPr lang="en-US" sz="1400" dirty="0"/>
              <a:t>    }</a:t>
            </a:r>
          </a:p>
          <a:p>
            <a:pPr marL="0" indent="0">
              <a:buNone/>
            </a:pPr>
            <a:r>
              <a:rPr lang="en-US" sz="1400" dirty="0"/>
              <a:t>}</a:t>
            </a:r>
          </a:p>
          <a:p>
            <a:pPr marL="0" indent="0">
              <a:buNone/>
            </a:pPr>
            <a:endParaRPr lang="en-US" sz="1400" dirty="0"/>
          </a:p>
          <a:p>
            <a:pPr marL="0" indent="0">
              <a:buNone/>
            </a:pPr>
            <a:endParaRPr lang="en-US" sz="1400" dirty="0"/>
          </a:p>
          <a:p>
            <a:pPr marL="0" indent="0">
              <a:buNone/>
            </a:pPr>
            <a:endParaRPr lang="en-US" sz="1400" dirty="0"/>
          </a:p>
          <a:p>
            <a:pPr marL="0" indent="0">
              <a:buNone/>
            </a:pPr>
            <a:endParaRPr lang="en-IN" sz="1400" dirty="0"/>
          </a:p>
        </p:txBody>
      </p:sp>
    </p:spTree>
    <p:extLst>
      <p:ext uri="{BB962C8B-B14F-4D97-AF65-F5344CB8AC3E}">
        <p14:creationId xmlns:p14="http://schemas.microsoft.com/office/powerpoint/2010/main" val="418653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C7ADA7-A3B9-0855-4256-8F029C350EEE}"/>
              </a:ext>
            </a:extLst>
          </p:cNvPr>
          <p:cNvSpPr>
            <a:spLocks noGrp="1"/>
          </p:cNvSpPr>
          <p:nvPr>
            <p:ph type="title"/>
          </p:nvPr>
        </p:nvSpPr>
        <p:spPr/>
        <p:txBody>
          <a:bodyPr/>
          <a:lstStyle/>
          <a:p>
            <a:endParaRPr lang="en-IN"/>
          </a:p>
        </p:txBody>
      </p:sp>
      <p:sp>
        <p:nvSpPr>
          <p:cNvPr id="6" name="Content Placeholder 5">
            <a:extLst>
              <a:ext uri="{FF2B5EF4-FFF2-40B4-BE49-F238E27FC236}">
                <a16:creationId xmlns:a16="http://schemas.microsoft.com/office/drawing/2014/main" id="{24711C9B-537F-F4F6-5E64-60601460B2D7}"/>
              </a:ext>
            </a:extLst>
          </p:cNvPr>
          <p:cNvSpPr>
            <a:spLocks noGrp="1"/>
          </p:cNvSpPr>
          <p:nvPr>
            <p:ph idx="1"/>
          </p:nvPr>
        </p:nvSpPr>
        <p:spPr/>
        <p:txBody>
          <a:bodyPr/>
          <a:lstStyle/>
          <a:p>
            <a:r>
              <a:rPr lang="en-US" dirty="0"/>
              <a:t>This way, the service layer communicates with the controller using DTOs, ensuring a clean separation between the data transfer and business logic.</a:t>
            </a:r>
          </a:p>
          <a:p>
            <a:br>
              <a:rPr lang="en-US" dirty="0"/>
            </a:br>
            <a:endParaRPr lang="en-IN" dirty="0"/>
          </a:p>
        </p:txBody>
      </p:sp>
    </p:spTree>
    <p:extLst>
      <p:ext uri="{BB962C8B-B14F-4D97-AF65-F5344CB8AC3E}">
        <p14:creationId xmlns:p14="http://schemas.microsoft.com/office/powerpoint/2010/main" val="1453812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AC542-659B-2F5A-7AD6-EBE8CD4522B2}"/>
              </a:ext>
            </a:extLst>
          </p:cNvPr>
          <p:cNvSpPr>
            <a:spLocks noGrp="1"/>
          </p:cNvSpPr>
          <p:nvPr>
            <p:ph type="title"/>
          </p:nvPr>
        </p:nvSpPr>
        <p:spPr/>
        <p:txBody>
          <a:bodyPr>
            <a:normAutofit fontScale="90000"/>
          </a:bodyPr>
          <a:lstStyle/>
          <a:p>
            <a:r>
              <a:rPr lang="en-US" b="1" dirty="0"/>
              <a:t>Mapper (Converting Between Entity &amp; DTO)</a:t>
            </a:r>
            <a:br>
              <a:rPr lang="en-US" b="1" dirty="0"/>
            </a:br>
            <a:br>
              <a:rPr lang="en-US" dirty="0"/>
            </a:br>
            <a:endParaRPr lang="en-IN" dirty="0"/>
          </a:p>
        </p:txBody>
      </p:sp>
      <p:sp>
        <p:nvSpPr>
          <p:cNvPr id="3" name="Content Placeholder 2">
            <a:extLst>
              <a:ext uri="{FF2B5EF4-FFF2-40B4-BE49-F238E27FC236}">
                <a16:creationId xmlns:a16="http://schemas.microsoft.com/office/drawing/2014/main" id="{2590C41F-6989-B723-4105-9CCDC2FD09AC}"/>
              </a:ext>
            </a:extLst>
          </p:cNvPr>
          <p:cNvSpPr>
            <a:spLocks noGrp="1"/>
          </p:cNvSpPr>
          <p:nvPr>
            <p:ph sz="half" idx="1"/>
          </p:nvPr>
        </p:nvSpPr>
        <p:spPr>
          <a:xfrm>
            <a:off x="838200" y="903514"/>
            <a:ext cx="5181600" cy="5954486"/>
          </a:xfrm>
        </p:spPr>
        <p:txBody>
          <a:bodyPr>
            <a:normAutofit fontScale="55000" lnSpcReduction="20000"/>
          </a:bodyPr>
          <a:lstStyle/>
          <a:p>
            <a:r>
              <a:rPr lang="en-US" sz="3600" b="1" dirty="0"/>
              <a:t>A Mapper is responsible for converting between Entity and DTO objects to maintain a clean architecture.</a:t>
            </a:r>
          </a:p>
          <a:p>
            <a:endParaRPr lang="en-US" dirty="0"/>
          </a:p>
          <a:p>
            <a:pPr marL="0" indent="0">
              <a:buNone/>
            </a:pPr>
            <a:r>
              <a:rPr lang="en-IN" dirty="0"/>
              <a:t>@Component</a:t>
            </a:r>
          </a:p>
          <a:p>
            <a:pPr marL="0" indent="0">
              <a:buNone/>
            </a:pPr>
            <a:r>
              <a:rPr lang="en-IN" dirty="0"/>
              <a:t>public class </a:t>
            </a:r>
            <a:r>
              <a:rPr lang="en-IN" dirty="0" err="1"/>
              <a:t>UserMapper</a:t>
            </a:r>
            <a:r>
              <a:rPr lang="en-IN" dirty="0"/>
              <a:t> {</a:t>
            </a:r>
          </a:p>
          <a:p>
            <a:pPr marL="0" indent="0">
              <a:buNone/>
            </a:pPr>
            <a:r>
              <a:rPr lang="en-IN" dirty="0"/>
              <a:t>    public </a:t>
            </a:r>
            <a:r>
              <a:rPr lang="en-IN" dirty="0" err="1"/>
              <a:t>UserDTO</a:t>
            </a:r>
            <a:r>
              <a:rPr lang="en-IN" dirty="0"/>
              <a:t> </a:t>
            </a:r>
            <a:r>
              <a:rPr lang="en-IN" dirty="0" err="1"/>
              <a:t>toDTO</a:t>
            </a:r>
            <a:r>
              <a:rPr lang="en-IN" dirty="0"/>
              <a:t>(</a:t>
            </a:r>
            <a:r>
              <a:rPr lang="en-IN" dirty="0" err="1"/>
              <a:t>UserEntity</a:t>
            </a:r>
            <a:r>
              <a:rPr lang="en-IN" dirty="0"/>
              <a:t> user) {</a:t>
            </a:r>
          </a:p>
          <a:p>
            <a:pPr marL="0" indent="0">
              <a:buNone/>
            </a:pPr>
            <a:r>
              <a:rPr lang="en-IN" dirty="0"/>
              <a:t>        </a:t>
            </a:r>
            <a:r>
              <a:rPr lang="en-IN" dirty="0" err="1"/>
              <a:t>UserDTO</a:t>
            </a:r>
            <a:r>
              <a:rPr lang="en-IN" dirty="0"/>
              <a:t> </a:t>
            </a:r>
            <a:r>
              <a:rPr lang="en-IN" dirty="0" err="1"/>
              <a:t>dto</a:t>
            </a:r>
            <a:r>
              <a:rPr lang="en-IN" dirty="0"/>
              <a:t> = new </a:t>
            </a:r>
            <a:r>
              <a:rPr lang="en-IN" dirty="0" err="1"/>
              <a:t>UserDTO</a:t>
            </a:r>
            <a:r>
              <a:rPr lang="en-IN" dirty="0"/>
              <a:t>();</a:t>
            </a:r>
          </a:p>
          <a:p>
            <a:pPr marL="0" indent="0">
              <a:buNone/>
            </a:pPr>
            <a:r>
              <a:rPr lang="en-IN" dirty="0"/>
              <a:t>        </a:t>
            </a:r>
            <a:r>
              <a:rPr lang="en-IN" dirty="0" err="1"/>
              <a:t>dto.setName</a:t>
            </a:r>
            <a:r>
              <a:rPr lang="en-IN" dirty="0"/>
              <a:t>(</a:t>
            </a:r>
            <a:r>
              <a:rPr lang="en-IN" dirty="0" err="1"/>
              <a:t>user.getName</a:t>
            </a:r>
            <a:r>
              <a:rPr lang="en-IN" dirty="0"/>
              <a:t>());</a:t>
            </a:r>
          </a:p>
          <a:p>
            <a:pPr marL="0" indent="0">
              <a:buNone/>
            </a:pPr>
            <a:r>
              <a:rPr lang="en-IN" dirty="0"/>
              <a:t>        </a:t>
            </a:r>
            <a:r>
              <a:rPr lang="en-IN" dirty="0" err="1"/>
              <a:t>dto.setEmail</a:t>
            </a:r>
            <a:r>
              <a:rPr lang="en-IN" dirty="0"/>
              <a:t>(</a:t>
            </a:r>
            <a:r>
              <a:rPr lang="en-IN" dirty="0" err="1"/>
              <a:t>user.getEmail</a:t>
            </a:r>
            <a:r>
              <a:rPr lang="en-IN" dirty="0"/>
              <a:t>());</a:t>
            </a:r>
          </a:p>
          <a:p>
            <a:pPr marL="0" indent="0">
              <a:buNone/>
            </a:pPr>
            <a:r>
              <a:rPr lang="en-IN" dirty="0"/>
              <a:t>        return </a:t>
            </a:r>
            <a:r>
              <a:rPr lang="en-IN" dirty="0" err="1"/>
              <a:t>dto</a:t>
            </a:r>
            <a:r>
              <a:rPr lang="en-IN" dirty="0"/>
              <a:t>;</a:t>
            </a:r>
          </a:p>
          <a:p>
            <a:pPr marL="0" indent="0">
              <a:buNone/>
            </a:pPr>
            <a:r>
              <a:rPr lang="en-IN" dirty="0"/>
              <a:t>    }</a:t>
            </a:r>
          </a:p>
          <a:p>
            <a:pPr marL="0" indent="0">
              <a:buNone/>
            </a:pPr>
            <a:endParaRPr lang="en-IN" dirty="0"/>
          </a:p>
          <a:p>
            <a:pPr marL="0" indent="0">
              <a:buNone/>
            </a:pPr>
            <a:r>
              <a:rPr lang="en-IN" dirty="0"/>
              <a:t>    public </a:t>
            </a:r>
            <a:r>
              <a:rPr lang="en-IN" dirty="0" err="1"/>
              <a:t>UserEntity</a:t>
            </a:r>
            <a:r>
              <a:rPr lang="en-IN" dirty="0"/>
              <a:t> </a:t>
            </a:r>
            <a:r>
              <a:rPr lang="en-IN" dirty="0" err="1"/>
              <a:t>toEntity</a:t>
            </a:r>
            <a:r>
              <a:rPr lang="en-IN" dirty="0"/>
              <a:t>(</a:t>
            </a:r>
            <a:r>
              <a:rPr lang="en-IN" dirty="0" err="1"/>
              <a:t>UserDTO</a:t>
            </a:r>
            <a:r>
              <a:rPr lang="en-IN" dirty="0"/>
              <a:t> </a:t>
            </a:r>
            <a:r>
              <a:rPr lang="en-IN" dirty="0" err="1"/>
              <a:t>dto</a:t>
            </a:r>
            <a:r>
              <a:rPr lang="en-IN" dirty="0"/>
              <a:t>) {</a:t>
            </a:r>
          </a:p>
          <a:p>
            <a:pPr marL="0" indent="0">
              <a:buNone/>
            </a:pPr>
            <a:r>
              <a:rPr lang="en-IN" dirty="0"/>
              <a:t>        </a:t>
            </a:r>
            <a:r>
              <a:rPr lang="en-IN" dirty="0" err="1"/>
              <a:t>UserEntity</a:t>
            </a:r>
            <a:r>
              <a:rPr lang="en-IN" dirty="0"/>
              <a:t> user = new </a:t>
            </a:r>
            <a:r>
              <a:rPr lang="en-IN" dirty="0" err="1"/>
              <a:t>UserEntity</a:t>
            </a:r>
            <a:r>
              <a:rPr lang="en-IN" dirty="0"/>
              <a:t>();</a:t>
            </a:r>
          </a:p>
          <a:p>
            <a:pPr marL="0" indent="0">
              <a:buNone/>
            </a:pPr>
            <a:r>
              <a:rPr lang="en-IN" dirty="0"/>
              <a:t>        </a:t>
            </a:r>
            <a:r>
              <a:rPr lang="en-IN" dirty="0" err="1"/>
              <a:t>user.setName</a:t>
            </a:r>
            <a:r>
              <a:rPr lang="en-IN" dirty="0"/>
              <a:t>(</a:t>
            </a:r>
            <a:r>
              <a:rPr lang="en-IN" dirty="0" err="1"/>
              <a:t>dto.getName</a:t>
            </a:r>
            <a:r>
              <a:rPr lang="en-IN" dirty="0"/>
              <a:t>());</a:t>
            </a:r>
          </a:p>
          <a:p>
            <a:pPr marL="0" indent="0">
              <a:buNone/>
            </a:pPr>
            <a:r>
              <a:rPr lang="en-IN" dirty="0"/>
              <a:t>        </a:t>
            </a:r>
            <a:r>
              <a:rPr lang="en-IN" dirty="0" err="1"/>
              <a:t>user.setEmail</a:t>
            </a:r>
            <a:r>
              <a:rPr lang="en-IN" dirty="0"/>
              <a:t>(</a:t>
            </a:r>
            <a:r>
              <a:rPr lang="en-IN" dirty="0" err="1"/>
              <a:t>dto.getEmail</a:t>
            </a:r>
            <a:r>
              <a:rPr lang="en-IN" dirty="0"/>
              <a:t>());</a:t>
            </a:r>
          </a:p>
          <a:p>
            <a:pPr marL="0" indent="0">
              <a:buNone/>
            </a:pPr>
            <a:r>
              <a:rPr lang="en-IN" dirty="0"/>
              <a:t>        return user;</a:t>
            </a:r>
          </a:p>
          <a:p>
            <a:pPr marL="0" indent="0">
              <a:buNone/>
            </a:pPr>
            <a:r>
              <a:rPr lang="en-IN" dirty="0"/>
              <a:t>    }</a:t>
            </a:r>
          </a:p>
          <a:p>
            <a:pPr marL="0" indent="0">
              <a:buNone/>
            </a:pPr>
            <a:r>
              <a:rPr lang="en-IN" dirty="0"/>
              <a:t>}</a:t>
            </a:r>
          </a:p>
          <a:p>
            <a:pPr marL="0" indent="0">
              <a:buNone/>
            </a:pPr>
            <a:endParaRPr lang="en-IN" dirty="0"/>
          </a:p>
        </p:txBody>
      </p:sp>
      <p:sp>
        <p:nvSpPr>
          <p:cNvPr id="5" name="Content Placeholder 4">
            <a:extLst>
              <a:ext uri="{FF2B5EF4-FFF2-40B4-BE49-F238E27FC236}">
                <a16:creationId xmlns:a16="http://schemas.microsoft.com/office/drawing/2014/main" id="{F8A6CA51-C0FD-49F2-9E03-85DF71964B57}"/>
              </a:ext>
            </a:extLst>
          </p:cNvPr>
          <p:cNvSpPr>
            <a:spLocks noGrp="1"/>
          </p:cNvSpPr>
          <p:nvPr>
            <p:ph sz="half" idx="2"/>
          </p:nvPr>
        </p:nvSpPr>
        <p:spPr>
          <a:xfrm>
            <a:off x="6172200" y="1839685"/>
            <a:ext cx="5181600" cy="5153706"/>
          </a:xfrm>
        </p:spPr>
        <p:txBody>
          <a:bodyPr>
            <a:normAutofit fontScale="55000" lnSpcReduction="20000"/>
          </a:bodyPr>
          <a:lstStyle/>
          <a:p>
            <a:pPr marL="0" indent="0">
              <a:buNone/>
            </a:pPr>
            <a:r>
              <a:rPr lang="en-US" dirty="0"/>
              <a:t>public class </a:t>
            </a:r>
            <a:r>
              <a:rPr lang="en-US" dirty="0" err="1"/>
              <a:t>UserDTO</a:t>
            </a:r>
            <a:r>
              <a:rPr lang="en-US" dirty="0"/>
              <a:t> {</a:t>
            </a:r>
          </a:p>
          <a:p>
            <a:pPr marL="0" indent="0">
              <a:buNone/>
            </a:pPr>
            <a:r>
              <a:rPr lang="en-US" dirty="0"/>
              <a:t>    private String name;</a:t>
            </a:r>
          </a:p>
          <a:p>
            <a:pPr marL="0" indent="0">
              <a:buNone/>
            </a:pPr>
            <a:r>
              <a:rPr lang="en-US" dirty="0"/>
              <a:t>    private String email;</a:t>
            </a:r>
          </a:p>
          <a:p>
            <a:pPr marL="0" indent="0">
              <a:buNone/>
            </a:pPr>
            <a:r>
              <a:rPr lang="en-US" dirty="0"/>
              <a: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081348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60CFC-046D-845D-D56C-7537B16B7FC7}"/>
              </a:ext>
            </a:extLst>
          </p:cNvPr>
          <p:cNvSpPr>
            <a:spLocks noGrp="1"/>
          </p:cNvSpPr>
          <p:nvPr>
            <p:ph type="title"/>
          </p:nvPr>
        </p:nvSpPr>
        <p:spPr/>
        <p:txBody>
          <a:bodyPr>
            <a:noAutofit/>
          </a:bodyPr>
          <a:lstStyle/>
          <a:p>
            <a:r>
              <a:rPr lang="en-US" sz="2400" b="1" dirty="0"/>
              <a:t>Service Layer (Business Logic Layer) with mapper</a:t>
            </a:r>
            <a:br>
              <a:rPr lang="en-US" sz="2400" b="1" dirty="0"/>
            </a:br>
            <a:endParaRPr lang="en-IN" sz="2400" dirty="0"/>
          </a:p>
        </p:txBody>
      </p:sp>
      <p:sp>
        <p:nvSpPr>
          <p:cNvPr id="3" name="Content Placeholder 2">
            <a:extLst>
              <a:ext uri="{FF2B5EF4-FFF2-40B4-BE49-F238E27FC236}">
                <a16:creationId xmlns:a16="http://schemas.microsoft.com/office/drawing/2014/main" id="{AB51EC85-BD49-64E3-E3F0-FF96376EC9C0}"/>
              </a:ext>
            </a:extLst>
          </p:cNvPr>
          <p:cNvSpPr>
            <a:spLocks noGrp="1"/>
          </p:cNvSpPr>
          <p:nvPr>
            <p:ph sz="half" idx="1"/>
          </p:nvPr>
        </p:nvSpPr>
        <p:spPr>
          <a:xfrm>
            <a:off x="719328" y="1253331"/>
            <a:ext cx="5181600" cy="4351338"/>
          </a:xfrm>
        </p:spPr>
        <p:txBody>
          <a:bodyPr>
            <a:normAutofit fontScale="92500" lnSpcReduction="10000"/>
          </a:bodyPr>
          <a:lstStyle/>
          <a:p>
            <a:r>
              <a:rPr lang="en-US" sz="2000" dirty="0"/>
              <a:t>The Service Layer contains business logic and calls the Repository for data manipulation.</a:t>
            </a:r>
          </a:p>
          <a:p>
            <a:pPr marL="0" indent="0">
              <a:buNone/>
            </a:pPr>
            <a:r>
              <a:rPr lang="en-US" sz="2000" dirty="0"/>
              <a:t>@Service</a:t>
            </a:r>
          </a:p>
          <a:p>
            <a:pPr marL="0" indent="0">
              <a:buNone/>
            </a:pPr>
            <a:r>
              <a:rPr lang="en-US" sz="2000" dirty="0"/>
              <a:t>public class </a:t>
            </a:r>
            <a:r>
              <a:rPr lang="en-US" sz="2000" dirty="0" err="1"/>
              <a:t>UserService</a:t>
            </a:r>
            <a:r>
              <a:rPr lang="en-US" sz="2000" dirty="0"/>
              <a:t> {</a:t>
            </a:r>
          </a:p>
          <a:p>
            <a:pPr marL="0" indent="0">
              <a:buNone/>
            </a:pPr>
            <a:r>
              <a:rPr lang="en-US" sz="2000" dirty="0"/>
              <a:t>    private final </a:t>
            </a:r>
            <a:r>
              <a:rPr lang="en-US" sz="2000" dirty="0" err="1"/>
              <a:t>UserRepository</a:t>
            </a:r>
            <a:r>
              <a:rPr lang="en-US" sz="2000" dirty="0"/>
              <a:t> </a:t>
            </a:r>
            <a:r>
              <a:rPr lang="en-US" sz="2000" dirty="0" err="1"/>
              <a:t>userRepository</a:t>
            </a:r>
            <a:r>
              <a:rPr lang="en-US" sz="2000" dirty="0"/>
              <a:t>;</a:t>
            </a:r>
          </a:p>
          <a:p>
            <a:pPr marL="0" indent="0">
              <a:buNone/>
            </a:pPr>
            <a:r>
              <a:rPr lang="en-US" sz="2000" dirty="0"/>
              <a:t>    private final </a:t>
            </a:r>
            <a:r>
              <a:rPr lang="en-US" sz="2000" dirty="0" err="1"/>
              <a:t>UserMapper</a:t>
            </a:r>
            <a:r>
              <a:rPr lang="en-US" sz="2000" dirty="0"/>
              <a:t> </a:t>
            </a:r>
            <a:r>
              <a:rPr lang="en-US" sz="2000" dirty="0" err="1"/>
              <a:t>userMapper</a:t>
            </a:r>
            <a:r>
              <a:rPr lang="en-US" sz="2000" dirty="0"/>
              <a:t>;</a:t>
            </a:r>
          </a:p>
          <a:p>
            <a:pPr marL="0" indent="0">
              <a:buNone/>
            </a:pPr>
            <a:endParaRPr lang="en-US" sz="2000" dirty="0"/>
          </a:p>
          <a:p>
            <a:pPr marL="0" indent="0">
              <a:buNone/>
            </a:pPr>
            <a:r>
              <a:rPr lang="en-US" sz="2000" dirty="0"/>
              <a:t>    public </a:t>
            </a:r>
            <a:r>
              <a:rPr lang="en-US" sz="2000" dirty="0" err="1"/>
              <a:t>UserService</a:t>
            </a:r>
            <a:r>
              <a:rPr lang="en-US" sz="2000" dirty="0"/>
              <a:t>(</a:t>
            </a:r>
            <a:r>
              <a:rPr lang="en-US" sz="2000" dirty="0" err="1"/>
              <a:t>UserRepository</a:t>
            </a:r>
            <a:r>
              <a:rPr lang="en-US" sz="2000" dirty="0"/>
              <a:t> </a:t>
            </a:r>
            <a:r>
              <a:rPr lang="en-US" sz="2000" dirty="0" err="1"/>
              <a:t>userRepository</a:t>
            </a:r>
            <a:r>
              <a:rPr lang="en-US" sz="2000" dirty="0"/>
              <a:t>, </a:t>
            </a:r>
            <a:r>
              <a:rPr lang="en-US" sz="2000" dirty="0" err="1"/>
              <a:t>UserMapper</a:t>
            </a:r>
            <a:r>
              <a:rPr lang="en-US" sz="2000" dirty="0"/>
              <a:t> </a:t>
            </a:r>
            <a:r>
              <a:rPr lang="en-US" sz="2000" dirty="0" err="1"/>
              <a:t>userMapper</a:t>
            </a:r>
            <a:r>
              <a:rPr lang="en-US" sz="2000" dirty="0"/>
              <a:t>) {</a:t>
            </a:r>
          </a:p>
          <a:p>
            <a:pPr marL="0" indent="0">
              <a:buNone/>
            </a:pPr>
            <a:r>
              <a:rPr lang="en-US" sz="2000" dirty="0"/>
              <a:t>        </a:t>
            </a:r>
            <a:r>
              <a:rPr lang="en-US" sz="2000" dirty="0" err="1"/>
              <a:t>this.userRepository</a:t>
            </a:r>
            <a:r>
              <a:rPr lang="en-US" sz="2000" dirty="0"/>
              <a:t> = </a:t>
            </a:r>
            <a:r>
              <a:rPr lang="en-US" sz="2000" dirty="0" err="1"/>
              <a:t>userRepository</a:t>
            </a:r>
            <a:r>
              <a:rPr lang="en-US" sz="2000" dirty="0"/>
              <a:t>;</a:t>
            </a:r>
          </a:p>
          <a:p>
            <a:pPr marL="0" indent="0">
              <a:buNone/>
            </a:pPr>
            <a:r>
              <a:rPr lang="en-US" sz="2000" dirty="0"/>
              <a:t>        </a:t>
            </a:r>
            <a:r>
              <a:rPr lang="en-US" sz="2000" dirty="0" err="1"/>
              <a:t>this.userMapper</a:t>
            </a:r>
            <a:r>
              <a:rPr lang="en-US" sz="2000" dirty="0"/>
              <a:t> = </a:t>
            </a:r>
            <a:r>
              <a:rPr lang="en-US" sz="2000" dirty="0" err="1"/>
              <a:t>userMapper</a:t>
            </a:r>
            <a:r>
              <a:rPr lang="en-US" sz="2000" dirty="0"/>
              <a:t>;</a:t>
            </a:r>
          </a:p>
          <a:p>
            <a:pPr marL="0" indent="0">
              <a:buNone/>
            </a:pPr>
            <a:r>
              <a:rPr lang="en-US" sz="2000" dirty="0"/>
              <a:t>    }</a:t>
            </a:r>
          </a:p>
          <a:p>
            <a:pPr marL="0" indent="0">
              <a:buNone/>
            </a:pPr>
            <a:endParaRPr lang="en-US" sz="2000" dirty="0"/>
          </a:p>
          <a:p>
            <a:endParaRPr lang="en-US" sz="2000" dirty="0"/>
          </a:p>
          <a:p>
            <a:endParaRPr lang="en-IN" sz="2000" dirty="0"/>
          </a:p>
        </p:txBody>
      </p:sp>
      <p:sp>
        <p:nvSpPr>
          <p:cNvPr id="4" name="Content Placeholder 3">
            <a:extLst>
              <a:ext uri="{FF2B5EF4-FFF2-40B4-BE49-F238E27FC236}">
                <a16:creationId xmlns:a16="http://schemas.microsoft.com/office/drawing/2014/main" id="{366DC156-D6BE-675D-AEAD-4005737688C4}"/>
              </a:ext>
            </a:extLst>
          </p:cNvPr>
          <p:cNvSpPr>
            <a:spLocks noGrp="1"/>
          </p:cNvSpPr>
          <p:nvPr>
            <p:ph sz="half" idx="2"/>
          </p:nvPr>
        </p:nvSpPr>
        <p:spPr>
          <a:xfrm>
            <a:off x="6172200" y="1170432"/>
            <a:ext cx="5181600" cy="5006531"/>
          </a:xfrm>
        </p:spPr>
        <p:txBody>
          <a:bodyPr>
            <a:normAutofit fontScale="92500" lnSpcReduction="10000"/>
          </a:bodyPr>
          <a:lstStyle/>
          <a:p>
            <a:pPr marL="0" indent="0">
              <a:buNone/>
            </a:pPr>
            <a:r>
              <a:rPr lang="en-IN" sz="1600" dirty="0"/>
              <a:t>public </a:t>
            </a:r>
            <a:r>
              <a:rPr lang="en-IN" sz="1600" dirty="0" err="1"/>
              <a:t>UserDTO</a:t>
            </a:r>
            <a:r>
              <a:rPr lang="en-IN" sz="1600" dirty="0"/>
              <a:t> </a:t>
            </a:r>
            <a:r>
              <a:rPr lang="en-IN" sz="1600" dirty="0" err="1"/>
              <a:t>getUserById</a:t>
            </a:r>
            <a:r>
              <a:rPr lang="en-IN" sz="1600" dirty="0"/>
              <a:t>(Long id) {</a:t>
            </a:r>
          </a:p>
          <a:p>
            <a:pPr marL="0" indent="0">
              <a:buNone/>
            </a:pPr>
            <a:r>
              <a:rPr lang="en-IN" sz="1600" dirty="0"/>
              <a:t>        </a:t>
            </a:r>
            <a:r>
              <a:rPr lang="en-IN" sz="1600" dirty="0" err="1"/>
              <a:t>UserEntity</a:t>
            </a:r>
            <a:r>
              <a:rPr lang="en-IN" sz="1600" dirty="0"/>
              <a:t> user = </a:t>
            </a:r>
            <a:r>
              <a:rPr lang="en-IN" sz="1600" dirty="0" err="1"/>
              <a:t>userRepository.findById</a:t>
            </a:r>
            <a:r>
              <a:rPr lang="en-IN" sz="1600" dirty="0"/>
              <a:t>(id)</a:t>
            </a:r>
          </a:p>
          <a:p>
            <a:pPr marL="0" indent="0">
              <a:buNone/>
            </a:pPr>
            <a:r>
              <a:rPr lang="en-IN" sz="1600" dirty="0"/>
              <a:t>                .</a:t>
            </a:r>
            <a:r>
              <a:rPr lang="en-IN" sz="1600" dirty="0" err="1"/>
              <a:t>orElseThrow</a:t>
            </a:r>
            <a:r>
              <a:rPr lang="en-IN" sz="1600" dirty="0"/>
              <a:t>(() -&gt; new </a:t>
            </a:r>
            <a:r>
              <a:rPr lang="en-IN" sz="1600" dirty="0" err="1"/>
              <a:t>RuntimeException</a:t>
            </a:r>
            <a:r>
              <a:rPr lang="en-IN" sz="1600" dirty="0"/>
              <a:t>("User not found"));</a:t>
            </a:r>
          </a:p>
          <a:p>
            <a:pPr marL="0" indent="0">
              <a:buNone/>
            </a:pPr>
            <a:r>
              <a:rPr lang="en-IN" sz="1600" dirty="0"/>
              <a:t>        return </a:t>
            </a:r>
            <a:r>
              <a:rPr lang="en-IN" sz="1600" dirty="0" err="1"/>
              <a:t>userMapper.toDTO</a:t>
            </a:r>
            <a:r>
              <a:rPr lang="en-IN" sz="1600" dirty="0"/>
              <a:t>(user);</a:t>
            </a:r>
          </a:p>
          <a:p>
            <a:pPr marL="0" indent="0">
              <a:buNone/>
            </a:pPr>
            <a:r>
              <a:rPr lang="en-IN" sz="1600" dirty="0"/>
              <a:t>    }</a:t>
            </a:r>
          </a:p>
          <a:p>
            <a:pPr marL="0" indent="0">
              <a:buNone/>
            </a:pPr>
            <a:endParaRPr lang="en-IN" sz="1600" dirty="0"/>
          </a:p>
          <a:p>
            <a:pPr marL="0" indent="0">
              <a:buNone/>
            </a:pPr>
            <a:r>
              <a:rPr lang="en-IN" sz="1600" dirty="0"/>
              <a:t>    public void </a:t>
            </a:r>
            <a:r>
              <a:rPr lang="en-IN" sz="1600" dirty="0" err="1"/>
              <a:t>saveUser</a:t>
            </a:r>
            <a:r>
              <a:rPr lang="en-IN" sz="1600" dirty="0"/>
              <a:t>(</a:t>
            </a:r>
            <a:r>
              <a:rPr lang="en-IN" sz="1600" dirty="0" err="1"/>
              <a:t>UserDTO</a:t>
            </a:r>
            <a:r>
              <a:rPr lang="en-IN" sz="1600" dirty="0"/>
              <a:t> </a:t>
            </a:r>
            <a:r>
              <a:rPr lang="en-IN" sz="1600" dirty="0" err="1"/>
              <a:t>userDTO</a:t>
            </a:r>
            <a:r>
              <a:rPr lang="en-IN" sz="1600" dirty="0"/>
              <a:t>) {</a:t>
            </a:r>
          </a:p>
          <a:p>
            <a:pPr marL="0" indent="0">
              <a:buNone/>
            </a:pPr>
            <a:r>
              <a:rPr lang="en-IN" sz="1600" dirty="0"/>
              <a:t>        </a:t>
            </a:r>
            <a:r>
              <a:rPr lang="en-IN" sz="1600" dirty="0" err="1"/>
              <a:t>UserEntity</a:t>
            </a:r>
            <a:r>
              <a:rPr lang="en-IN" sz="1600" dirty="0"/>
              <a:t> </a:t>
            </a:r>
            <a:r>
              <a:rPr lang="en-IN" sz="1600" dirty="0" err="1"/>
              <a:t>userEntity</a:t>
            </a:r>
            <a:r>
              <a:rPr lang="en-IN" sz="1600" dirty="0"/>
              <a:t> = </a:t>
            </a:r>
            <a:r>
              <a:rPr lang="en-IN" sz="1600" dirty="0" err="1"/>
              <a:t>userMapper.toEntity</a:t>
            </a:r>
            <a:r>
              <a:rPr lang="en-IN" sz="1600" dirty="0"/>
              <a:t>(</a:t>
            </a:r>
            <a:r>
              <a:rPr lang="en-IN" sz="1600" dirty="0" err="1"/>
              <a:t>userDTO</a:t>
            </a:r>
            <a:r>
              <a:rPr lang="en-IN" sz="1600" dirty="0"/>
              <a:t>);</a:t>
            </a:r>
          </a:p>
          <a:p>
            <a:pPr marL="0" indent="0">
              <a:buNone/>
            </a:pPr>
            <a:r>
              <a:rPr lang="en-IN" sz="1600" dirty="0"/>
              <a:t>        </a:t>
            </a:r>
            <a:r>
              <a:rPr lang="en-IN" sz="1600" dirty="0" err="1"/>
              <a:t>userRepository.save</a:t>
            </a:r>
            <a:r>
              <a:rPr lang="en-IN" sz="1600" dirty="0"/>
              <a:t>(</a:t>
            </a:r>
            <a:r>
              <a:rPr lang="en-IN" sz="1600" dirty="0" err="1"/>
              <a:t>userEntity</a:t>
            </a:r>
            <a:r>
              <a:rPr lang="en-IN" sz="1600" dirty="0"/>
              <a:t>);</a:t>
            </a:r>
          </a:p>
          <a:p>
            <a:pPr marL="0" indent="0">
              <a:buNone/>
            </a:pPr>
            <a:r>
              <a:rPr lang="en-IN" sz="1600" dirty="0"/>
              <a:t>    }</a:t>
            </a:r>
          </a:p>
          <a:p>
            <a:pPr marL="0" indent="0">
              <a:buNone/>
            </a:pPr>
            <a:r>
              <a:rPr lang="en-IN" sz="1600" dirty="0"/>
              <a:t>}</a:t>
            </a:r>
          </a:p>
          <a:p>
            <a:pPr marL="0" indent="0">
              <a:buNone/>
            </a:pPr>
            <a:endParaRPr lang="en-IN" sz="1600" dirty="0"/>
          </a:p>
        </p:txBody>
      </p:sp>
    </p:spTree>
    <p:extLst>
      <p:ext uri="{BB962C8B-B14F-4D97-AF65-F5344CB8AC3E}">
        <p14:creationId xmlns:p14="http://schemas.microsoft.com/office/powerpoint/2010/main" val="60687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C664-63CA-EFE6-8793-624042535B97}"/>
              </a:ext>
            </a:extLst>
          </p:cNvPr>
          <p:cNvSpPr>
            <a:spLocks noGrp="1"/>
          </p:cNvSpPr>
          <p:nvPr>
            <p:ph type="title"/>
          </p:nvPr>
        </p:nvSpPr>
        <p:spPr/>
        <p:txBody>
          <a:bodyPr>
            <a:normAutofit fontScale="90000"/>
          </a:bodyPr>
          <a:lstStyle/>
          <a:p>
            <a:r>
              <a:rPr lang="en-IN" b="1" dirty="0"/>
              <a:t>Controller (API Layer) with mapper</a:t>
            </a:r>
            <a:br>
              <a:rPr lang="en-IN" b="1" dirty="0"/>
            </a:br>
            <a:br>
              <a:rPr lang="en-IN" dirty="0"/>
            </a:br>
            <a:endParaRPr lang="en-IN" dirty="0"/>
          </a:p>
        </p:txBody>
      </p:sp>
      <p:sp>
        <p:nvSpPr>
          <p:cNvPr id="3" name="Content Placeholder 2">
            <a:extLst>
              <a:ext uri="{FF2B5EF4-FFF2-40B4-BE49-F238E27FC236}">
                <a16:creationId xmlns:a16="http://schemas.microsoft.com/office/drawing/2014/main" id="{0A7D000B-C4A0-691F-80F6-9EA11E0CA1E2}"/>
              </a:ext>
            </a:extLst>
          </p:cNvPr>
          <p:cNvSpPr>
            <a:spLocks noGrp="1"/>
          </p:cNvSpPr>
          <p:nvPr>
            <p:ph sz="half" idx="1"/>
          </p:nvPr>
        </p:nvSpPr>
        <p:spPr/>
        <p:txBody>
          <a:bodyPr>
            <a:normAutofit fontScale="62500" lnSpcReduction="20000"/>
          </a:bodyPr>
          <a:lstStyle/>
          <a:p>
            <a:pPr marL="0" indent="0">
              <a:buNone/>
            </a:pPr>
            <a:r>
              <a:rPr lang="en-US" sz="1800" dirty="0"/>
              <a:t>A Controller handles HTTP requests, calls the Service Layer, and returns responses.</a:t>
            </a:r>
          </a:p>
          <a:p>
            <a:pPr marL="0" indent="0">
              <a:buNone/>
            </a:pPr>
            <a:endParaRPr lang="en-US" sz="1800" dirty="0"/>
          </a:p>
          <a:p>
            <a:pPr marL="0" indent="0">
              <a:buNone/>
            </a:pPr>
            <a:r>
              <a:rPr lang="en-IN" sz="1800" dirty="0"/>
              <a:t>@RestController</a:t>
            </a:r>
          </a:p>
          <a:p>
            <a:pPr marL="0" indent="0">
              <a:buNone/>
            </a:pPr>
            <a:r>
              <a:rPr lang="en-IN" sz="1800" dirty="0"/>
              <a:t>@RequestMapping("/users")</a:t>
            </a:r>
          </a:p>
          <a:p>
            <a:pPr marL="0" indent="0">
              <a:buNone/>
            </a:pPr>
            <a:r>
              <a:rPr lang="en-IN" sz="1800" dirty="0"/>
              <a:t>public class </a:t>
            </a:r>
            <a:r>
              <a:rPr lang="en-IN" sz="1800" dirty="0" err="1"/>
              <a:t>UserController</a:t>
            </a:r>
            <a:r>
              <a:rPr lang="en-IN" sz="1800" dirty="0"/>
              <a:t> {</a:t>
            </a:r>
          </a:p>
          <a:p>
            <a:pPr marL="0" indent="0">
              <a:buNone/>
            </a:pPr>
            <a:r>
              <a:rPr lang="en-IN" sz="1800" dirty="0"/>
              <a:t>    private final </a:t>
            </a:r>
            <a:r>
              <a:rPr lang="en-IN" sz="1800" dirty="0" err="1"/>
              <a:t>UserService</a:t>
            </a:r>
            <a:r>
              <a:rPr lang="en-IN" sz="1800" dirty="0"/>
              <a:t> </a:t>
            </a:r>
            <a:r>
              <a:rPr lang="en-IN" sz="1800" dirty="0" err="1"/>
              <a:t>userService</a:t>
            </a:r>
            <a:r>
              <a:rPr lang="en-IN" sz="1800" dirty="0"/>
              <a:t>;</a:t>
            </a:r>
          </a:p>
          <a:p>
            <a:pPr marL="0" indent="0">
              <a:buNone/>
            </a:pPr>
            <a:endParaRPr lang="en-IN" sz="1800" dirty="0"/>
          </a:p>
          <a:p>
            <a:pPr marL="0" indent="0">
              <a:buNone/>
            </a:pPr>
            <a:r>
              <a:rPr lang="en-IN" sz="1800" dirty="0"/>
              <a:t>    public </a:t>
            </a:r>
            <a:r>
              <a:rPr lang="en-IN" sz="1800" dirty="0" err="1"/>
              <a:t>UserController</a:t>
            </a:r>
            <a:r>
              <a:rPr lang="en-IN" sz="1800" dirty="0"/>
              <a:t>(</a:t>
            </a:r>
            <a:r>
              <a:rPr lang="en-IN" sz="1800" dirty="0" err="1"/>
              <a:t>UserService</a:t>
            </a:r>
            <a:r>
              <a:rPr lang="en-IN" sz="1800" dirty="0"/>
              <a:t> </a:t>
            </a:r>
            <a:r>
              <a:rPr lang="en-IN" sz="1800" dirty="0" err="1"/>
              <a:t>userService</a:t>
            </a:r>
            <a:r>
              <a:rPr lang="en-IN" sz="1800" dirty="0"/>
              <a:t>) {</a:t>
            </a:r>
          </a:p>
          <a:p>
            <a:pPr marL="0" indent="0">
              <a:buNone/>
            </a:pPr>
            <a:r>
              <a:rPr lang="en-IN" sz="1800" dirty="0"/>
              <a:t>        </a:t>
            </a:r>
            <a:r>
              <a:rPr lang="en-IN" sz="1800" dirty="0" err="1"/>
              <a:t>this.userService</a:t>
            </a:r>
            <a:r>
              <a:rPr lang="en-IN" sz="1800" dirty="0"/>
              <a:t> = </a:t>
            </a:r>
            <a:r>
              <a:rPr lang="en-IN" sz="1800" dirty="0" err="1"/>
              <a:t>userService</a:t>
            </a:r>
            <a:r>
              <a:rPr lang="en-IN" sz="1800" dirty="0"/>
              <a:t>;</a:t>
            </a:r>
          </a:p>
          <a:p>
            <a:pPr marL="0" indent="0">
              <a:buNone/>
            </a:pPr>
            <a:r>
              <a:rPr lang="en-IN" sz="1800" dirty="0"/>
              <a:t>    }</a:t>
            </a:r>
          </a:p>
          <a:p>
            <a:pPr marL="0" indent="0">
              <a:buNone/>
            </a:pPr>
            <a:endParaRPr lang="en-IN" sz="1800" dirty="0"/>
          </a:p>
        </p:txBody>
      </p:sp>
      <p:sp>
        <p:nvSpPr>
          <p:cNvPr id="4" name="Content Placeholder 3">
            <a:extLst>
              <a:ext uri="{FF2B5EF4-FFF2-40B4-BE49-F238E27FC236}">
                <a16:creationId xmlns:a16="http://schemas.microsoft.com/office/drawing/2014/main" id="{551E0451-FF07-B661-D3B1-4FDA3F35E8A3}"/>
              </a:ext>
            </a:extLst>
          </p:cNvPr>
          <p:cNvSpPr>
            <a:spLocks noGrp="1"/>
          </p:cNvSpPr>
          <p:nvPr>
            <p:ph sz="half" idx="2"/>
          </p:nvPr>
        </p:nvSpPr>
        <p:spPr>
          <a:xfrm>
            <a:off x="6172200" y="1371600"/>
            <a:ext cx="5181600" cy="4805363"/>
          </a:xfrm>
        </p:spPr>
        <p:txBody>
          <a:bodyPr>
            <a:normAutofit fontScale="62500" lnSpcReduction="20000"/>
          </a:bodyPr>
          <a:lstStyle/>
          <a:p>
            <a:pPr marL="0" indent="0">
              <a:buNone/>
            </a:pPr>
            <a:r>
              <a:rPr lang="en-IN" dirty="0" err="1"/>
              <a:t>GetMapping</a:t>
            </a:r>
            <a:r>
              <a:rPr lang="en-IN" dirty="0"/>
              <a:t>("/{id}")</a:t>
            </a:r>
          </a:p>
          <a:p>
            <a:pPr marL="0" indent="0">
              <a:buNone/>
            </a:pPr>
            <a:r>
              <a:rPr lang="en-IN" dirty="0"/>
              <a:t>    public </a:t>
            </a:r>
            <a:r>
              <a:rPr lang="en-IN" dirty="0" err="1"/>
              <a:t>ResponseEntity</a:t>
            </a:r>
            <a:r>
              <a:rPr lang="en-IN" dirty="0"/>
              <a:t>&lt;</a:t>
            </a:r>
            <a:r>
              <a:rPr lang="en-IN" dirty="0" err="1"/>
              <a:t>UserDTO</a:t>
            </a:r>
            <a:r>
              <a:rPr lang="en-IN" dirty="0"/>
              <a:t>&gt; </a:t>
            </a:r>
            <a:r>
              <a:rPr lang="en-IN" dirty="0" err="1"/>
              <a:t>getUser</a:t>
            </a:r>
            <a:r>
              <a:rPr lang="en-IN" dirty="0"/>
              <a:t>(@PathVariable Long id) {</a:t>
            </a:r>
          </a:p>
          <a:p>
            <a:pPr marL="0" indent="0">
              <a:buNone/>
            </a:pPr>
            <a:r>
              <a:rPr lang="en-IN" dirty="0"/>
              <a:t>        return </a:t>
            </a:r>
            <a:r>
              <a:rPr lang="en-IN" dirty="0" err="1"/>
              <a:t>ResponseEntity.ok</a:t>
            </a:r>
            <a:r>
              <a:rPr lang="en-IN" dirty="0"/>
              <a:t>(</a:t>
            </a:r>
            <a:r>
              <a:rPr lang="en-IN" dirty="0" err="1"/>
              <a:t>userService.getUserById</a:t>
            </a:r>
            <a:r>
              <a:rPr lang="en-IN" dirty="0"/>
              <a:t>(id));</a:t>
            </a:r>
          </a:p>
          <a:p>
            <a:pPr marL="0" indent="0">
              <a:buNone/>
            </a:pPr>
            <a:r>
              <a:rPr lang="en-IN" dirty="0"/>
              <a:t>    }</a:t>
            </a:r>
          </a:p>
          <a:p>
            <a:pPr marL="0" indent="0">
              <a:buNone/>
            </a:pPr>
            <a:endParaRPr lang="en-IN" dirty="0"/>
          </a:p>
          <a:p>
            <a:pPr marL="0" indent="0">
              <a:buNone/>
            </a:pPr>
            <a:r>
              <a:rPr lang="en-IN" dirty="0"/>
              <a:t>    @PostMapping</a:t>
            </a:r>
          </a:p>
          <a:p>
            <a:pPr marL="0" indent="0">
              <a:buNone/>
            </a:pPr>
            <a:r>
              <a:rPr lang="en-IN" dirty="0"/>
              <a:t>    public </a:t>
            </a:r>
            <a:r>
              <a:rPr lang="en-IN" dirty="0" err="1"/>
              <a:t>ResponseEntity</a:t>
            </a:r>
            <a:r>
              <a:rPr lang="en-IN" dirty="0"/>
              <a:t>&lt;String&gt; </a:t>
            </a:r>
            <a:r>
              <a:rPr lang="en-IN" dirty="0" err="1"/>
              <a:t>createUser</a:t>
            </a:r>
            <a:r>
              <a:rPr lang="en-IN" dirty="0"/>
              <a:t>(@RequestBody </a:t>
            </a:r>
            <a:r>
              <a:rPr lang="en-IN" dirty="0" err="1"/>
              <a:t>UserDTO</a:t>
            </a:r>
            <a:r>
              <a:rPr lang="en-IN" dirty="0"/>
              <a:t> </a:t>
            </a:r>
            <a:r>
              <a:rPr lang="en-IN" dirty="0" err="1"/>
              <a:t>userDTO</a:t>
            </a:r>
            <a:r>
              <a:rPr lang="en-IN" dirty="0"/>
              <a:t>) {</a:t>
            </a:r>
          </a:p>
          <a:p>
            <a:pPr marL="0" indent="0">
              <a:buNone/>
            </a:pPr>
            <a:r>
              <a:rPr lang="en-IN" dirty="0"/>
              <a:t>        </a:t>
            </a:r>
            <a:r>
              <a:rPr lang="en-IN" dirty="0" err="1"/>
              <a:t>userService.saveUser</a:t>
            </a:r>
            <a:r>
              <a:rPr lang="en-IN" dirty="0"/>
              <a:t>(</a:t>
            </a:r>
            <a:r>
              <a:rPr lang="en-IN" dirty="0" err="1"/>
              <a:t>userDTO</a:t>
            </a:r>
            <a:r>
              <a:rPr lang="en-IN" dirty="0"/>
              <a:t>);</a:t>
            </a:r>
          </a:p>
          <a:p>
            <a:pPr marL="0" indent="0">
              <a:buNone/>
            </a:pPr>
            <a:r>
              <a:rPr lang="en-IN" dirty="0"/>
              <a:t>        return </a:t>
            </a:r>
            <a:r>
              <a:rPr lang="en-IN" dirty="0" err="1"/>
              <a:t>ResponseEntity.status</a:t>
            </a:r>
            <a:r>
              <a:rPr lang="en-IN" dirty="0"/>
              <a:t>(</a:t>
            </a:r>
            <a:r>
              <a:rPr lang="en-IN" dirty="0" err="1"/>
              <a:t>HttpStatus.CREATED</a:t>
            </a:r>
            <a:r>
              <a:rPr lang="en-IN" dirty="0"/>
              <a:t>).body("User created");</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662698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989F7-1ED1-4E04-4DE3-BFE120AF6FB2}"/>
              </a:ext>
            </a:extLst>
          </p:cNvPr>
          <p:cNvSpPr>
            <a:spLocks noGrp="1"/>
          </p:cNvSpPr>
          <p:nvPr>
            <p:ph type="title"/>
          </p:nvPr>
        </p:nvSpPr>
        <p:spPr/>
        <p:txBody>
          <a:bodyPr/>
          <a:lstStyle/>
          <a:p>
            <a:r>
              <a:rPr lang="en-US" dirty="0"/>
              <a:t>DTO </a:t>
            </a:r>
            <a:r>
              <a:rPr lang="en-US"/>
              <a:t>with layers</a:t>
            </a:r>
            <a:endParaRPr lang="en-IN" dirty="0"/>
          </a:p>
        </p:txBody>
      </p:sp>
      <p:pic>
        <p:nvPicPr>
          <p:cNvPr id="4098" name="Picture 2">
            <a:extLst>
              <a:ext uri="{FF2B5EF4-FFF2-40B4-BE49-F238E27FC236}">
                <a16:creationId xmlns:a16="http://schemas.microsoft.com/office/drawing/2014/main" id="{7E8C681B-9D86-F4A3-5023-F47AE6747B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2785" y="0"/>
            <a:ext cx="52339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69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D9C08-2114-9D61-F83E-1EE95476C220}"/>
              </a:ext>
            </a:extLst>
          </p:cNvPr>
          <p:cNvSpPr>
            <a:spLocks noGrp="1"/>
          </p:cNvSpPr>
          <p:nvPr>
            <p:ph type="title"/>
          </p:nvPr>
        </p:nvSpPr>
        <p:spPr/>
        <p:txBody>
          <a:bodyPr>
            <a:normAutofit fontScale="90000"/>
          </a:bodyPr>
          <a:lstStyle/>
          <a:p>
            <a:r>
              <a:rPr lang="en-IN" dirty="0"/>
              <a:t>@ElementCollection</a:t>
            </a:r>
            <a:br>
              <a:rPr lang="en-IN" dirty="0"/>
            </a:br>
            <a:br>
              <a:rPr lang="en-IN" dirty="0"/>
            </a:br>
            <a:endParaRPr lang="en-IN" dirty="0"/>
          </a:p>
        </p:txBody>
      </p:sp>
      <p:sp>
        <p:nvSpPr>
          <p:cNvPr id="5" name="Content Placeholder 4">
            <a:extLst>
              <a:ext uri="{FF2B5EF4-FFF2-40B4-BE49-F238E27FC236}">
                <a16:creationId xmlns:a16="http://schemas.microsoft.com/office/drawing/2014/main" id="{64F9E94D-FCF6-4E60-E9EB-0537D08BB695}"/>
              </a:ext>
            </a:extLst>
          </p:cNvPr>
          <p:cNvSpPr>
            <a:spLocks noGrp="1"/>
          </p:cNvSpPr>
          <p:nvPr>
            <p:ph idx="1"/>
          </p:nvPr>
        </p:nvSpPr>
        <p:spPr/>
        <p:txBody>
          <a:bodyPr>
            <a:normAutofit fontScale="92500"/>
          </a:bodyPr>
          <a:lstStyle/>
          <a:p>
            <a:r>
              <a:rPr lang="en-US" dirty="0"/>
              <a:t>@ElementCollection is a Java Persistence API (JPA) annotation used to map a collection of non-entity objects to a separate database table. </a:t>
            </a:r>
          </a:p>
          <a:p>
            <a:r>
              <a:rPr lang="en-US" dirty="0"/>
              <a:t>The non-entity objects can be either basic types (like Strings or Integers) or objects marked with the @Embeddable annotation. </a:t>
            </a:r>
          </a:p>
          <a:p>
            <a:r>
              <a:rPr lang="en-US" dirty="0"/>
              <a:t>The key characteristic of an @ElementCollection is that the lifecycle of the elements is entirely dependent on the owning entity. </a:t>
            </a:r>
          </a:p>
          <a:p>
            <a:r>
              <a:rPr lang="en-US" dirty="0"/>
              <a:t>When the parent entity is saved, its element collection is also saved. When the parent is deleted, all the associated elements are deleted as well. The elements do not have an independent identity and cannot be queried on their own. </a:t>
            </a:r>
          </a:p>
          <a:p>
            <a:endParaRPr lang="en-IN" dirty="0"/>
          </a:p>
        </p:txBody>
      </p:sp>
    </p:spTree>
    <p:extLst>
      <p:ext uri="{BB962C8B-B14F-4D97-AF65-F5344CB8AC3E}">
        <p14:creationId xmlns:p14="http://schemas.microsoft.com/office/powerpoint/2010/main" val="4185204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0FCE-18EC-BE6C-E1DD-A93D6AEC7A20}"/>
              </a:ext>
            </a:extLst>
          </p:cNvPr>
          <p:cNvSpPr>
            <a:spLocks noGrp="1"/>
          </p:cNvSpPr>
          <p:nvPr>
            <p:ph type="title"/>
          </p:nvPr>
        </p:nvSpPr>
        <p:spPr/>
        <p:txBody>
          <a:bodyPr/>
          <a:lstStyle/>
          <a:p>
            <a:r>
              <a:rPr lang="en-IN" dirty="0"/>
              <a:t>How it works</a:t>
            </a:r>
            <a:br>
              <a:rPr lang="en-IN" dirty="0"/>
            </a:br>
            <a:endParaRPr lang="en-IN" dirty="0"/>
          </a:p>
        </p:txBody>
      </p:sp>
      <p:sp>
        <p:nvSpPr>
          <p:cNvPr id="3" name="Content Placeholder 2">
            <a:extLst>
              <a:ext uri="{FF2B5EF4-FFF2-40B4-BE49-F238E27FC236}">
                <a16:creationId xmlns:a16="http://schemas.microsoft.com/office/drawing/2014/main" id="{DB37B90D-3837-F8BA-0977-E0BCDB81FACB}"/>
              </a:ext>
            </a:extLst>
          </p:cNvPr>
          <p:cNvSpPr>
            <a:spLocks noGrp="1"/>
          </p:cNvSpPr>
          <p:nvPr>
            <p:ph idx="1"/>
          </p:nvPr>
        </p:nvSpPr>
        <p:spPr/>
        <p:txBody>
          <a:bodyPr/>
          <a:lstStyle/>
          <a:p>
            <a:r>
              <a:rPr lang="en-US" dirty="0"/>
              <a:t>A separate table is created: A new table is automatically generated to store the collection elements. </a:t>
            </a:r>
          </a:p>
          <a:p>
            <a:pPr lvl="1"/>
            <a:r>
              <a:rPr lang="en-US" dirty="0"/>
              <a:t>This table holds the element data and a foreign key referencing the primary key of the owning entity.</a:t>
            </a:r>
          </a:p>
          <a:p>
            <a:r>
              <a:rPr lang="en-US" dirty="0"/>
              <a:t>Owning entity manages lifecycle: JPA handles all the persistence operations for the elements. </a:t>
            </a:r>
          </a:p>
          <a:p>
            <a:pPr lvl="1"/>
            <a:r>
              <a:rPr lang="en-US" dirty="0"/>
              <a:t>You simply manage the collection field in your entity, and the persistence provider takes care of the database interactions. </a:t>
            </a:r>
          </a:p>
          <a:p>
            <a:endParaRPr lang="en-IN" dirty="0"/>
          </a:p>
        </p:txBody>
      </p:sp>
    </p:spTree>
    <p:extLst>
      <p:ext uri="{BB962C8B-B14F-4D97-AF65-F5344CB8AC3E}">
        <p14:creationId xmlns:p14="http://schemas.microsoft.com/office/powerpoint/2010/main" val="70376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1562-D5A4-FFE1-AC05-30E126B9DFBF}"/>
              </a:ext>
            </a:extLst>
          </p:cNvPr>
          <p:cNvSpPr>
            <a:spLocks noGrp="1"/>
          </p:cNvSpPr>
          <p:nvPr>
            <p:ph type="title"/>
          </p:nvPr>
        </p:nvSpPr>
        <p:spPr/>
        <p:txBody>
          <a:bodyPr/>
          <a:lstStyle/>
          <a:p>
            <a:r>
              <a:rPr lang="en-IN" dirty="0"/>
              <a:t>@ElementCollection vs. @OneToMany</a:t>
            </a:r>
            <a:br>
              <a:rPr lang="en-IN" dirty="0"/>
            </a:br>
            <a:endParaRPr lang="en-IN" dirty="0"/>
          </a:p>
        </p:txBody>
      </p:sp>
      <p:pic>
        <p:nvPicPr>
          <p:cNvPr id="11" name="Picture 10">
            <a:extLst>
              <a:ext uri="{FF2B5EF4-FFF2-40B4-BE49-F238E27FC236}">
                <a16:creationId xmlns:a16="http://schemas.microsoft.com/office/drawing/2014/main" id="{A64342E0-0FC0-CEB4-5EF9-A4C156FCE57E}"/>
              </a:ext>
            </a:extLst>
          </p:cNvPr>
          <p:cNvPicPr>
            <a:picLocks noChangeAspect="1"/>
          </p:cNvPicPr>
          <p:nvPr/>
        </p:nvPicPr>
        <p:blipFill>
          <a:blip r:embed="rId2"/>
          <a:stretch>
            <a:fillRect/>
          </a:stretch>
        </p:blipFill>
        <p:spPr>
          <a:xfrm>
            <a:off x="645001" y="0"/>
            <a:ext cx="9421540" cy="6211167"/>
          </a:xfrm>
          <a:prstGeom prst="rect">
            <a:avLst/>
          </a:prstGeom>
        </p:spPr>
      </p:pic>
    </p:spTree>
    <p:extLst>
      <p:ext uri="{BB962C8B-B14F-4D97-AF65-F5344CB8AC3E}">
        <p14:creationId xmlns:p14="http://schemas.microsoft.com/office/powerpoint/2010/main" val="2252924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BBE2-11F7-56C9-2BF0-31B58AE4A86C}"/>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06D6D0F6-BB11-55DD-5118-E668AEDB0DEF}"/>
              </a:ext>
            </a:extLst>
          </p:cNvPr>
          <p:cNvSpPr>
            <a:spLocks noGrp="1"/>
          </p:cNvSpPr>
          <p:nvPr>
            <p:ph sz="half" idx="1"/>
          </p:nvPr>
        </p:nvSpPr>
        <p:spPr/>
        <p:txBody>
          <a:bodyPr>
            <a:normAutofit fontScale="55000" lnSpcReduction="20000"/>
          </a:bodyPr>
          <a:lstStyle/>
          <a:p>
            <a:pPr marL="0" indent="0">
              <a:buNone/>
            </a:pPr>
            <a:r>
              <a:rPr lang="en-IN" dirty="0"/>
              <a:t>@Entity</a:t>
            </a:r>
          </a:p>
          <a:p>
            <a:pPr marL="0" indent="0">
              <a:buNone/>
            </a:pPr>
            <a:r>
              <a:rPr lang="en-IN" dirty="0"/>
              <a:t>public class User {</a:t>
            </a:r>
          </a:p>
          <a:p>
            <a:pPr marL="0" indent="0">
              <a:buNone/>
            </a:pPr>
            <a:endParaRPr lang="en-IN" dirty="0"/>
          </a:p>
          <a:p>
            <a:pPr marL="0" indent="0">
              <a:buNone/>
            </a:pPr>
            <a:r>
              <a:rPr lang="en-IN" dirty="0"/>
              <a:t>    @Id</a:t>
            </a:r>
          </a:p>
          <a:p>
            <a:pPr marL="0" indent="0">
              <a:buNone/>
            </a:pPr>
            <a:r>
              <a:rPr lang="en-IN" dirty="0"/>
              <a:t>    @GeneratedValue(strategy = </a:t>
            </a:r>
            <a:r>
              <a:rPr lang="en-IN" dirty="0" err="1"/>
              <a:t>GenerationType.IDENTITY</a:t>
            </a:r>
            <a:r>
              <a:rPr lang="en-IN" dirty="0"/>
              <a:t>)</a:t>
            </a:r>
          </a:p>
          <a:p>
            <a:pPr marL="0" indent="0">
              <a:buNone/>
            </a:pPr>
            <a:r>
              <a:rPr lang="en-IN" dirty="0"/>
              <a:t>    private Long id;</a:t>
            </a:r>
          </a:p>
          <a:p>
            <a:pPr marL="0" indent="0">
              <a:buNone/>
            </a:pPr>
            <a:endParaRPr lang="en-IN" dirty="0"/>
          </a:p>
          <a:p>
            <a:pPr marL="0" indent="0">
              <a:buNone/>
            </a:pPr>
            <a:r>
              <a:rPr lang="en-IN" dirty="0"/>
              <a:t>    private String username;</a:t>
            </a:r>
          </a:p>
          <a:p>
            <a:pPr marL="0" indent="0">
              <a:buNone/>
            </a:pPr>
            <a:endParaRPr lang="en-IN" dirty="0"/>
          </a:p>
          <a:p>
            <a:pPr marL="0" indent="0">
              <a:buNone/>
            </a:pPr>
            <a:r>
              <a:rPr lang="en-IN" dirty="0"/>
              <a:t>    @ElementCollection</a:t>
            </a:r>
          </a:p>
          <a:p>
            <a:pPr marL="0" indent="0">
              <a:buNone/>
            </a:pPr>
            <a:r>
              <a:rPr lang="en-IN" dirty="0"/>
              <a:t>    @CollectionTable(name = "</a:t>
            </a:r>
            <a:r>
              <a:rPr lang="en-IN" dirty="0" err="1"/>
              <a:t>user_addresses</a:t>
            </a:r>
            <a:r>
              <a:rPr lang="en-IN" dirty="0"/>
              <a:t>", </a:t>
            </a:r>
            <a:r>
              <a:rPr lang="en-IN" dirty="0" err="1"/>
              <a:t>joinColumns</a:t>
            </a:r>
            <a:r>
              <a:rPr lang="en-IN" dirty="0"/>
              <a:t> = @JoinColumn(name = "</a:t>
            </a:r>
            <a:r>
              <a:rPr lang="en-IN" dirty="0" err="1"/>
              <a:t>user_id</a:t>
            </a:r>
            <a:r>
              <a:rPr lang="en-IN" dirty="0"/>
              <a:t>"))</a:t>
            </a:r>
          </a:p>
          <a:p>
            <a:pPr marL="0" indent="0">
              <a:buNone/>
            </a:pPr>
            <a:r>
              <a:rPr lang="en-IN" dirty="0"/>
              <a:t>    private Set&lt;Address&gt; addresses = new HashSet&lt;&gt;();</a:t>
            </a:r>
            <a:br>
              <a:rPr lang="en-IN" dirty="0"/>
            </a:br>
            <a:r>
              <a:rPr lang="en-IN" i="1" dirty="0"/>
              <a:t>// Getters and setters</a:t>
            </a:r>
            <a:br>
              <a:rPr lang="en-IN" dirty="0"/>
            </a:br>
            <a:endParaRPr lang="en-IN" dirty="0"/>
          </a:p>
          <a:p>
            <a:pPr marL="0" indent="0">
              <a:buNone/>
            </a:pPr>
            <a:r>
              <a:rPr lang="en-IN" dirty="0"/>
              <a:t>}</a:t>
            </a:r>
          </a:p>
        </p:txBody>
      </p:sp>
      <p:sp>
        <p:nvSpPr>
          <p:cNvPr id="4" name="Content Placeholder 3">
            <a:extLst>
              <a:ext uri="{FF2B5EF4-FFF2-40B4-BE49-F238E27FC236}">
                <a16:creationId xmlns:a16="http://schemas.microsoft.com/office/drawing/2014/main" id="{056C45AB-B0DE-4711-8C4E-6476EE5AD4F3}"/>
              </a:ext>
            </a:extLst>
          </p:cNvPr>
          <p:cNvSpPr>
            <a:spLocks noGrp="1"/>
          </p:cNvSpPr>
          <p:nvPr>
            <p:ph sz="half" idx="2"/>
          </p:nvPr>
        </p:nvSpPr>
        <p:spPr/>
        <p:txBody>
          <a:bodyPr>
            <a:normAutofit fontScale="55000" lnSpcReduction="20000"/>
          </a:bodyPr>
          <a:lstStyle/>
          <a:p>
            <a:pPr marL="0" indent="0">
              <a:buNone/>
            </a:pPr>
            <a:r>
              <a:rPr lang="en-IN" dirty="0"/>
              <a:t>@Embeddable</a:t>
            </a:r>
          </a:p>
          <a:p>
            <a:pPr marL="0" indent="0">
              <a:buNone/>
            </a:pPr>
            <a:r>
              <a:rPr lang="en-IN" dirty="0"/>
              <a:t>class Address {</a:t>
            </a:r>
          </a:p>
          <a:p>
            <a:pPr marL="0" indent="0">
              <a:buNone/>
            </a:pPr>
            <a:endParaRPr lang="en-IN" dirty="0"/>
          </a:p>
          <a:p>
            <a:pPr marL="0" indent="0">
              <a:buNone/>
            </a:pPr>
            <a:r>
              <a:rPr lang="en-IN" dirty="0"/>
              <a:t>    private String street;</a:t>
            </a:r>
          </a:p>
          <a:p>
            <a:pPr marL="0" indent="0">
              <a:buNone/>
            </a:pPr>
            <a:r>
              <a:rPr lang="en-IN" dirty="0"/>
              <a:t>    private String city;</a:t>
            </a:r>
          </a:p>
          <a:p>
            <a:pPr marL="0" indent="0">
              <a:buNone/>
            </a:pPr>
            <a:r>
              <a:rPr lang="en-IN" dirty="0"/>
              <a:t>    private String </a:t>
            </a:r>
            <a:r>
              <a:rPr lang="en-IN" dirty="0" err="1"/>
              <a:t>zipcode</a:t>
            </a:r>
            <a:r>
              <a:rPr lang="en-IN" dirty="0"/>
              <a:t>;</a:t>
            </a:r>
          </a:p>
          <a:p>
            <a:pPr marL="0" indent="0">
              <a:buNone/>
            </a:pPr>
            <a:endParaRPr lang="en-IN" dirty="0"/>
          </a:p>
          <a:p>
            <a:pPr marL="0" indent="0">
              <a:buNone/>
            </a:pPr>
            <a:r>
              <a:rPr lang="en-IN" dirty="0"/>
              <a:t>    // Getters and setters</a:t>
            </a:r>
          </a:p>
          <a:p>
            <a:pPr marL="0" indent="0">
              <a:buNone/>
            </a:pPr>
            <a:r>
              <a:rPr lang="en-IN" dirty="0"/>
              <a:t>}</a:t>
            </a:r>
          </a:p>
        </p:txBody>
      </p:sp>
    </p:spTree>
    <p:extLst>
      <p:ext uri="{BB962C8B-B14F-4D97-AF65-F5344CB8AC3E}">
        <p14:creationId xmlns:p14="http://schemas.microsoft.com/office/powerpoint/2010/main" val="1721429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DF4F9-9D3D-37C9-0A39-B8A3C6D37C15}"/>
              </a:ext>
            </a:extLst>
          </p:cNvPr>
          <p:cNvSpPr>
            <a:spLocks noGrp="1"/>
          </p:cNvSpPr>
          <p:nvPr>
            <p:ph type="title"/>
          </p:nvPr>
        </p:nvSpPr>
        <p:spPr>
          <a:xfrm>
            <a:off x="762000" y="18255"/>
            <a:ext cx="10515600" cy="1325563"/>
          </a:xfrm>
        </p:spPr>
        <p:txBody>
          <a:bodyPr/>
          <a:lstStyle/>
          <a:p>
            <a:r>
              <a:rPr lang="en-US" dirty="0"/>
              <a:t>@Embeddable</a:t>
            </a:r>
            <a:endParaRPr lang="en-IN" dirty="0"/>
          </a:p>
        </p:txBody>
      </p:sp>
      <p:sp>
        <p:nvSpPr>
          <p:cNvPr id="3" name="Content Placeholder 2">
            <a:extLst>
              <a:ext uri="{FF2B5EF4-FFF2-40B4-BE49-F238E27FC236}">
                <a16:creationId xmlns:a16="http://schemas.microsoft.com/office/drawing/2014/main" id="{88354363-6E07-B8D8-6210-FCA61C6F2B2A}"/>
              </a:ext>
            </a:extLst>
          </p:cNvPr>
          <p:cNvSpPr>
            <a:spLocks noGrp="1"/>
          </p:cNvSpPr>
          <p:nvPr>
            <p:ph sz="half" idx="1"/>
          </p:nvPr>
        </p:nvSpPr>
        <p:spPr>
          <a:xfrm>
            <a:off x="838200" y="1463040"/>
            <a:ext cx="5181600" cy="5230367"/>
          </a:xfrm>
        </p:spPr>
        <p:txBody>
          <a:bodyPr>
            <a:normAutofit fontScale="92500" lnSpcReduction="20000"/>
          </a:bodyPr>
          <a:lstStyle/>
          <a:p>
            <a:r>
              <a:rPr lang="en-US" dirty="0"/>
              <a:t> This annotation in JPA is used to designate a class whose instances can be embedded within other entity classes. </a:t>
            </a:r>
          </a:p>
          <a:p>
            <a:r>
              <a:rPr lang="en-US" dirty="0"/>
              <a:t>It allows for the grouping of related fields into a reusable class without requiring a separate database table for that </a:t>
            </a:r>
            <a:r>
              <a:rPr lang="en-US" dirty="0" err="1"/>
              <a:t>clas</a:t>
            </a:r>
            <a:endParaRPr lang="en-US" dirty="0"/>
          </a:p>
          <a:p>
            <a:r>
              <a:rPr lang="en-US" dirty="0"/>
              <a:t>An example involves an Address class marked with @Embeddable and an Employee entity that uses @Embedded on its Address field, resulting in the Address's street, city, and zip code columns being directly inserted into the employee table in the database. </a:t>
            </a:r>
            <a:endParaRPr lang="en-IN" dirty="0"/>
          </a:p>
        </p:txBody>
      </p:sp>
      <p:sp>
        <p:nvSpPr>
          <p:cNvPr id="4" name="Content Placeholder 3">
            <a:extLst>
              <a:ext uri="{FF2B5EF4-FFF2-40B4-BE49-F238E27FC236}">
                <a16:creationId xmlns:a16="http://schemas.microsoft.com/office/drawing/2014/main" id="{8AF01A57-48A4-CDBF-804D-695D2598C30D}"/>
              </a:ext>
            </a:extLst>
          </p:cNvPr>
          <p:cNvSpPr>
            <a:spLocks noGrp="1"/>
          </p:cNvSpPr>
          <p:nvPr>
            <p:ph sz="half" idx="2"/>
          </p:nvPr>
        </p:nvSpPr>
        <p:spPr/>
        <p:txBody>
          <a:bodyPr>
            <a:normAutofit fontScale="92500" lnSpcReduction="20000"/>
          </a:bodyPr>
          <a:lstStyle/>
          <a:p>
            <a:endParaRPr lang="en-IN"/>
          </a:p>
        </p:txBody>
      </p:sp>
    </p:spTree>
    <p:extLst>
      <p:ext uri="{BB962C8B-B14F-4D97-AF65-F5344CB8AC3E}">
        <p14:creationId xmlns:p14="http://schemas.microsoft.com/office/powerpoint/2010/main" val="1458038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07DFE0-904C-827F-D51A-989B02436571}"/>
              </a:ext>
            </a:extLst>
          </p:cNvPr>
          <p:cNvSpPr>
            <a:spLocks noGrp="1"/>
          </p:cNvSpPr>
          <p:nvPr>
            <p:ph type="title"/>
          </p:nvPr>
        </p:nvSpPr>
        <p:spPr/>
        <p:txBody>
          <a:bodyPr/>
          <a:lstStyle/>
          <a:p>
            <a:r>
              <a:rPr lang="en-IN" dirty="0"/>
              <a:t>Key characteristics of @Embeddable:</a:t>
            </a:r>
            <a:br>
              <a:rPr lang="en-IN" dirty="0"/>
            </a:br>
            <a:endParaRPr lang="en-IN" dirty="0"/>
          </a:p>
        </p:txBody>
      </p:sp>
      <p:sp>
        <p:nvSpPr>
          <p:cNvPr id="6" name="Content Placeholder 5">
            <a:extLst>
              <a:ext uri="{FF2B5EF4-FFF2-40B4-BE49-F238E27FC236}">
                <a16:creationId xmlns:a16="http://schemas.microsoft.com/office/drawing/2014/main" id="{EC31C48C-84BA-2E9E-A2F6-FEF78ECE5E14}"/>
              </a:ext>
            </a:extLst>
          </p:cNvPr>
          <p:cNvSpPr>
            <a:spLocks noGrp="1"/>
          </p:cNvSpPr>
          <p:nvPr>
            <p:ph idx="1"/>
          </p:nvPr>
        </p:nvSpPr>
        <p:spPr/>
        <p:txBody>
          <a:bodyPr>
            <a:normAutofit fontScale="92500" lnSpcReduction="20000"/>
          </a:bodyPr>
          <a:lstStyle/>
          <a:p>
            <a:r>
              <a:rPr lang="en-US" dirty="0"/>
              <a:t>No separate table: A class marked with @Embeddable does not correspond to its own table in the database. Instead, its fields are directly mapped to columns within the table of the entity that embeds it.</a:t>
            </a:r>
          </a:p>
          <a:p>
            <a:r>
              <a:rPr lang="en-US" dirty="0"/>
              <a:t>Encapsulation and reuse: It promotes a cleaner object-oriented design by allowing common fields, such as an address or contact information, to be encapsulated in a single class and reused across multiple entities.</a:t>
            </a:r>
          </a:p>
          <a:p>
            <a:r>
              <a:rPr lang="en-US" dirty="0"/>
              <a:t>Value type: Embeddable classes are treated as value types, meaning their lifecycle is dependent on the owning entity.</a:t>
            </a:r>
          </a:p>
          <a:p>
            <a:r>
              <a:rPr lang="en-US" dirty="0"/>
              <a:t>Usage with @Embedded: To actually embed an @Embeddable class within an entity, the field in the entity that holds an instance of the embeddable class must be annotated with @Embedded.</a:t>
            </a:r>
          </a:p>
          <a:p>
            <a:endParaRPr lang="en-IN" dirty="0"/>
          </a:p>
        </p:txBody>
      </p:sp>
    </p:spTree>
    <p:extLst>
      <p:ext uri="{BB962C8B-B14F-4D97-AF65-F5344CB8AC3E}">
        <p14:creationId xmlns:p14="http://schemas.microsoft.com/office/powerpoint/2010/main" val="2612665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74404-1A37-DFC0-F64C-CC814B1C25A7}"/>
              </a:ext>
            </a:extLst>
          </p:cNvPr>
          <p:cNvSpPr>
            <a:spLocks noGrp="1"/>
          </p:cNvSpPr>
          <p:nvPr>
            <p:ph type="title"/>
          </p:nvPr>
        </p:nvSpPr>
        <p:spPr/>
        <p:txBody>
          <a:bodyPr/>
          <a:lstStyle/>
          <a:p>
            <a:r>
              <a:rPr lang="en-US" dirty="0"/>
              <a:t>Example</a:t>
            </a:r>
            <a:endParaRPr lang="en-IN" dirty="0"/>
          </a:p>
        </p:txBody>
      </p:sp>
      <p:sp>
        <p:nvSpPr>
          <p:cNvPr id="5" name="Content Placeholder 4">
            <a:extLst>
              <a:ext uri="{FF2B5EF4-FFF2-40B4-BE49-F238E27FC236}">
                <a16:creationId xmlns:a16="http://schemas.microsoft.com/office/drawing/2014/main" id="{AA219C43-C04E-B8A0-0C21-4878FBD72191}"/>
              </a:ext>
            </a:extLst>
          </p:cNvPr>
          <p:cNvSpPr>
            <a:spLocks noGrp="1"/>
          </p:cNvSpPr>
          <p:nvPr>
            <p:ph sz="half" idx="1"/>
          </p:nvPr>
        </p:nvSpPr>
        <p:spPr>
          <a:xfrm>
            <a:off x="838200" y="1825625"/>
            <a:ext cx="5181600" cy="3127375"/>
          </a:xfrm>
        </p:spPr>
        <p:txBody>
          <a:bodyPr>
            <a:normAutofit fontScale="85000" lnSpcReduction="20000"/>
          </a:bodyPr>
          <a:lstStyle/>
          <a:p>
            <a:pPr marL="0" indent="0">
              <a:buNone/>
            </a:pPr>
            <a:r>
              <a:rPr lang="en-IN" dirty="0"/>
              <a:t>@Embeddable</a:t>
            </a:r>
          </a:p>
          <a:p>
            <a:pPr marL="0" indent="0">
              <a:buNone/>
            </a:pPr>
            <a:r>
              <a:rPr lang="en-IN" dirty="0"/>
              <a:t>public class Address {</a:t>
            </a:r>
          </a:p>
          <a:p>
            <a:pPr marL="0" indent="0">
              <a:buNone/>
            </a:pPr>
            <a:r>
              <a:rPr lang="en-IN" dirty="0"/>
              <a:t>    private String street;</a:t>
            </a:r>
          </a:p>
          <a:p>
            <a:pPr marL="0" indent="0">
              <a:buNone/>
            </a:pPr>
            <a:r>
              <a:rPr lang="en-IN" dirty="0"/>
              <a:t>    private String city;</a:t>
            </a:r>
          </a:p>
          <a:p>
            <a:pPr marL="0" indent="0">
              <a:buNone/>
            </a:pPr>
            <a:r>
              <a:rPr lang="en-IN" dirty="0"/>
              <a:t>    private String </a:t>
            </a:r>
            <a:r>
              <a:rPr lang="en-IN" dirty="0" err="1"/>
              <a:t>postalCode</a:t>
            </a:r>
            <a:r>
              <a:rPr lang="en-IN" dirty="0"/>
              <a:t>;</a:t>
            </a:r>
          </a:p>
          <a:p>
            <a:pPr marL="0" indent="0">
              <a:buNone/>
            </a:pPr>
            <a:endParaRPr lang="en-IN" dirty="0"/>
          </a:p>
          <a:p>
            <a:pPr marL="0" indent="0">
              <a:buNone/>
            </a:pPr>
            <a:r>
              <a:rPr lang="en-IN" dirty="0"/>
              <a:t>    // Getters and Setters</a:t>
            </a:r>
          </a:p>
          <a:p>
            <a:pPr marL="0" indent="0">
              <a:buNone/>
            </a:pPr>
            <a:r>
              <a:rPr lang="en-IN" dirty="0"/>
              <a:t>}</a:t>
            </a:r>
          </a:p>
          <a:p>
            <a:pPr marL="0" indent="0">
              <a:buNone/>
            </a:pPr>
            <a:endParaRPr lang="en-IN" dirty="0"/>
          </a:p>
        </p:txBody>
      </p:sp>
      <p:sp>
        <p:nvSpPr>
          <p:cNvPr id="6" name="Content Placeholder 5">
            <a:extLst>
              <a:ext uri="{FF2B5EF4-FFF2-40B4-BE49-F238E27FC236}">
                <a16:creationId xmlns:a16="http://schemas.microsoft.com/office/drawing/2014/main" id="{CBEBBC03-045D-02F7-9F92-E814CF834CF9}"/>
              </a:ext>
            </a:extLst>
          </p:cNvPr>
          <p:cNvSpPr>
            <a:spLocks noGrp="1"/>
          </p:cNvSpPr>
          <p:nvPr>
            <p:ph sz="half" idx="2"/>
          </p:nvPr>
        </p:nvSpPr>
        <p:spPr>
          <a:xfrm>
            <a:off x="6096000" y="365125"/>
            <a:ext cx="5181600" cy="4351338"/>
          </a:xfrm>
        </p:spPr>
        <p:txBody>
          <a:bodyPr>
            <a:normAutofit fontScale="85000" lnSpcReduction="20000"/>
          </a:bodyPr>
          <a:lstStyle/>
          <a:p>
            <a:pPr marL="0" indent="0">
              <a:buNone/>
            </a:pPr>
            <a:r>
              <a:rPr lang="en-US" dirty="0"/>
              <a:t>@Entity</a:t>
            </a:r>
          </a:p>
          <a:p>
            <a:pPr marL="0" indent="0">
              <a:buNone/>
            </a:pPr>
            <a:r>
              <a:rPr lang="en-US" dirty="0"/>
              <a:t>public class Employee {</a:t>
            </a:r>
          </a:p>
          <a:p>
            <a:pPr marL="0" indent="0">
              <a:buNone/>
            </a:pPr>
            <a:r>
              <a:rPr lang="en-US" dirty="0"/>
              <a:t>    @Id</a:t>
            </a:r>
          </a:p>
          <a:p>
            <a:pPr marL="0" indent="0">
              <a:buNone/>
            </a:pPr>
            <a:r>
              <a:rPr lang="en-US" dirty="0"/>
              <a:t>    private Long id;</a:t>
            </a:r>
          </a:p>
          <a:p>
            <a:pPr marL="0" indent="0">
              <a:buNone/>
            </a:pPr>
            <a:r>
              <a:rPr lang="en-US" dirty="0"/>
              <a:t>    private String name;</a:t>
            </a:r>
          </a:p>
          <a:p>
            <a:pPr marL="0" indent="0">
              <a:buNone/>
            </a:pPr>
            <a:endParaRPr lang="en-US" dirty="0"/>
          </a:p>
          <a:p>
            <a:pPr marL="0" indent="0">
              <a:buNone/>
            </a:pPr>
            <a:r>
              <a:rPr lang="en-US" dirty="0"/>
              <a:t>    @Embedded</a:t>
            </a:r>
          </a:p>
          <a:p>
            <a:pPr marL="0" indent="0">
              <a:buNone/>
            </a:pPr>
            <a:r>
              <a:rPr lang="en-US" dirty="0"/>
              <a:t>    private Address </a:t>
            </a:r>
            <a:r>
              <a:rPr lang="en-US" dirty="0" err="1"/>
              <a:t>address</a:t>
            </a:r>
            <a:r>
              <a:rPr lang="en-US" dirty="0"/>
              <a:t>;</a:t>
            </a:r>
          </a:p>
          <a:p>
            <a:pPr marL="0" indent="0">
              <a:buNone/>
            </a:pPr>
            <a:endParaRPr lang="en-US" dirty="0"/>
          </a:p>
          <a:p>
            <a:pPr marL="0" indent="0">
              <a:buNone/>
            </a:pPr>
            <a:r>
              <a:rPr lang="en-US" dirty="0"/>
              <a:t>    // Getters and Setters</a:t>
            </a:r>
          </a:p>
          <a:p>
            <a:pPr marL="0" indent="0">
              <a:buNone/>
            </a:pPr>
            <a:r>
              <a:rPr lang="en-US" dirty="0"/>
              <a:t>}</a:t>
            </a:r>
          </a:p>
          <a:p>
            <a:pPr marL="0" indent="0">
              <a:buNone/>
            </a:pPr>
            <a:endParaRPr lang="en-IN" dirty="0"/>
          </a:p>
        </p:txBody>
      </p:sp>
      <p:sp>
        <p:nvSpPr>
          <p:cNvPr id="7" name="TextBox 6">
            <a:extLst>
              <a:ext uri="{FF2B5EF4-FFF2-40B4-BE49-F238E27FC236}">
                <a16:creationId xmlns:a16="http://schemas.microsoft.com/office/drawing/2014/main" id="{B8736F7E-7481-8816-EF26-B898B526A99B}"/>
              </a:ext>
            </a:extLst>
          </p:cNvPr>
          <p:cNvSpPr txBox="1"/>
          <p:nvPr/>
        </p:nvSpPr>
        <p:spPr>
          <a:xfrm>
            <a:off x="348342" y="4865002"/>
            <a:ext cx="10622588" cy="923330"/>
          </a:xfrm>
          <a:prstGeom prst="rect">
            <a:avLst/>
          </a:prstGeom>
          <a:noFill/>
        </p:spPr>
        <p:txBody>
          <a:bodyPr wrap="none" rtlCol="0">
            <a:spAutoFit/>
          </a:bodyPr>
          <a:lstStyle/>
          <a:p>
            <a:r>
              <a:rPr lang="en-US" dirty="0"/>
              <a:t> the street, city, and </a:t>
            </a:r>
            <a:r>
              <a:rPr lang="en-US" dirty="0" err="1"/>
              <a:t>postalCode</a:t>
            </a:r>
            <a:r>
              <a:rPr lang="en-US" dirty="0"/>
              <a:t> fields of the Address class would be stored as columns directly within the</a:t>
            </a:r>
            <a:br>
              <a:rPr lang="en-US" dirty="0"/>
            </a:br>
            <a:r>
              <a:rPr lang="en-US" dirty="0"/>
              <a:t> Employee table in the database,  alongside the id and name fields of the Employee entity.</a:t>
            </a:r>
          </a:p>
          <a:p>
            <a:endParaRPr lang="en-IN" dirty="0"/>
          </a:p>
        </p:txBody>
      </p:sp>
    </p:spTree>
    <p:extLst>
      <p:ext uri="{BB962C8B-B14F-4D97-AF65-F5344CB8AC3E}">
        <p14:creationId xmlns:p14="http://schemas.microsoft.com/office/powerpoint/2010/main" val="1182822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2437-7A6D-62ED-1F20-D7D7599980DC}"/>
              </a:ext>
            </a:extLst>
          </p:cNvPr>
          <p:cNvSpPr>
            <a:spLocks noGrp="1"/>
          </p:cNvSpPr>
          <p:nvPr>
            <p:ph type="title"/>
          </p:nvPr>
        </p:nvSpPr>
        <p:spPr/>
        <p:txBody>
          <a:bodyPr>
            <a:normAutofit/>
          </a:bodyPr>
          <a:lstStyle/>
          <a:p>
            <a:r>
              <a:rPr lang="en-IN" dirty="0"/>
              <a:t>@elementcollection vs @embedded</a:t>
            </a:r>
            <a:br>
              <a:rPr lang="en-IN" dirty="0"/>
            </a:br>
            <a:endParaRPr lang="en-IN" dirty="0"/>
          </a:p>
        </p:txBody>
      </p:sp>
      <p:sp>
        <p:nvSpPr>
          <p:cNvPr id="5" name="Subtitle 4">
            <a:extLst>
              <a:ext uri="{FF2B5EF4-FFF2-40B4-BE49-F238E27FC236}">
                <a16:creationId xmlns:a16="http://schemas.microsoft.com/office/drawing/2014/main" id="{00B39A60-0989-F0B6-9E7A-DE48212D4643}"/>
              </a:ext>
            </a:extLst>
          </p:cNvPr>
          <p:cNvSpPr>
            <a:spLocks noGrp="1"/>
          </p:cNvSpPr>
          <p:nvPr>
            <p:ph idx="1"/>
          </p:nvPr>
        </p:nvSpPr>
        <p:spPr/>
        <p:txBody>
          <a:bodyPr/>
          <a:lstStyle/>
          <a:p>
            <a:r>
              <a:rPr lang="en-US" dirty="0"/>
              <a:t>@Embedded maps a single, dependent object into its parent entity's table,</a:t>
            </a:r>
          </a:p>
          <a:p>
            <a:r>
              <a:rPr lang="en-US" dirty="0"/>
              <a:t> while @ElementCollection maps a collection of dependent objects into a separate, dedicated table. The key distinction is the cardinality of the relationship. </a:t>
            </a:r>
          </a:p>
          <a:p>
            <a:endParaRPr lang="en-IN" dirty="0"/>
          </a:p>
        </p:txBody>
      </p:sp>
    </p:spTree>
    <p:extLst>
      <p:ext uri="{BB962C8B-B14F-4D97-AF65-F5344CB8AC3E}">
        <p14:creationId xmlns:p14="http://schemas.microsoft.com/office/powerpoint/2010/main" val="801245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1D7AA-7799-8691-C855-F868A46A3851}"/>
              </a:ext>
            </a:extLst>
          </p:cNvPr>
          <p:cNvPicPr>
            <a:picLocks noChangeAspect="1"/>
          </p:cNvPicPr>
          <p:nvPr/>
        </p:nvPicPr>
        <p:blipFill>
          <a:blip r:embed="rId2"/>
          <a:stretch>
            <a:fillRect/>
          </a:stretch>
        </p:blipFill>
        <p:spPr>
          <a:xfrm>
            <a:off x="1180414" y="394864"/>
            <a:ext cx="9831172" cy="6068272"/>
          </a:xfrm>
          <a:prstGeom prst="rect">
            <a:avLst/>
          </a:prstGeom>
        </p:spPr>
      </p:pic>
    </p:spTree>
    <p:extLst>
      <p:ext uri="{BB962C8B-B14F-4D97-AF65-F5344CB8AC3E}">
        <p14:creationId xmlns:p14="http://schemas.microsoft.com/office/powerpoint/2010/main" val="4237435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1617</Words>
  <Application>Microsoft Office PowerPoint</Application>
  <PresentationFormat>Widescreen</PresentationFormat>
  <Paragraphs>202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What is a Data Transfer Object (DTO)?  </vt:lpstr>
      <vt:lpstr>Spring boot dto</vt:lpstr>
      <vt:lpstr>Benifits</vt:lpstr>
      <vt:lpstr>Dto in service layer</vt:lpstr>
      <vt:lpstr>PowerPoint Presentation</vt:lpstr>
      <vt:lpstr>Mapper (Converting Between Entity &amp; DTO)  </vt:lpstr>
      <vt:lpstr>Service Layer (Business Logic Layer) with mapper </vt:lpstr>
      <vt:lpstr>Controller (API Layer) with mapper  </vt:lpstr>
      <vt:lpstr>DTO with layers</vt:lpstr>
      <vt:lpstr>@ElementCollection  </vt:lpstr>
      <vt:lpstr>How it works </vt:lpstr>
      <vt:lpstr>@ElementCollection vs. @OneToMany </vt:lpstr>
      <vt:lpstr>example</vt:lpstr>
      <vt:lpstr>@Embeddable</vt:lpstr>
      <vt:lpstr>Key characteristics of @Embeddable: </vt:lpstr>
      <vt:lpstr>Example</vt:lpstr>
      <vt:lpstr>@elementcollection vs @embedded </vt:lpstr>
      <vt:lpstr>PowerPoint Presentation</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Shankar (Contractor)</dc:creator>
  <cp:lastModifiedBy>Kumar, Shankar (Contractor)</cp:lastModifiedBy>
  <cp:revision>1</cp:revision>
  <dcterms:created xsi:type="dcterms:W3CDTF">2025-10-01T10:06:51Z</dcterms:created>
  <dcterms:modified xsi:type="dcterms:W3CDTF">2025-10-03T05:00:53Z</dcterms:modified>
</cp:coreProperties>
</file>