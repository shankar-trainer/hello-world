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B96BA7-A29C-4ED4-B936-60DCBB806578}" v="23" dt="2025-09-30T08:21:41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hankar (Contractor)" userId="d7d2038c-4287-4a61-af48-330653fba828" providerId="ADAL" clId="{96B96BA7-A29C-4ED4-B936-60DCBB806578}"/>
    <pc:docChg chg="undo custSel addSld modSld">
      <pc:chgData name="Kumar, Shankar (Contractor)" userId="d7d2038c-4287-4a61-af48-330653fba828" providerId="ADAL" clId="{96B96BA7-A29C-4ED4-B936-60DCBB806578}" dt="2025-09-30T08:23:25.988" v="179" actId="403"/>
      <pc:docMkLst>
        <pc:docMk/>
      </pc:docMkLst>
      <pc:sldChg chg="addSp delSp modSp new mod">
        <pc:chgData name="Kumar, Shankar (Contractor)" userId="d7d2038c-4287-4a61-af48-330653fba828" providerId="ADAL" clId="{96B96BA7-A29C-4ED4-B936-60DCBB806578}" dt="2025-09-30T08:11:07.249" v="8"/>
        <pc:sldMkLst>
          <pc:docMk/>
          <pc:sldMk cId="2987385655" sldId="258"/>
        </pc:sldMkLst>
        <pc:spChg chg="add del mod">
          <ac:chgData name="Kumar, Shankar (Contractor)" userId="d7d2038c-4287-4a61-af48-330653fba828" providerId="ADAL" clId="{96B96BA7-A29C-4ED4-B936-60DCBB806578}" dt="2025-09-30T08:10:52.822" v="4"/>
          <ac:spMkLst>
            <pc:docMk/>
            <pc:sldMk cId="2987385655" sldId="258"/>
            <ac:spMk id="2" creationId="{2E450C45-7F26-8344-05C1-8DED79E2E3B2}"/>
          </ac:spMkLst>
        </pc:spChg>
        <pc:spChg chg="add del mod">
          <ac:chgData name="Kumar, Shankar (Contractor)" userId="d7d2038c-4287-4a61-af48-330653fba828" providerId="ADAL" clId="{96B96BA7-A29C-4ED4-B936-60DCBB806578}" dt="2025-09-30T08:11:07.249" v="8"/>
          <ac:spMkLst>
            <pc:docMk/>
            <pc:sldMk cId="2987385655" sldId="258"/>
            <ac:spMk id="3" creationId="{E359F982-D1BC-2998-54A8-DFC3A37A24DE}"/>
          </ac:spMkLst>
        </pc:spChg>
        <pc:spChg chg="add mod">
          <ac:chgData name="Kumar, Shankar (Contractor)" userId="d7d2038c-4287-4a61-af48-330653fba828" providerId="ADAL" clId="{96B96BA7-A29C-4ED4-B936-60DCBB806578}" dt="2025-09-30T08:10:49.923" v="2"/>
          <ac:spMkLst>
            <pc:docMk/>
            <pc:sldMk cId="2987385655" sldId="258"/>
            <ac:spMk id="4" creationId="{7F13266F-1CB6-53F1-434F-FAFAC535630A}"/>
          </ac:spMkLst>
        </pc:spChg>
        <pc:spChg chg="add mod">
          <ac:chgData name="Kumar, Shankar (Contractor)" userId="d7d2038c-4287-4a61-af48-330653fba828" providerId="ADAL" clId="{96B96BA7-A29C-4ED4-B936-60DCBB806578}" dt="2025-09-30T08:11:04.459" v="6"/>
          <ac:spMkLst>
            <pc:docMk/>
            <pc:sldMk cId="2987385655" sldId="258"/>
            <ac:spMk id="5" creationId="{5E5EF168-1C6D-C257-ACEE-561F6282DF72}"/>
          </ac:spMkLst>
        </pc:spChg>
      </pc:sldChg>
      <pc:sldChg chg="modSp new mod">
        <pc:chgData name="Kumar, Shankar (Contractor)" userId="d7d2038c-4287-4a61-af48-330653fba828" providerId="ADAL" clId="{96B96BA7-A29C-4ED4-B936-60DCBB806578}" dt="2025-09-30T08:13:28.814" v="49" actId="27636"/>
        <pc:sldMkLst>
          <pc:docMk/>
          <pc:sldMk cId="2569782839" sldId="259"/>
        </pc:sldMkLst>
        <pc:spChg chg="mod">
          <ac:chgData name="Kumar, Shankar (Contractor)" userId="d7d2038c-4287-4a61-af48-330653fba828" providerId="ADAL" clId="{96B96BA7-A29C-4ED4-B936-60DCBB806578}" dt="2025-09-30T08:11:58.532" v="37" actId="20577"/>
          <ac:spMkLst>
            <pc:docMk/>
            <pc:sldMk cId="2569782839" sldId="259"/>
            <ac:spMk id="2" creationId="{FEDECD83-2871-BF37-6E4A-61D1A3F8BD8D}"/>
          </ac:spMkLst>
        </pc:spChg>
        <pc:spChg chg="mod">
          <ac:chgData name="Kumar, Shankar (Contractor)" userId="d7d2038c-4287-4a61-af48-330653fba828" providerId="ADAL" clId="{96B96BA7-A29C-4ED4-B936-60DCBB806578}" dt="2025-09-30T08:13:28.814" v="49" actId="27636"/>
          <ac:spMkLst>
            <pc:docMk/>
            <pc:sldMk cId="2569782839" sldId="259"/>
            <ac:spMk id="3" creationId="{1E6DAA51-8947-4410-7651-21FC668FEBD5}"/>
          </ac:spMkLst>
        </pc:spChg>
      </pc:sldChg>
      <pc:sldChg chg="modSp new mod">
        <pc:chgData name="Kumar, Shankar (Contractor)" userId="d7d2038c-4287-4a61-af48-330653fba828" providerId="ADAL" clId="{96B96BA7-A29C-4ED4-B936-60DCBB806578}" dt="2025-09-30T08:17:32.416" v="112" actId="20577"/>
        <pc:sldMkLst>
          <pc:docMk/>
          <pc:sldMk cId="682153854" sldId="260"/>
        </pc:sldMkLst>
        <pc:spChg chg="mod">
          <ac:chgData name="Kumar, Shankar (Contractor)" userId="d7d2038c-4287-4a61-af48-330653fba828" providerId="ADAL" clId="{96B96BA7-A29C-4ED4-B936-60DCBB806578}" dt="2025-09-30T08:16:49.106" v="100" actId="14100"/>
          <ac:spMkLst>
            <pc:docMk/>
            <pc:sldMk cId="682153854" sldId="260"/>
            <ac:spMk id="2" creationId="{A2AECD3B-AD39-3C88-182A-83B19B422E19}"/>
          </ac:spMkLst>
        </pc:spChg>
        <pc:spChg chg="mod">
          <ac:chgData name="Kumar, Shankar (Contractor)" userId="d7d2038c-4287-4a61-af48-330653fba828" providerId="ADAL" clId="{96B96BA7-A29C-4ED4-B936-60DCBB806578}" dt="2025-09-30T08:17:32.416" v="112" actId="20577"/>
          <ac:spMkLst>
            <pc:docMk/>
            <pc:sldMk cId="682153854" sldId="260"/>
            <ac:spMk id="3" creationId="{0B3DE495-A634-30E7-02B1-35DBB7AC0CD5}"/>
          </ac:spMkLst>
        </pc:spChg>
      </pc:sldChg>
      <pc:sldChg chg="delSp modSp new mod">
        <pc:chgData name="Kumar, Shankar (Contractor)" userId="d7d2038c-4287-4a61-af48-330653fba828" providerId="ADAL" clId="{96B96BA7-A29C-4ED4-B936-60DCBB806578}" dt="2025-09-30T08:23:25.988" v="179" actId="403"/>
        <pc:sldMkLst>
          <pc:docMk/>
          <pc:sldMk cId="2603905735" sldId="261"/>
        </pc:sldMkLst>
        <pc:spChg chg="del">
          <ac:chgData name="Kumar, Shankar (Contractor)" userId="d7d2038c-4287-4a61-af48-330653fba828" providerId="ADAL" clId="{96B96BA7-A29C-4ED4-B936-60DCBB806578}" dt="2025-09-30T08:22:26.815" v="170" actId="478"/>
          <ac:spMkLst>
            <pc:docMk/>
            <pc:sldMk cId="2603905735" sldId="261"/>
            <ac:spMk id="2" creationId="{AF4DA19E-C14B-28DA-29CC-9AB6C8B4443B}"/>
          </ac:spMkLst>
        </pc:spChg>
        <pc:spChg chg="mod">
          <ac:chgData name="Kumar, Shankar (Contractor)" userId="d7d2038c-4287-4a61-af48-330653fba828" providerId="ADAL" clId="{96B96BA7-A29C-4ED4-B936-60DCBB806578}" dt="2025-09-30T08:23:25.988" v="179" actId="403"/>
          <ac:spMkLst>
            <pc:docMk/>
            <pc:sldMk cId="2603905735" sldId="261"/>
            <ac:spMk id="3" creationId="{35C4D76C-0F0D-CE68-13C6-FACDE1D64F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D388B-1FCB-CAEF-4062-42636A00E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65DB7-8AFF-2966-C807-D116880DC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8204A-662F-A0C1-1242-8BF4970E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1F3F2-994C-246E-B360-AA04C6CF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45312-B1E1-2F00-3C67-A724663E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53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7063B-389C-BD0A-B168-404557D6A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7F9D4-5D89-B047-2BDA-CD04C49B4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013D8-A754-6F27-A454-1E9D0F66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F517A-309D-A0A9-7B94-A9211211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E5E21-8AC3-65B0-562C-4A589092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11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4E87-B37E-6077-B3BA-0CAA21C24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6AEF5-A275-7939-E1CE-CEEC7F8DF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7BBA5-5865-CD95-4010-F15CA617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A9744-E7CA-0E31-9EAB-D25FE62C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73E47-AF81-F942-8DBB-1B0ADA75E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0127-649A-0CB8-EA1F-D89B5CB3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32E08-A9BD-640B-C368-7F4ABF256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D358A-E236-5B6F-6A60-2A254C58F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B2A62-7DDB-BB84-98E6-5EBA1DB1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9A60F-B17D-D4EA-C6D2-3C30C02D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A290D-FACD-5FCA-3F6F-4FE93DC0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708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1EAF-E6FB-011E-AD4F-FD1BE5072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4B823-3292-CA39-322C-986A0F0DF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085FB-22FF-C548-EB85-F28A90EC1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547D35-E3C7-E246-30D2-A1499740F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88729-3766-2073-DF6D-A975B1F48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941E73-3901-00AB-8D2C-A8360FBB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E8B051-A91E-BF9F-0AE2-741C5F425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B74F6-0444-E1AA-25E0-891D5CFA7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62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E593-E64E-043C-3A46-A1B1578D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0C0F6-EFF6-D2A0-CA62-7E8443079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7DFD1-B1D3-4A66-F19A-A83AD82F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FCB92-BA67-FD59-F0ED-68BD5BCD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1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9F08D0-ED10-C7E1-33A6-A705E0D8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834F0-1516-4604-BA57-0AD37D0D4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BB0A1-8F6C-D63D-2E54-ACB5AF66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05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FE23-1993-9BA6-0F45-DA9C1D001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EE33-18BB-E1D7-4AB5-E502BBA97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C4288-4E24-E1D5-5C06-F47F2B4B0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F08E7-799C-89B2-4923-3D24A4FA7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8D751-B8AE-33C4-34A0-662FC856F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08A2B-4DD3-3A67-C04B-D9786E60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3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F28A6-9B53-2248-6450-EA5672E20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0E90A1-0DDA-56B4-2322-FF91145F6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FCF2D-637C-6E1F-B787-9E548BC17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945C2-E030-B36F-672B-EE9A1AB6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AD6DB-6E59-6FE7-DBF0-86AD674E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C75D4-3F3A-B542-665D-07F97F24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25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F381F-E3C6-FB0F-19D4-503EAE09A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AB362-1732-7787-C95B-1FAE9AC69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3D9E4-0A3D-A737-737C-9C30C83B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56B2B-4F29-96BC-816E-86836BD9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9453E-F47B-2CB7-B3A4-A073DEB2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88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B0B67-F7F6-5CE0-8524-3BD62AAA9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8DE38-05E4-0651-FDC7-E8F158264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B934E-0295-083B-AABC-0B533CA5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92A96-5647-B784-7629-2A3B306F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4037E-E9F8-861E-AC15-F39DC484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53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80BD45-8A79-B8DD-DE3D-43286766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3E4BC-A833-DECF-5C4B-A11E1CB63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08C46-56B8-FC7F-A75C-EB7C75904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0EC03-0F9F-4469-937F-542231029C05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614C3-3432-84B8-6026-AC054306C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88607-7C6B-04A6-7610-6EE1FDC5F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00C1F-4D7F-4EB0-84E8-DF9BC768DD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84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42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9B019E-13A1-84E0-96FE-1DD574C6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Lazy loading</a:t>
            </a:r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F422FF-545F-16CD-DEDD-D5C6F2D37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US"/>
              <a:t>Angular lazy loading is a technique used to optimize application performance by loading modules and their associated resources (components, services, etc.) only when they are needed.</a:t>
            </a:r>
          </a:p>
          <a:p>
            <a:pPr fontAlgn="ctr"/>
            <a:r>
              <a:rPr lang="en-US"/>
              <a:t>Rather than loading everything at the initial application startup. </a:t>
            </a:r>
          </a:p>
          <a:p>
            <a:pPr fontAlgn="ctr"/>
            <a:r>
              <a:rPr lang="en-US"/>
              <a:t>This contrasts with eager loading, where all modules are loaded upfront. </a:t>
            </a:r>
          </a:p>
          <a:p>
            <a:br>
              <a:rPr lang="en-US"/>
            </a:b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00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1466-3415-D9EC-50DD-F67AA797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Benefits of Lazy Loading:</a:t>
            </a: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421D6-267C-9340-40C6-0E3BBE048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Faster Initial Load Times: Reduces the size of the initial JavaScript bundle, leading to quicker application startup.</a:t>
            </a:r>
          </a:p>
          <a:p>
            <a:r>
              <a:rPr lang="en-US"/>
              <a:t>Improved Performance: Reduces the amount of memory and processing power required at the beginning, enhancing overall responsiveness.</a:t>
            </a:r>
          </a:p>
          <a:p>
            <a:r>
              <a:rPr lang="en-US"/>
              <a:t>Efficient Resource Usage: Modules are only loaded when their corresponding routes are accessed, saving bandwidth and resources for users who may not visit certain parts of the application.</a:t>
            </a:r>
          </a:p>
          <a:p>
            <a:r>
              <a:rPr lang="en-US"/>
              <a:t>Better User Experience: Users experience less waiting time, especially in large applications with many features.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63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50C45-7F26-8344-05C1-8DED79E2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How Lazy Loading Works:</a:t>
            </a:r>
            <a:br>
              <a:rPr lang="en-IN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F982-D1BC-2998-54A8-DFC3A37A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Module Creation: Create separate feature modules for different logical sections of your application.</a:t>
            </a:r>
          </a:p>
          <a:p>
            <a:r>
              <a:rPr lang="en-US"/>
              <a:t>Routing Configuration: Configure your application's routing to specify which modules should be lazy-loaded using the </a:t>
            </a:r>
            <a:r>
              <a:rPr lang="en-US" err="1"/>
              <a:t>loadChildren</a:t>
            </a:r>
            <a:r>
              <a:rPr lang="en-US"/>
              <a:t> property in the route configuration.</a:t>
            </a:r>
          </a:p>
          <a:p>
            <a:r>
              <a:rPr lang="en-US"/>
              <a:t>Dynamic Loading: When a user navigates to a route associated with a lazy-loaded module, Angular dynamically fetches and loads that module and its components.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38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ECD83-2871-BF37-6E4A-61D1A3F8B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standalone angular 19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DAA51-8947-4410-7651-21FC668FE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In Angular 19, lazy loading is most commonly implemented using standalone components and the router's </a:t>
            </a:r>
            <a:r>
              <a:rPr lang="en-US" err="1"/>
              <a:t>loadComponent</a:t>
            </a:r>
            <a:r>
              <a:rPr lang="en-US"/>
              <a:t> property. </a:t>
            </a:r>
          </a:p>
          <a:p>
            <a:endParaRPr lang="en-US"/>
          </a:p>
          <a:p>
            <a:r>
              <a:rPr lang="en-US"/>
              <a:t>This method dynamically imports and loads a component only when the user navigates to its specific route, significantly improving initial application load times. </a:t>
            </a:r>
          </a:p>
          <a:p>
            <a:endParaRPr lang="en-IN"/>
          </a:p>
          <a:p>
            <a:r>
              <a:rPr lang="en-IN"/>
              <a:t>A design pattern that loads </a:t>
            </a:r>
            <a:r>
              <a:rPr lang="en-IN" err="1"/>
              <a:t>NgModules</a:t>
            </a:r>
            <a:r>
              <a:rPr lang="en-IN"/>
              <a:t> as needed. </a:t>
            </a:r>
          </a:p>
          <a:p>
            <a:endParaRPr lang="en-IN"/>
          </a:p>
          <a:p>
            <a:r>
              <a:rPr lang="en-IN"/>
              <a:t>Lazy loading helps keep initial bundle sizes smaller, which in turn helps decrease load times.</a:t>
            </a:r>
          </a:p>
          <a:p>
            <a:r>
              <a:rPr lang="en-US"/>
              <a:t>This significantly improves the initial load time and overall performance, especially in larger applications.</a:t>
            </a:r>
            <a:br>
              <a:rPr lang="en-IN"/>
            </a:b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782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CD3B-AD39-3C88-182A-83B19B422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59569"/>
          </a:xfrm>
        </p:spPr>
        <p:txBody>
          <a:bodyPr/>
          <a:lstStyle/>
          <a:p>
            <a:r>
              <a:rPr lang="en-US"/>
              <a:t>Example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DE495-A634-30E7-02B1-35DBB7AC0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7824"/>
            <a:ext cx="10515600" cy="5299139"/>
          </a:xfrm>
        </p:spPr>
        <p:txBody>
          <a:bodyPr>
            <a:normAutofit fontScale="62500" lnSpcReduction="20000"/>
          </a:bodyPr>
          <a:lstStyle/>
          <a:p>
            <a:r>
              <a:rPr lang="en-US"/>
              <a:t>Create separate components for product-related pages.</a:t>
            </a:r>
          </a:p>
          <a:p>
            <a:pPr marL="457200" lvl="1" indent="0">
              <a:buNone/>
            </a:pPr>
            <a:r>
              <a:rPr lang="en-US"/>
              <a:t>ng generate component products/product-list </a:t>
            </a:r>
          </a:p>
          <a:p>
            <a:pPr marL="457200" lvl="1" indent="0">
              <a:buNone/>
            </a:pPr>
            <a:r>
              <a:rPr lang="en-US"/>
              <a:t>ng generate component products/product-detail 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Configure lazy loading in </a:t>
            </a:r>
            <a:r>
              <a:rPr lang="en-US" err="1"/>
              <a:t>app.routes.ts</a:t>
            </a:r>
            <a:endParaRPr lang="en-US"/>
          </a:p>
          <a:p>
            <a:pPr marL="457200" lvl="1" indent="0">
              <a:buNone/>
            </a:pPr>
            <a:r>
              <a:rPr lang="en-US"/>
              <a:t>Open </a:t>
            </a:r>
            <a:r>
              <a:rPr lang="en-US" err="1"/>
              <a:t>src</a:t>
            </a:r>
            <a:r>
              <a:rPr lang="en-US"/>
              <a:t>/app/</a:t>
            </a:r>
            <a:r>
              <a:rPr lang="en-US" err="1"/>
              <a:t>app.routes.ts</a:t>
            </a:r>
            <a:r>
              <a:rPr lang="en-US"/>
              <a:t> and set up  routes. </a:t>
            </a:r>
          </a:p>
          <a:p>
            <a:pPr marL="457200" lvl="1" indent="0">
              <a:buNone/>
            </a:pPr>
            <a:r>
              <a:rPr lang="en-US"/>
              <a:t>The key is to use the </a:t>
            </a:r>
            <a:r>
              <a:rPr lang="en-US" err="1"/>
              <a:t>loadComponent</a:t>
            </a:r>
            <a:r>
              <a:rPr lang="en-US"/>
              <a:t> property, which takes a dynamic import() function pointing to your standalone component. 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export const routes: Routes = [</a:t>
            </a:r>
          </a:p>
          <a:p>
            <a:pPr marL="457200" lvl="1" indent="0">
              <a:buNone/>
            </a:pPr>
            <a:r>
              <a:rPr lang="en-US"/>
              <a:t>  { path: '', </a:t>
            </a:r>
            <a:r>
              <a:rPr lang="en-US" err="1"/>
              <a:t>redirectTo</a:t>
            </a:r>
            <a:r>
              <a:rPr lang="en-US"/>
              <a:t>: 'products', </a:t>
            </a:r>
            <a:r>
              <a:rPr lang="en-US" err="1"/>
              <a:t>pathMatch</a:t>
            </a:r>
            <a:r>
              <a:rPr lang="en-US"/>
              <a:t>: 'full' },</a:t>
            </a:r>
          </a:p>
          <a:p>
            <a:pPr marL="457200" lvl="1" indent="0">
              <a:buNone/>
            </a:pPr>
            <a:r>
              <a:rPr lang="en-US"/>
              <a:t>  {</a:t>
            </a:r>
          </a:p>
          <a:p>
            <a:pPr marL="457200" lvl="1" indent="0">
              <a:buNone/>
            </a:pPr>
            <a:r>
              <a:rPr lang="en-US"/>
              <a:t>    path: 'products',</a:t>
            </a:r>
          </a:p>
          <a:p>
            <a:pPr marL="457200" lvl="1" indent="0">
              <a:buNone/>
            </a:pPr>
            <a:r>
              <a:rPr lang="en-US"/>
              <a:t>    </a:t>
            </a:r>
            <a:r>
              <a:rPr lang="en-US" err="1"/>
              <a:t>loadComponent</a:t>
            </a:r>
            <a:r>
              <a:rPr lang="en-US"/>
              <a:t>: () =&gt; import('./products/product-list/product-</a:t>
            </a:r>
            <a:r>
              <a:rPr lang="en-US" err="1"/>
              <a:t>list.component</a:t>
            </a:r>
            <a:r>
              <a:rPr lang="en-US"/>
              <a:t>')</a:t>
            </a:r>
          </a:p>
          <a:p>
            <a:pPr marL="457200" lvl="1" indent="0">
              <a:buNone/>
            </a:pPr>
            <a:r>
              <a:rPr lang="en-US"/>
              <a:t>      .then(m =&gt; </a:t>
            </a:r>
            <a:r>
              <a:rPr lang="en-US" err="1"/>
              <a:t>m.ProductListComponent</a:t>
            </a:r>
            <a:r>
              <a:rPr lang="en-US"/>
              <a:t>),</a:t>
            </a:r>
          </a:p>
          <a:p>
            <a:pPr marL="457200" lvl="1" indent="0">
              <a:buNone/>
            </a:pPr>
            <a:r>
              <a:rPr lang="en-US"/>
              <a:t>  },</a:t>
            </a:r>
          </a:p>
          <a:p>
            <a:pPr marL="457200" lvl="1" indent="0">
              <a:buNone/>
            </a:pPr>
            <a:r>
              <a:rPr lang="en-US"/>
              <a:t>  {</a:t>
            </a:r>
          </a:p>
          <a:p>
            <a:pPr marL="457200" lvl="1" indent="0">
              <a:buNone/>
            </a:pPr>
            <a:r>
              <a:rPr lang="en-US"/>
              <a:t>    path: 'products/:id', // Route for individual product details</a:t>
            </a:r>
          </a:p>
          <a:p>
            <a:pPr marL="457200" lvl="1" indent="0">
              <a:buNone/>
            </a:pPr>
            <a:r>
              <a:rPr lang="en-US"/>
              <a:t>    </a:t>
            </a:r>
            <a:r>
              <a:rPr lang="en-US" err="1"/>
              <a:t>loadComponent</a:t>
            </a:r>
            <a:r>
              <a:rPr lang="en-US"/>
              <a:t>: () =&gt; import('./products/product-details/product-</a:t>
            </a:r>
            <a:r>
              <a:rPr lang="en-US" err="1"/>
              <a:t>details.component</a:t>
            </a:r>
            <a:r>
              <a:rPr lang="en-US"/>
              <a:t>')</a:t>
            </a:r>
          </a:p>
          <a:p>
            <a:pPr marL="457200" lvl="1" indent="0">
              <a:buNone/>
            </a:pPr>
            <a:r>
              <a:rPr lang="en-US"/>
              <a:t>      .then(m =&gt; </a:t>
            </a:r>
            <a:r>
              <a:rPr lang="en-US" err="1"/>
              <a:t>m.ProductDetailsComponent</a:t>
            </a:r>
            <a:r>
              <a:rPr lang="en-US"/>
              <a:t>),</a:t>
            </a:r>
          </a:p>
          <a:p>
            <a:pPr marL="457200" lvl="1" indent="0">
              <a:buNone/>
            </a:pPr>
            <a:r>
              <a:rPr lang="en-US"/>
              <a:t>  },</a:t>
            </a:r>
          </a:p>
          <a:p>
            <a:pPr marL="457200" lvl="1" indent="0">
              <a:buNone/>
            </a:pPr>
            <a:r>
              <a:rPr lang="en-US"/>
              <a:t>  // ... other routes</a:t>
            </a:r>
          </a:p>
          <a:p>
            <a:pPr marL="457200" lvl="1" indent="0">
              <a:buNone/>
            </a:pPr>
            <a:r>
              <a:rPr lang="en-US"/>
              <a:t>];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153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4D76C-0F0D-CE68-13C6-FACDE1D64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"/>
            <a:ext cx="10515600" cy="60672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In app.component.html</a:t>
            </a:r>
          </a:p>
          <a:p>
            <a:pPr marL="0" indent="0">
              <a:buNone/>
            </a:pPr>
            <a:r>
              <a:rPr lang="en-US" sz="1800"/>
              <a:t>&lt;nav&gt;</a:t>
            </a:r>
          </a:p>
          <a:p>
            <a:pPr marL="0" indent="0">
              <a:buNone/>
            </a:pPr>
            <a:r>
              <a:rPr lang="en-US" sz="1800"/>
              <a:t>  &lt;a </a:t>
            </a:r>
            <a:r>
              <a:rPr lang="en-US" sz="1800" err="1"/>
              <a:t>routerLink</a:t>
            </a:r>
            <a:r>
              <a:rPr lang="en-US" sz="1800"/>
              <a:t>=""&gt;Home&lt;/a&gt; |</a:t>
            </a:r>
          </a:p>
          <a:p>
            <a:pPr marL="0" indent="0">
              <a:buNone/>
            </a:pPr>
            <a:r>
              <a:rPr lang="en-US" sz="1800"/>
              <a:t>  &lt;a </a:t>
            </a:r>
            <a:r>
              <a:rPr lang="en-US" sz="1800" err="1"/>
              <a:t>routerLink</a:t>
            </a:r>
            <a:r>
              <a:rPr lang="en-US" sz="1800"/>
              <a:t>="/products"&gt;Products&lt;/a&gt;</a:t>
            </a:r>
          </a:p>
          <a:p>
            <a:pPr marL="0" indent="0">
              <a:buNone/>
            </a:pPr>
            <a:r>
              <a:rPr lang="en-US" sz="1800"/>
              <a:t>&lt;/nav&gt;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IN" sz="1800">
                <a:hlinkClick r:id="rId2"/>
              </a:rPr>
              <a:t>http://localhost:420</a:t>
            </a:r>
            <a:endParaRPr lang="en-IN" sz="1800"/>
          </a:p>
          <a:p>
            <a:pPr marL="0" indent="0">
              <a:buNone/>
            </a:pPr>
            <a:r>
              <a:rPr lang="en-US" sz="1800"/>
              <a:t>main bundle downloaded, but no product-list or product-detail component chunks</a:t>
            </a:r>
          </a:p>
          <a:p>
            <a:pPr marL="0" indent="0">
              <a:buNone/>
            </a:pPr>
            <a:r>
              <a:rPr lang="en-US" sz="1800"/>
              <a:t>navigates to /products/123 Angular dynamically imports and loads the </a:t>
            </a:r>
            <a:r>
              <a:rPr lang="en-US" sz="1800" err="1"/>
              <a:t>ProductDetailsComponent</a:t>
            </a:r>
            <a:r>
              <a:rPr lang="en-US" sz="1800"/>
              <a:t> and its dependencies.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 err="1"/>
              <a:t>loadComponent</a:t>
            </a:r>
            <a:r>
              <a:rPr lang="en-US" sz="1800"/>
              <a:t>: This property in the route configuration is key for lazy loading standalone components. It takes a function that returns a promise, which resolves with the component to be loaded.</a:t>
            </a:r>
          </a:p>
          <a:p>
            <a:r>
              <a:rPr lang="en-US" sz="1800"/>
              <a:t>import('./path/to/component'): This dynamic import syntax tells Angular to create a separate bundle for the </a:t>
            </a:r>
            <a:r>
              <a:rPr lang="en-US" sz="1800" err="1"/>
              <a:t>ProductDetailsComponent</a:t>
            </a:r>
            <a:r>
              <a:rPr lang="en-US" sz="1800"/>
              <a:t> and load it only when this specific route is activated.</a:t>
            </a:r>
          </a:p>
          <a:p>
            <a:r>
              <a:rPr lang="en-US" sz="1800"/>
              <a:t>.then(m =&gt; </a:t>
            </a:r>
            <a:r>
              <a:rPr lang="en-US" sz="1800" err="1"/>
              <a:t>m.ProductDetailsComponent</a:t>
            </a:r>
            <a:r>
              <a:rPr lang="en-US" sz="1800"/>
              <a:t>):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03905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Lazy loading</vt:lpstr>
      <vt:lpstr>Benefits of Lazy Loading:  </vt:lpstr>
      <vt:lpstr>How Lazy Loading Works: </vt:lpstr>
      <vt:lpstr>In standalone angular 19</vt:lpstr>
      <vt:lpstr>Example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2025-09-30T08:08:54Z</dcterms:created>
  <dcterms:modified xsi:type="dcterms:W3CDTF">2025-09-30T08:26:52Z</dcterms:modified>
</cp:coreProperties>
</file>