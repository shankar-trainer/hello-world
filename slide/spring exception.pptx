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84FBE5-0466-41D3-AB43-9724FA5AC2EF}" v="35" dt="2025-10-17T04:25:52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-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Shankar (Contractor)" userId="d7d2038c-4287-4a61-af48-330653fba828" providerId="ADAL" clId="{C484FBE5-0466-41D3-AB43-9724FA5AC2EF}"/>
    <pc:docChg chg="undo custSel addSld modSld">
      <pc:chgData name="Kumar, Shankar (Contractor)" userId="d7d2038c-4287-4a61-af48-330653fba828" providerId="ADAL" clId="{C484FBE5-0466-41D3-AB43-9724FA5AC2EF}" dt="2025-10-17T04:28:03.206" v="383" actId="14100"/>
      <pc:docMkLst>
        <pc:docMk/>
      </pc:docMkLst>
      <pc:sldChg chg="addSp mod">
        <pc:chgData name="Kumar, Shankar (Contractor)" userId="d7d2038c-4287-4a61-af48-330653fba828" providerId="ADAL" clId="{C484FBE5-0466-41D3-AB43-9724FA5AC2EF}" dt="2025-10-08T03:46:02.932" v="0" actId="22"/>
        <pc:sldMkLst>
          <pc:docMk/>
          <pc:sldMk cId="4244858947" sldId="257"/>
        </pc:sldMkLst>
        <pc:picChg chg="add">
          <ac:chgData name="Kumar, Shankar (Contractor)" userId="d7d2038c-4287-4a61-af48-330653fba828" providerId="ADAL" clId="{C484FBE5-0466-41D3-AB43-9724FA5AC2EF}" dt="2025-10-08T03:46:02.932" v="0" actId="22"/>
          <ac:picMkLst>
            <pc:docMk/>
            <pc:sldMk cId="4244858947" sldId="257"/>
            <ac:picMk id="5" creationId="{D631B555-1374-967A-5327-67DED61F9039}"/>
          </ac:picMkLst>
        </pc:picChg>
      </pc:sldChg>
      <pc:sldChg chg="addSp new mod">
        <pc:chgData name="Kumar, Shankar (Contractor)" userId="d7d2038c-4287-4a61-af48-330653fba828" providerId="ADAL" clId="{C484FBE5-0466-41D3-AB43-9724FA5AC2EF}" dt="2025-10-08T03:46:25.521" v="2" actId="22"/>
        <pc:sldMkLst>
          <pc:docMk/>
          <pc:sldMk cId="4194718097" sldId="258"/>
        </pc:sldMkLst>
        <pc:picChg chg="add">
          <ac:chgData name="Kumar, Shankar (Contractor)" userId="d7d2038c-4287-4a61-af48-330653fba828" providerId="ADAL" clId="{C484FBE5-0466-41D3-AB43-9724FA5AC2EF}" dt="2025-10-08T03:46:25.521" v="2" actId="22"/>
          <ac:picMkLst>
            <pc:docMk/>
            <pc:sldMk cId="4194718097" sldId="258"/>
            <ac:picMk id="5" creationId="{C17612C1-F88C-36D6-D9BE-606FF1F0B151}"/>
          </ac:picMkLst>
        </pc:picChg>
      </pc:sldChg>
      <pc:sldChg chg="addSp new mod">
        <pc:chgData name="Kumar, Shankar (Contractor)" userId="d7d2038c-4287-4a61-af48-330653fba828" providerId="ADAL" clId="{C484FBE5-0466-41D3-AB43-9724FA5AC2EF}" dt="2025-10-08T03:46:46.805" v="4" actId="22"/>
        <pc:sldMkLst>
          <pc:docMk/>
          <pc:sldMk cId="4253863788" sldId="259"/>
        </pc:sldMkLst>
        <pc:picChg chg="add">
          <ac:chgData name="Kumar, Shankar (Contractor)" userId="d7d2038c-4287-4a61-af48-330653fba828" providerId="ADAL" clId="{C484FBE5-0466-41D3-AB43-9724FA5AC2EF}" dt="2025-10-08T03:46:46.805" v="4" actId="22"/>
          <ac:picMkLst>
            <pc:docMk/>
            <pc:sldMk cId="4253863788" sldId="259"/>
            <ac:picMk id="5" creationId="{270C5915-534F-BA37-0B8F-CDA093B80199}"/>
          </ac:picMkLst>
        </pc:picChg>
      </pc:sldChg>
      <pc:sldChg chg="addSp new mod">
        <pc:chgData name="Kumar, Shankar (Contractor)" userId="d7d2038c-4287-4a61-af48-330653fba828" providerId="ADAL" clId="{C484FBE5-0466-41D3-AB43-9724FA5AC2EF}" dt="2025-10-08T03:47:06.480" v="6" actId="22"/>
        <pc:sldMkLst>
          <pc:docMk/>
          <pc:sldMk cId="1818212085" sldId="260"/>
        </pc:sldMkLst>
        <pc:picChg chg="add">
          <ac:chgData name="Kumar, Shankar (Contractor)" userId="d7d2038c-4287-4a61-af48-330653fba828" providerId="ADAL" clId="{C484FBE5-0466-41D3-AB43-9724FA5AC2EF}" dt="2025-10-08T03:47:06.480" v="6" actId="22"/>
          <ac:picMkLst>
            <pc:docMk/>
            <pc:sldMk cId="1818212085" sldId="260"/>
            <ac:picMk id="5" creationId="{E363A33B-75E1-61B4-E52D-EA4C1AB6440A}"/>
          </ac:picMkLst>
        </pc:picChg>
      </pc:sldChg>
      <pc:sldChg chg="addSp modSp new mod">
        <pc:chgData name="Kumar, Shankar (Contractor)" userId="d7d2038c-4287-4a61-af48-330653fba828" providerId="ADAL" clId="{C484FBE5-0466-41D3-AB43-9724FA5AC2EF}" dt="2025-10-08T03:47:55.928" v="11" actId="1076"/>
        <pc:sldMkLst>
          <pc:docMk/>
          <pc:sldMk cId="2290075027" sldId="261"/>
        </pc:sldMkLst>
        <pc:picChg chg="add mod">
          <ac:chgData name="Kumar, Shankar (Contractor)" userId="d7d2038c-4287-4a61-af48-330653fba828" providerId="ADAL" clId="{C484FBE5-0466-41D3-AB43-9724FA5AC2EF}" dt="2025-10-08T03:47:51.067" v="9" actId="1076"/>
          <ac:picMkLst>
            <pc:docMk/>
            <pc:sldMk cId="2290075027" sldId="261"/>
            <ac:picMk id="5" creationId="{1B6D3E5B-DA93-ED69-EDC0-FD0667FCD8CA}"/>
          </ac:picMkLst>
        </pc:picChg>
        <pc:picChg chg="add mod">
          <ac:chgData name="Kumar, Shankar (Contractor)" userId="d7d2038c-4287-4a61-af48-330653fba828" providerId="ADAL" clId="{C484FBE5-0466-41D3-AB43-9724FA5AC2EF}" dt="2025-10-08T03:47:55.928" v="11" actId="1076"/>
          <ac:picMkLst>
            <pc:docMk/>
            <pc:sldMk cId="2290075027" sldId="261"/>
            <ac:picMk id="7" creationId="{2E8DFC05-075B-1EF9-4C64-FFD679344924}"/>
          </ac:picMkLst>
        </pc:picChg>
      </pc:sldChg>
      <pc:sldChg chg="addSp new mod">
        <pc:chgData name="Kumar, Shankar (Contractor)" userId="d7d2038c-4287-4a61-af48-330653fba828" providerId="ADAL" clId="{C484FBE5-0466-41D3-AB43-9724FA5AC2EF}" dt="2025-10-08T03:48:13.330" v="13" actId="22"/>
        <pc:sldMkLst>
          <pc:docMk/>
          <pc:sldMk cId="1141235758" sldId="262"/>
        </pc:sldMkLst>
        <pc:picChg chg="add">
          <ac:chgData name="Kumar, Shankar (Contractor)" userId="d7d2038c-4287-4a61-af48-330653fba828" providerId="ADAL" clId="{C484FBE5-0466-41D3-AB43-9724FA5AC2EF}" dt="2025-10-08T03:48:13.330" v="13" actId="22"/>
          <ac:picMkLst>
            <pc:docMk/>
            <pc:sldMk cId="1141235758" sldId="262"/>
            <ac:picMk id="5" creationId="{291FEBB5-39DC-DDF5-DA9E-0A11895F6D95}"/>
          </ac:picMkLst>
        </pc:picChg>
      </pc:sldChg>
      <pc:sldChg chg="addSp new mod">
        <pc:chgData name="Kumar, Shankar (Contractor)" userId="d7d2038c-4287-4a61-af48-330653fba828" providerId="ADAL" clId="{C484FBE5-0466-41D3-AB43-9724FA5AC2EF}" dt="2025-10-08T03:48:50.210" v="15" actId="22"/>
        <pc:sldMkLst>
          <pc:docMk/>
          <pc:sldMk cId="3964624983" sldId="263"/>
        </pc:sldMkLst>
        <pc:picChg chg="add">
          <ac:chgData name="Kumar, Shankar (Contractor)" userId="d7d2038c-4287-4a61-af48-330653fba828" providerId="ADAL" clId="{C484FBE5-0466-41D3-AB43-9724FA5AC2EF}" dt="2025-10-08T03:48:50.210" v="15" actId="22"/>
          <ac:picMkLst>
            <pc:docMk/>
            <pc:sldMk cId="3964624983" sldId="263"/>
            <ac:picMk id="5" creationId="{348B2D37-D217-59D3-11A6-66370D4E6185}"/>
          </ac:picMkLst>
        </pc:picChg>
      </pc:sldChg>
      <pc:sldChg chg="addSp new mod">
        <pc:chgData name="Kumar, Shankar (Contractor)" userId="d7d2038c-4287-4a61-af48-330653fba828" providerId="ADAL" clId="{C484FBE5-0466-41D3-AB43-9724FA5AC2EF}" dt="2025-10-08T03:49:40.828" v="17" actId="22"/>
        <pc:sldMkLst>
          <pc:docMk/>
          <pc:sldMk cId="1770939533" sldId="264"/>
        </pc:sldMkLst>
        <pc:picChg chg="add">
          <ac:chgData name="Kumar, Shankar (Contractor)" userId="d7d2038c-4287-4a61-af48-330653fba828" providerId="ADAL" clId="{C484FBE5-0466-41D3-AB43-9724FA5AC2EF}" dt="2025-10-08T03:49:40.828" v="17" actId="22"/>
          <ac:picMkLst>
            <pc:docMk/>
            <pc:sldMk cId="1770939533" sldId="264"/>
            <ac:picMk id="5" creationId="{ADF30345-4352-F1A1-1EBE-14A1640E9F17}"/>
          </ac:picMkLst>
        </pc:picChg>
      </pc:sldChg>
      <pc:sldChg chg="modSp new mod">
        <pc:chgData name="Kumar, Shankar (Contractor)" userId="d7d2038c-4287-4a61-af48-330653fba828" providerId="ADAL" clId="{C484FBE5-0466-41D3-AB43-9724FA5AC2EF}" dt="2025-10-17T04:19:08.960" v="233" actId="15"/>
        <pc:sldMkLst>
          <pc:docMk/>
          <pc:sldMk cId="3933292494" sldId="265"/>
        </pc:sldMkLst>
        <pc:spChg chg="mod">
          <ac:chgData name="Kumar, Shankar (Contractor)" userId="d7d2038c-4287-4a61-af48-330653fba828" providerId="ADAL" clId="{C484FBE5-0466-41D3-AB43-9724FA5AC2EF}" dt="2025-10-08T03:51:03.937" v="21"/>
          <ac:spMkLst>
            <pc:docMk/>
            <pc:sldMk cId="3933292494" sldId="265"/>
            <ac:spMk id="2" creationId="{CC582FD6-6054-81D8-EDF0-2768803BAE2B}"/>
          </ac:spMkLst>
        </pc:spChg>
        <pc:spChg chg="mod">
          <ac:chgData name="Kumar, Shankar (Contractor)" userId="d7d2038c-4287-4a61-af48-330653fba828" providerId="ADAL" clId="{C484FBE5-0466-41D3-AB43-9724FA5AC2EF}" dt="2025-10-17T04:19:08.960" v="233" actId="15"/>
          <ac:spMkLst>
            <pc:docMk/>
            <pc:sldMk cId="3933292494" sldId="265"/>
            <ac:spMk id="3" creationId="{2A3390F4-C939-914F-7A83-DE85E399178E}"/>
          </ac:spMkLst>
        </pc:spChg>
      </pc:sldChg>
      <pc:sldChg chg="modSp new mod">
        <pc:chgData name="Kumar, Shankar (Contractor)" userId="d7d2038c-4287-4a61-af48-330653fba828" providerId="ADAL" clId="{C484FBE5-0466-41D3-AB43-9724FA5AC2EF}" dt="2025-10-08T04:43:06.163" v="78" actId="20577"/>
        <pc:sldMkLst>
          <pc:docMk/>
          <pc:sldMk cId="1927266331" sldId="266"/>
        </pc:sldMkLst>
        <pc:spChg chg="mod">
          <ac:chgData name="Kumar, Shankar (Contractor)" userId="d7d2038c-4287-4a61-af48-330653fba828" providerId="ADAL" clId="{C484FBE5-0466-41D3-AB43-9724FA5AC2EF}" dt="2025-10-08T03:52:20.221" v="27"/>
          <ac:spMkLst>
            <pc:docMk/>
            <pc:sldMk cId="1927266331" sldId="266"/>
            <ac:spMk id="2" creationId="{BA6B9B8A-1D74-12BD-CE6F-4C8E105B8F80}"/>
          </ac:spMkLst>
        </pc:spChg>
        <pc:spChg chg="mod">
          <ac:chgData name="Kumar, Shankar (Contractor)" userId="d7d2038c-4287-4a61-af48-330653fba828" providerId="ADAL" clId="{C484FBE5-0466-41D3-AB43-9724FA5AC2EF}" dt="2025-10-08T04:43:06.163" v="78" actId="20577"/>
          <ac:spMkLst>
            <pc:docMk/>
            <pc:sldMk cId="1927266331" sldId="266"/>
            <ac:spMk id="3" creationId="{B9ACDE29-35C0-3840-3A0F-126B9AE37EEC}"/>
          </ac:spMkLst>
        </pc:spChg>
      </pc:sldChg>
      <pc:sldChg chg="addSp delSp modSp new mod modClrScheme chgLayout">
        <pc:chgData name="Kumar, Shankar (Contractor)" userId="d7d2038c-4287-4a61-af48-330653fba828" providerId="ADAL" clId="{C484FBE5-0466-41D3-AB43-9724FA5AC2EF}" dt="2025-10-08T04:49:44.012" v="175" actId="27636"/>
        <pc:sldMkLst>
          <pc:docMk/>
          <pc:sldMk cId="3398172162" sldId="267"/>
        </pc:sldMkLst>
        <pc:spChg chg="add del mod ord">
          <ac:chgData name="Kumar, Shankar (Contractor)" userId="d7d2038c-4287-4a61-af48-330653fba828" providerId="ADAL" clId="{C484FBE5-0466-41D3-AB43-9724FA5AC2EF}" dt="2025-10-08T03:53:35.436" v="45" actId="700"/>
          <ac:spMkLst>
            <pc:docMk/>
            <pc:sldMk cId="3398172162" sldId="267"/>
            <ac:spMk id="2" creationId="{78F3C9AC-1637-D8E5-1561-FC2A000AB16A}"/>
          </ac:spMkLst>
        </pc:spChg>
        <pc:spChg chg="mod ord">
          <ac:chgData name="Kumar, Shankar (Contractor)" userId="d7d2038c-4287-4a61-af48-330653fba828" providerId="ADAL" clId="{C484FBE5-0466-41D3-AB43-9724FA5AC2EF}" dt="2025-10-08T04:49:44.012" v="175" actId="27636"/>
          <ac:spMkLst>
            <pc:docMk/>
            <pc:sldMk cId="3398172162" sldId="267"/>
            <ac:spMk id="3" creationId="{FA97D5C3-76A8-94DC-7699-27FD39B65AD1}"/>
          </ac:spMkLst>
        </pc:spChg>
      </pc:sldChg>
      <pc:sldChg chg="addSp delSp modSp new mod modClrScheme chgLayout">
        <pc:chgData name="Kumar, Shankar (Contractor)" userId="d7d2038c-4287-4a61-af48-330653fba828" providerId="ADAL" clId="{C484FBE5-0466-41D3-AB43-9724FA5AC2EF}" dt="2025-10-08T05:19:36.968" v="208" actId="27636"/>
        <pc:sldMkLst>
          <pc:docMk/>
          <pc:sldMk cId="1357597082" sldId="268"/>
        </pc:sldMkLst>
        <pc:spChg chg="add mod ord">
          <ac:chgData name="Kumar, Shankar (Contractor)" userId="d7d2038c-4287-4a61-af48-330653fba828" providerId="ADAL" clId="{C484FBE5-0466-41D3-AB43-9724FA5AC2EF}" dt="2025-10-08T05:19:36.905" v="207" actId="700"/>
          <ac:spMkLst>
            <pc:docMk/>
            <pc:sldMk cId="1357597082" sldId="268"/>
            <ac:spMk id="2" creationId="{2D09C625-BD14-8C7C-EAD8-CE1C30A443D0}"/>
          </ac:spMkLst>
        </pc:spChg>
        <pc:spChg chg="mod ord">
          <ac:chgData name="Kumar, Shankar (Contractor)" userId="d7d2038c-4287-4a61-af48-330653fba828" providerId="ADAL" clId="{C484FBE5-0466-41D3-AB43-9724FA5AC2EF}" dt="2025-10-08T05:19:36.968" v="208" actId="27636"/>
          <ac:spMkLst>
            <pc:docMk/>
            <pc:sldMk cId="1357597082" sldId="268"/>
            <ac:spMk id="3" creationId="{C236A2FD-8518-3EF7-997B-A3AC6B4C08B0}"/>
          </ac:spMkLst>
        </pc:spChg>
      </pc:sldChg>
      <pc:sldChg chg="addSp delSp modSp new mod">
        <pc:chgData name="Kumar, Shankar (Contractor)" userId="d7d2038c-4287-4a61-af48-330653fba828" providerId="ADAL" clId="{C484FBE5-0466-41D3-AB43-9724FA5AC2EF}" dt="2025-10-17T04:20:37.759" v="240" actId="27636"/>
        <pc:sldMkLst>
          <pc:docMk/>
          <pc:sldMk cId="1809958401" sldId="269"/>
        </pc:sldMkLst>
        <pc:spChg chg="add del mod">
          <ac:chgData name="Kumar, Shankar (Contractor)" userId="d7d2038c-4287-4a61-af48-330653fba828" providerId="ADAL" clId="{C484FBE5-0466-41D3-AB43-9724FA5AC2EF}" dt="2025-10-17T04:20:14.126" v="234" actId="1076"/>
          <ac:spMkLst>
            <pc:docMk/>
            <pc:sldMk cId="1809958401" sldId="269"/>
            <ac:spMk id="2" creationId="{7B366DD9-992A-A651-03DE-32E7C4163D6E}"/>
          </ac:spMkLst>
        </pc:spChg>
        <pc:spChg chg="mod">
          <ac:chgData name="Kumar, Shankar (Contractor)" userId="d7d2038c-4287-4a61-af48-330653fba828" providerId="ADAL" clId="{C484FBE5-0466-41D3-AB43-9724FA5AC2EF}" dt="2025-10-17T04:20:37.759" v="240" actId="27636"/>
          <ac:spMkLst>
            <pc:docMk/>
            <pc:sldMk cId="1809958401" sldId="269"/>
            <ac:spMk id="3" creationId="{1AB2E6E7-B751-6A9A-AC25-24B82F84F6A5}"/>
          </ac:spMkLst>
        </pc:spChg>
      </pc:sldChg>
      <pc:sldChg chg="modSp new mod">
        <pc:chgData name="Kumar, Shankar (Contractor)" userId="d7d2038c-4287-4a61-af48-330653fba828" providerId="ADAL" clId="{C484FBE5-0466-41D3-AB43-9724FA5AC2EF}" dt="2025-10-08T04:50:33.565" v="183" actId="20577"/>
        <pc:sldMkLst>
          <pc:docMk/>
          <pc:sldMk cId="3188007037" sldId="270"/>
        </pc:sldMkLst>
        <pc:spChg chg="mod">
          <ac:chgData name="Kumar, Shankar (Contractor)" userId="d7d2038c-4287-4a61-af48-330653fba828" providerId="ADAL" clId="{C484FBE5-0466-41D3-AB43-9724FA5AC2EF}" dt="2025-10-08T04:50:33.565" v="183" actId="20577"/>
          <ac:spMkLst>
            <pc:docMk/>
            <pc:sldMk cId="3188007037" sldId="270"/>
            <ac:spMk id="2" creationId="{5DA1ED88-6907-E90F-33EF-5E72172DF8EE}"/>
          </ac:spMkLst>
        </pc:spChg>
        <pc:spChg chg="mod">
          <ac:chgData name="Kumar, Shankar (Contractor)" userId="d7d2038c-4287-4a61-af48-330653fba828" providerId="ADAL" clId="{C484FBE5-0466-41D3-AB43-9724FA5AC2EF}" dt="2025-10-08T04:44:29.403" v="121" actId="20577"/>
          <ac:spMkLst>
            <pc:docMk/>
            <pc:sldMk cId="3188007037" sldId="270"/>
            <ac:spMk id="3" creationId="{D6F2B9F5-0547-94B8-21D8-732ED20223A3}"/>
          </ac:spMkLst>
        </pc:spChg>
      </pc:sldChg>
      <pc:sldChg chg="addSp delSp modSp new mod modClrScheme chgLayout">
        <pc:chgData name="Kumar, Shankar (Contractor)" userId="d7d2038c-4287-4a61-af48-330653fba828" providerId="ADAL" clId="{C484FBE5-0466-41D3-AB43-9724FA5AC2EF}" dt="2025-10-17T04:28:03.206" v="383" actId="14100"/>
        <pc:sldMkLst>
          <pc:docMk/>
          <pc:sldMk cId="2761843003" sldId="271"/>
        </pc:sldMkLst>
        <pc:spChg chg="del mod">
          <ac:chgData name="Kumar, Shankar (Contractor)" userId="d7d2038c-4287-4a61-af48-330653fba828" providerId="ADAL" clId="{C484FBE5-0466-41D3-AB43-9724FA5AC2EF}" dt="2025-10-17T04:24:00.544" v="325" actId="478"/>
          <ac:spMkLst>
            <pc:docMk/>
            <pc:sldMk cId="2761843003" sldId="271"/>
            <ac:spMk id="2" creationId="{D97C95FC-EE6B-CED5-65C3-7C2C71E8EDD7}"/>
          </ac:spMkLst>
        </pc:spChg>
        <pc:spChg chg="mod ord">
          <ac:chgData name="Kumar, Shankar (Contractor)" userId="d7d2038c-4287-4a61-af48-330653fba828" providerId="ADAL" clId="{C484FBE5-0466-41D3-AB43-9724FA5AC2EF}" dt="2025-10-17T04:27:50.663" v="381" actId="255"/>
          <ac:spMkLst>
            <pc:docMk/>
            <pc:sldMk cId="2761843003" sldId="271"/>
            <ac:spMk id="3" creationId="{27C2DBD2-732D-9F10-8BDD-5D9B03567F27}"/>
          </ac:spMkLst>
        </pc:spChg>
        <pc:spChg chg="add del mod">
          <ac:chgData name="Kumar, Shankar (Contractor)" userId="d7d2038c-4287-4a61-af48-330653fba828" providerId="ADAL" clId="{C484FBE5-0466-41D3-AB43-9724FA5AC2EF}" dt="2025-10-17T04:24:03.326" v="326" actId="478"/>
          <ac:spMkLst>
            <pc:docMk/>
            <pc:sldMk cId="2761843003" sldId="271"/>
            <ac:spMk id="5" creationId="{573FDB7D-695D-C0C2-52FD-5A0668D8090E}"/>
          </ac:spMkLst>
        </pc:spChg>
        <pc:spChg chg="add mod ord">
          <ac:chgData name="Kumar, Shankar (Contractor)" userId="d7d2038c-4287-4a61-af48-330653fba828" providerId="ADAL" clId="{C484FBE5-0466-41D3-AB43-9724FA5AC2EF}" dt="2025-10-17T04:25:12.303" v="343" actId="14100"/>
          <ac:spMkLst>
            <pc:docMk/>
            <pc:sldMk cId="2761843003" sldId="271"/>
            <ac:spMk id="6" creationId="{588C4921-4673-86E3-CB07-4F2F9BC565DC}"/>
          </ac:spMkLst>
        </pc:spChg>
        <pc:spChg chg="add mod ord">
          <ac:chgData name="Kumar, Shankar (Contractor)" userId="d7d2038c-4287-4a61-af48-330653fba828" providerId="ADAL" clId="{C484FBE5-0466-41D3-AB43-9724FA5AC2EF}" dt="2025-10-17T04:28:03.206" v="383" actId="14100"/>
          <ac:spMkLst>
            <pc:docMk/>
            <pc:sldMk cId="2761843003" sldId="271"/>
            <ac:spMk id="7" creationId="{937598B9-80B8-43F8-3178-AD5A517C83F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7285-FF06-0BC4-909D-E69C54DD2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E41EF-425D-98BA-1046-918B1A375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14D09-DCDC-C602-8AEC-3D7FA26A4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BA4B-5816-4124-9702-C0C8237F606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DB43-89D2-7715-73EB-3B2A1AAB4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2CD00-F15E-9DA4-F76D-2C91AA56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8336-C428-488D-A672-7F3700E7C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8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73D2-0240-9578-4305-BBFE6646D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1710F-1C5D-E23B-50B7-56B28EEA1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7B3C5-BD7E-5146-7975-A7F7E282F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BA4B-5816-4124-9702-C0C8237F606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8C606-5146-27C9-2D5E-8C95C4438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36645-7221-4BA3-9E0B-9CCAA3F69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8336-C428-488D-A672-7F3700E7C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253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4843-E35C-9D7F-2C7E-AFE8AEF2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0FAD2-6C1F-EBEE-7E3B-A7FC94AF3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CDF5B-3679-9F5F-D978-173ACE89A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BA4B-5816-4124-9702-C0C8237F606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222C1-4825-4C45-534D-AE47DAE0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6E07A-42E5-E2C6-341A-F0E66C27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8336-C428-488D-A672-7F3700E7C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59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EC05F-AFD8-02A0-B7D6-CECF17CF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54D58-3EBD-0292-4B08-F25930317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4C32B-EABF-27B2-94F4-654D3BA12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2DE29-29A4-D09A-67E7-4C5A4403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BA4B-5816-4124-9702-C0C8237F606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BFEECB-298A-32F2-DD77-80FC0B181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941E6-94CF-8C90-5F34-1B57E91C1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8336-C428-488D-A672-7F3700E7C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536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7F230-B7AA-B3B7-0656-DC25DC735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712F8-E88A-386B-C5CA-8CE926E52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61A85-8EAA-A807-BC92-E2E8B9D7C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63B48B-333A-6C15-8981-E4FCA6467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1595D8-3C7C-EC39-C3DF-D0E43B344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C8DFDD-2409-D51A-02B2-ABFA3FDD5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BA4B-5816-4124-9702-C0C8237F606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8483F1-94FA-8CB8-B604-FB3B31597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4D28EE-DD3C-25BC-C58A-544B6B1C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8336-C428-488D-A672-7F3700E7C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20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2EF5-29EA-A840-7A5B-F166F502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D6F629-5E2D-AA30-9B97-633B2347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BA4B-5816-4124-9702-C0C8237F606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D9BA7-BD06-F93D-32FD-B3EBF069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FB1C0-F203-0843-39B8-91D73484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8336-C428-488D-A672-7F3700E7C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62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5A100E-BB5B-AAA3-330E-B4E94AF11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BA4B-5816-4124-9702-C0C8237F606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A8D6CC-BBE8-D62B-73EA-AAFD5FF9E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79F90-3214-880A-9CAC-0FE13087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8336-C428-488D-A672-7F3700E7C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585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9B3E-2D32-3ED0-FBAF-1A328B79F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1A37B-1027-0C05-3FBC-2D00B65ED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E1B54-5C56-21B7-3963-CBFFBA150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A7905-293B-82F4-40C4-E2C95C66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BA4B-5816-4124-9702-C0C8237F606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335CD-2EED-9476-7E3D-49D0DE898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5F0D2-D59D-C9F8-BAAB-C4CF242D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8336-C428-488D-A672-7F3700E7C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07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2ADC2-2ED1-1E9D-02F1-D9B6381A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27BBD-38AB-DE29-8BAD-C6D5E4690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2D7D1-9654-3632-76C5-752F0C2C0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06CD4-00C8-924D-5478-144C5547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BA4B-5816-4124-9702-C0C8237F606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F098F-8F90-CF94-0830-0D3067A2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9E67F-8CB7-B1BD-C1DC-B0E60F3B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8336-C428-488D-A672-7F3700E7C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27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A7132-6295-D260-1DDA-8BECF7436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2B481-1AD5-67AF-238D-7F370BDEC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CBF48-3B8D-AD04-CAC8-970A273B9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BA4B-5816-4124-9702-C0C8237F606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DCB9B-4B6A-62AF-5A87-D1220C0E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36F8B-D13A-8F36-1BD0-B364E74C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8336-C428-488D-A672-7F3700E7C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41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384648-B369-D103-4CD2-39103F291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FF459-88C8-5878-3EB6-A5D28FFB5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5C949-03C0-BC49-89AC-517E8E32C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BA4B-5816-4124-9702-C0C8237F606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B6B0A-3CC0-6E48-A7A9-C8594CD8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2B1C5-C158-4938-D133-2DA05B492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08336-C428-488D-A672-7F3700E7C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68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AF92B-BCE5-E875-4AB3-DEE23571D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E088D-E550-3B5F-B0C0-644769F2B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F0DC0-5ED9-852C-E6FA-D56A569FB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42BA4B-5816-4124-9702-C0C8237F606F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B363B-A4C7-8D79-A531-B893D2ED5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EC940-8A7F-04F8-B17A-DE1D7C0EE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08336-C428-488D-A672-7F3700E7C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61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B59F5C-2621-16C3-D131-1798FB3E4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130" y="0"/>
            <a:ext cx="98397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15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439BD-6319-F264-3F3C-194743186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4952B-2B0D-8944-02DA-037ACF81F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1B555-1374-967A-5327-67DED61F9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933" y="0"/>
            <a:ext cx="92461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5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7F62-B222-8A8B-C379-5A68A1FF5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25D4C-38E0-A727-0BB2-3AA84D52E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612C1-F88C-36D6-D9BE-606FF1F0B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71" y="423443"/>
            <a:ext cx="10440857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18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EBEE-C7B4-E317-EAC9-3F5A073DF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3C504-B706-90C9-EAFC-92EC902FD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0C5915-534F-BA37-0B8F-CDA093B80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1" y="37626"/>
            <a:ext cx="9840698" cy="67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863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0549-6EAC-D3B3-B4A4-0E6D8624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2C627-75BB-12C1-7F4F-7423681F2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D3E5B-DA93-ED69-EDC0-FD0667FCD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18" y="-741308"/>
            <a:ext cx="8830907" cy="57062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8DFC05-075B-1EF9-4C64-FFD679344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50089"/>
            <a:ext cx="10297962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75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F3E2-CC47-3948-918B-D233D8B3D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6BBB0-6B46-AEAC-E674-A0FBE0F98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63A33B-75E1-61B4-E52D-EA4C1AB64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14" y="23337"/>
            <a:ext cx="10012172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1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7A82-1DCC-A50E-FA3F-D4C720EE4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ECC1-8F57-D803-AA5F-0D8F99B52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FEBB5-39DC-DDF5-DA9E-0A11895F6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969" y="1023602"/>
            <a:ext cx="5992061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35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FE89-95EC-7399-ABE7-FA60D3D58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6E2C6-BEAA-A022-37FC-8E7B4BB04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B2D37-D217-59D3-11A6-66370D4E6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311" y="199574"/>
            <a:ext cx="6649378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24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D5D8-7737-80CE-B3D8-03DF44283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B557-FC59-04EF-7F5A-681DB3ABF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30345-4352-F1A1-1EBE-14A1640E9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092" y="0"/>
            <a:ext cx="4685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939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82FD6-6054-81D8-EDF0-2768803B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@ExceptionHandler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390F4-C939-914F-7A83-DE85E3991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@ExceptionHandler annotation </a:t>
            </a:r>
          </a:p>
          <a:p>
            <a:pPr lvl="1"/>
            <a:r>
              <a:rPr lang="en-US" dirty="0"/>
              <a:t>It handles exceptions by creating a method to catch specific exceptions and return a customized response, often within a @ControllerAdvice class for global handling. </a:t>
            </a:r>
          </a:p>
          <a:p>
            <a:endParaRPr lang="en-US" dirty="0"/>
          </a:p>
          <a:p>
            <a:r>
              <a:rPr lang="en-US" dirty="0"/>
              <a:t>@ControllerAdvice </a:t>
            </a:r>
          </a:p>
          <a:p>
            <a:pPr lvl="1"/>
            <a:r>
              <a:rPr lang="en-US" dirty="0"/>
              <a:t>can define an </a:t>
            </a:r>
            <a:r>
              <a:rPr lang="en-US" dirty="0" err="1"/>
              <a:t>ExceptionHandler</a:t>
            </a:r>
            <a:r>
              <a:rPr lang="en-US" dirty="0"/>
              <a:t> method for a custom </a:t>
            </a:r>
            <a:r>
              <a:rPr lang="en-US" dirty="0" err="1"/>
              <a:t>MyCustomException</a:t>
            </a:r>
            <a:r>
              <a:rPr lang="en-US" dirty="0"/>
              <a:t> that returns a tailored </a:t>
            </a:r>
            <a:r>
              <a:rPr lang="en-US" dirty="0" err="1"/>
              <a:t>ErrorResponse</a:t>
            </a:r>
            <a:r>
              <a:rPr lang="en-US" dirty="0"/>
              <a:t> object to the user, rather than a generic error.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292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9B8A-1D74-12BD-CE6F-4C8E105B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use @ExceptionHandler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DE29-35C0-3840-3A0F-126B9AE37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Controller-level: When placed directly within a @Controller or @RestController class, the @ExceptionHandler method will only handle exceptions for that specific controller.</a:t>
            </a:r>
          </a:p>
          <a:p>
            <a:r>
              <a:rPr lang="en-US" dirty="0"/>
              <a:t> This is useful for handling exceptions specific to a particular set of endpoints.</a:t>
            </a:r>
          </a:p>
          <a:p>
            <a:r>
              <a:rPr lang="en-US" dirty="0"/>
              <a:t>Global-level: By placing the @ExceptionHandler method inside a class annotated with @ControllerAdvice, you can centralize exception handling for all controllers in your application.</a:t>
            </a:r>
          </a:p>
          <a:p>
            <a:r>
              <a:rPr lang="en-US" dirty="0"/>
              <a:t> This is the recommended approach for providing a consistent error-handling strategy across your entire application.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7266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C9AC-1637-D8E5-1561-FC2A000A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@ExceptionHandler example with @ControllerAdvice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7D5C3-76A8-94DC-7699-27FD39B65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The most common and effective pattern is to combine @ExceptionHandler with @ControllerAdvice for global error handling.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1. Define custom exceptions</a:t>
            </a:r>
          </a:p>
          <a:p>
            <a:pPr marL="0" indent="0">
              <a:buNone/>
            </a:pPr>
            <a:r>
              <a:rPr lang="en-US" dirty="0"/>
              <a:t>Create a custom exception for a specific business rule, such as when a requested resource is not found. </a:t>
            </a:r>
          </a:p>
          <a:p>
            <a:pPr marL="0" indent="0">
              <a:buNone/>
            </a:pPr>
            <a:r>
              <a:rPr lang="en-US" dirty="0"/>
              <a:t>java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ResourceNotFoundException</a:t>
            </a:r>
            <a:r>
              <a:rPr lang="en-US" dirty="0"/>
              <a:t> extends </a:t>
            </a:r>
            <a:r>
              <a:rPr lang="en-US" dirty="0" err="1"/>
              <a:t>RuntimeException</a:t>
            </a:r>
            <a:r>
              <a:rPr lang="en-US" dirty="0"/>
              <a:t>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private static final long </a:t>
            </a:r>
            <a:r>
              <a:rPr lang="en-US" dirty="0" err="1"/>
              <a:t>serialVersionUID</a:t>
            </a:r>
            <a:r>
              <a:rPr lang="en-US" dirty="0"/>
              <a:t> = 1L;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public </a:t>
            </a:r>
            <a:r>
              <a:rPr lang="en-US" dirty="0" err="1"/>
              <a:t>ResourceNotFoundException</a:t>
            </a:r>
            <a:r>
              <a:rPr lang="en-US" dirty="0"/>
              <a:t>(String msg) {</a:t>
            </a:r>
          </a:p>
          <a:p>
            <a:pPr marL="0" indent="0">
              <a:buNone/>
            </a:pPr>
            <a:r>
              <a:rPr lang="en-US" dirty="0"/>
              <a:t>    super(msg);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8172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1ED88-6907-E90F-33EF-5E72172DF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ErrorMessage.java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2B9F5-0547-94B8-21D8-732ED2022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ErrorMessage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private int </a:t>
            </a:r>
            <a:r>
              <a:rPr lang="en-IN" dirty="0" err="1"/>
              <a:t>statusCode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private String message;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public </a:t>
            </a:r>
            <a:r>
              <a:rPr lang="en-IN" dirty="0" err="1"/>
              <a:t>ErrorMessage</a:t>
            </a:r>
            <a:r>
              <a:rPr lang="en-IN" dirty="0"/>
              <a:t>(int </a:t>
            </a:r>
            <a:r>
              <a:rPr lang="en-IN" dirty="0" err="1"/>
              <a:t>statusCode</a:t>
            </a:r>
            <a:r>
              <a:rPr lang="en-IN" dirty="0"/>
              <a:t>, String message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this.statusCode</a:t>
            </a:r>
            <a:r>
              <a:rPr lang="en-IN" dirty="0"/>
              <a:t> = </a:t>
            </a:r>
            <a:r>
              <a:rPr lang="en-IN" dirty="0" err="1"/>
              <a:t>statusCode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lang="en-IN" dirty="0" err="1"/>
              <a:t>this.message</a:t>
            </a:r>
            <a:r>
              <a:rPr lang="en-IN" dirty="0"/>
              <a:t> = message;</a:t>
            </a:r>
          </a:p>
          <a:p>
            <a:pPr marL="0" indent="0">
              <a:buNone/>
            </a:pPr>
            <a:r>
              <a:rPr lang="en-IN" dirty="0"/>
              <a:t>     }</a:t>
            </a:r>
          </a:p>
          <a:p>
            <a:pPr marL="0" indent="0">
              <a:buNone/>
            </a:pPr>
            <a:r>
              <a:rPr lang="en-IN" dirty="0"/>
              <a:t>// getter, setter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007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C625-BD14-8C7C-EAD8-CE1C30A44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global exception handler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6A2FD-8518-3EF7-997B-A3AC6B4C0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2. Create a global exception handler</a:t>
            </a:r>
          </a:p>
          <a:p>
            <a:pPr marL="0" indent="0">
              <a:buNone/>
            </a:pPr>
            <a:r>
              <a:rPr lang="en-IN" dirty="0"/>
              <a:t>Create a class with the @ControllerAdvice annotation. This class will contain @ExceptionHandler methods to catch specific exceptions thrown from any controller. </a:t>
            </a:r>
          </a:p>
          <a:p>
            <a:pPr marL="0" indent="0">
              <a:buNone/>
            </a:pPr>
            <a:r>
              <a:rPr lang="en-IN" dirty="0"/>
              <a:t>The methods can then build a custom, user-friendly </a:t>
            </a:r>
            <a:r>
              <a:rPr lang="en-IN" dirty="0" err="1"/>
              <a:t>ResponseEntity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7597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6DD9-992A-A651-03DE-32E7C4163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76" y="-101219"/>
            <a:ext cx="10515600" cy="1325563"/>
          </a:xfrm>
        </p:spPr>
        <p:txBody>
          <a:bodyPr/>
          <a:lstStyle/>
          <a:p>
            <a:r>
              <a:rPr lang="en-US" dirty="0"/>
              <a:t> Throw the exception from a controller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2E6E7-B751-6A9A-AC25-24B82F84F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600760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@ControllerAdvice</a:t>
            </a:r>
          </a:p>
          <a:p>
            <a:pPr marL="0" indent="0">
              <a:buNone/>
            </a:pPr>
            <a:r>
              <a:rPr lang="en-IN" sz="1800" dirty="0"/>
              <a:t>public class </a:t>
            </a:r>
            <a:r>
              <a:rPr lang="en-IN" sz="1800" dirty="0" err="1"/>
              <a:t>ControllerExceptionHandler</a:t>
            </a:r>
            <a:r>
              <a:rPr lang="en-IN" sz="1800" dirty="0"/>
              <a:t> {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    @ExceptionHandler(ResourceNotFoundException.class)</a:t>
            </a:r>
          </a:p>
          <a:p>
            <a:pPr marL="0" indent="0">
              <a:buNone/>
            </a:pPr>
            <a:r>
              <a:rPr lang="en-IN" sz="1800" dirty="0"/>
              <a:t>    public </a:t>
            </a:r>
            <a:r>
              <a:rPr lang="en-IN" sz="1800" dirty="0" err="1"/>
              <a:t>ResponseEntity</a:t>
            </a:r>
            <a:r>
              <a:rPr lang="en-IN" sz="1800" dirty="0"/>
              <a:t>&lt;</a:t>
            </a:r>
            <a:r>
              <a:rPr lang="en-IN" sz="1800" dirty="0" err="1"/>
              <a:t>ErrorMessage</a:t>
            </a:r>
            <a:r>
              <a:rPr lang="en-IN" sz="1800" dirty="0"/>
              <a:t>&gt; </a:t>
            </a:r>
            <a:r>
              <a:rPr lang="en-IN" sz="1800" dirty="0" err="1"/>
              <a:t>resourceNotFoundException</a:t>
            </a:r>
            <a:r>
              <a:rPr lang="en-IN" sz="1800" dirty="0"/>
              <a:t>(</a:t>
            </a:r>
            <a:r>
              <a:rPr lang="en-IN" sz="1800" dirty="0" err="1"/>
              <a:t>ResourceNotFoundException</a:t>
            </a:r>
            <a:r>
              <a:rPr lang="en-IN" sz="1800" dirty="0"/>
              <a:t> ex) {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ErrorMessage</a:t>
            </a:r>
            <a:r>
              <a:rPr lang="en-IN" sz="1800" dirty="0"/>
              <a:t> message = new </a:t>
            </a:r>
            <a:r>
              <a:rPr lang="en-IN" sz="1800" dirty="0" err="1"/>
              <a:t>ErrorMessage</a:t>
            </a:r>
            <a:r>
              <a:rPr lang="en-IN" sz="1800" dirty="0"/>
              <a:t>(</a:t>
            </a:r>
          </a:p>
          <a:p>
            <a:pPr marL="0" indent="0">
              <a:buNone/>
            </a:pPr>
            <a:r>
              <a:rPr lang="en-IN" sz="1800" dirty="0"/>
              <a:t>                </a:t>
            </a:r>
            <a:r>
              <a:rPr lang="en-IN" sz="1800" dirty="0" err="1"/>
              <a:t>HttpStatus.NOT_FOUND.value</a:t>
            </a:r>
            <a:r>
              <a:rPr lang="en-IN" sz="1800" dirty="0"/>
              <a:t>(),</a:t>
            </a:r>
          </a:p>
          <a:p>
            <a:pPr marL="0" indent="0">
              <a:buNone/>
            </a:pPr>
            <a:r>
              <a:rPr lang="en-IN" sz="1800" dirty="0"/>
              <a:t>                </a:t>
            </a:r>
            <a:r>
              <a:rPr lang="en-IN" sz="1800" dirty="0" err="1"/>
              <a:t>ex.getMessage</a:t>
            </a:r>
            <a:r>
              <a:rPr lang="en-IN" sz="1800" dirty="0"/>
              <a:t>());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        return new </a:t>
            </a:r>
            <a:r>
              <a:rPr lang="en-IN" sz="1800" dirty="0" err="1"/>
              <a:t>ResponseEntity</a:t>
            </a:r>
            <a:r>
              <a:rPr lang="en-IN" sz="1800" dirty="0"/>
              <a:t>&lt;</a:t>
            </a:r>
            <a:r>
              <a:rPr lang="en-IN" sz="1800" dirty="0" err="1"/>
              <a:t>ErrorMessage</a:t>
            </a:r>
            <a:r>
              <a:rPr lang="en-IN" sz="1800" dirty="0"/>
              <a:t>&gt;(message, </a:t>
            </a:r>
            <a:r>
              <a:rPr lang="en-IN" sz="1800" dirty="0" err="1"/>
              <a:t>HttpStatus.NOT_FOUND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    }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    @ExceptionHandler(Exception.class)</a:t>
            </a:r>
          </a:p>
          <a:p>
            <a:pPr marL="0" indent="0">
              <a:buNone/>
            </a:pPr>
            <a:r>
              <a:rPr lang="en-IN" sz="1800" dirty="0"/>
              <a:t>    public </a:t>
            </a:r>
            <a:r>
              <a:rPr lang="en-IN" sz="1800" dirty="0" err="1"/>
              <a:t>ResponseEntity</a:t>
            </a:r>
            <a:r>
              <a:rPr lang="en-IN" sz="1800" dirty="0"/>
              <a:t>&lt;</a:t>
            </a:r>
            <a:r>
              <a:rPr lang="en-IN" sz="1800" dirty="0" err="1"/>
              <a:t>ErrorMessage</a:t>
            </a:r>
            <a:r>
              <a:rPr lang="en-IN" sz="1800" dirty="0"/>
              <a:t>&gt; </a:t>
            </a:r>
            <a:r>
              <a:rPr lang="en-IN" sz="1800" dirty="0" err="1"/>
              <a:t>globalExceptionHandler</a:t>
            </a:r>
            <a:r>
              <a:rPr lang="en-IN" sz="1800" dirty="0"/>
              <a:t>(Exception ex) {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ErrorMessage</a:t>
            </a:r>
            <a:r>
              <a:rPr lang="en-IN" sz="1800" dirty="0"/>
              <a:t> message = new </a:t>
            </a:r>
            <a:r>
              <a:rPr lang="en-IN" sz="1800" dirty="0" err="1"/>
              <a:t>ErrorMessage</a:t>
            </a:r>
            <a:r>
              <a:rPr lang="en-IN" sz="1800" dirty="0"/>
              <a:t>(</a:t>
            </a:r>
          </a:p>
          <a:p>
            <a:pPr marL="0" indent="0">
              <a:buNone/>
            </a:pPr>
            <a:r>
              <a:rPr lang="en-IN" sz="1800" dirty="0"/>
              <a:t>                </a:t>
            </a:r>
            <a:r>
              <a:rPr lang="en-IN" sz="1800" dirty="0" err="1"/>
              <a:t>HttpStatus.INTERNAL_SERVER_ERROR.value</a:t>
            </a:r>
            <a:r>
              <a:rPr lang="en-IN" sz="1800" dirty="0"/>
              <a:t>(),</a:t>
            </a:r>
          </a:p>
          <a:p>
            <a:pPr marL="0" indent="0">
              <a:buNone/>
            </a:pPr>
            <a:r>
              <a:rPr lang="en-IN" sz="1800" dirty="0"/>
              <a:t>                </a:t>
            </a:r>
            <a:r>
              <a:rPr lang="en-IN" sz="1800" dirty="0" err="1"/>
              <a:t>ex.getMessage</a:t>
            </a:r>
            <a:r>
              <a:rPr lang="en-IN" sz="1800" dirty="0"/>
              <a:t>());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        return new </a:t>
            </a:r>
            <a:r>
              <a:rPr lang="en-IN" sz="1800" dirty="0" err="1"/>
              <a:t>ResponseEntity</a:t>
            </a:r>
            <a:r>
              <a:rPr lang="en-IN" sz="1800" dirty="0"/>
              <a:t>&lt;</a:t>
            </a:r>
            <a:r>
              <a:rPr lang="en-IN" sz="1800" dirty="0" err="1"/>
              <a:t>ErrorMessage</a:t>
            </a:r>
            <a:r>
              <a:rPr lang="en-IN" sz="1800" dirty="0"/>
              <a:t>&gt;(message, </a:t>
            </a:r>
            <a:r>
              <a:rPr lang="en-IN" sz="1800" dirty="0" err="1"/>
              <a:t>HttpStatus.INTERNAL_SERVER_ERROR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    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09958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8C4921-4673-86E3-CB07-4F2F9BC56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9547"/>
          </a:xfrm>
        </p:spPr>
        <p:txBody>
          <a:bodyPr>
            <a:normAutofit fontScale="90000"/>
          </a:bodyPr>
          <a:lstStyle/>
          <a:p>
            <a:r>
              <a:rPr lang="en-US" dirty="0"/>
              <a:t>In controller no need to handle using try and catch.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2DBD2-732D-9F10-8BDD-5D9B03567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49224"/>
            <a:ext cx="5181600" cy="66111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@RestController</a:t>
            </a:r>
          </a:p>
          <a:p>
            <a:pPr marL="0" indent="0">
              <a:buNone/>
            </a:pPr>
            <a:r>
              <a:rPr lang="en-US" sz="1200" dirty="0"/>
              <a:t>@RequestMapping("/")</a:t>
            </a:r>
          </a:p>
          <a:p>
            <a:pPr marL="0" indent="0">
              <a:buNone/>
            </a:pPr>
            <a:r>
              <a:rPr lang="en-US" sz="1200" dirty="0"/>
              <a:t>public class </a:t>
            </a:r>
            <a:r>
              <a:rPr lang="en-US" sz="1200" dirty="0" err="1"/>
              <a:t>CustomerController</a:t>
            </a:r>
            <a:r>
              <a:rPr lang="en-US" sz="1200" dirty="0"/>
              <a:t> {</a:t>
            </a:r>
          </a:p>
          <a:p>
            <a:pPr marL="0" indent="0">
              <a:buNone/>
            </a:pPr>
            <a:r>
              <a:rPr lang="en-US" sz="1200" dirty="0"/>
              <a:t>    @Autowired</a:t>
            </a:r>
          </a:p>
          <a:p>
            <a:pPr marL="0" indent="0">
              <a:buNone/>
            </a:pPr>
            <a:r>
              <a:rPr lang="en-US" sz="1200" dirty="0"/>
              <a:t>    private </a:t>
            </a:r>
            <a:r>
              <a:rPr lang="en-US" sz="1200" dirty="0" err="1"/>
              <a:t>CustomerRepository</a:t>
            </a:r>
            <a:r>
              <a:rPr lang="en-US" sz="1200" dirty="0"/>
              <a:t> </a:t>
            </a:r>
            <a:r>
              <a:rPr lang="en-US" sz="1200" dirty="0" err="1"/>
              <a:t>customerRepository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@GetMapping("/customer")</a:t>
            </a:r>
          </a:p>
          <a:p>
            <a:pPr marL="0" indent="0">
              <a:buNone/>
            </a:pPr>
            <a:r>
              <a:rPr lang="en-US" sz="1200" dirty="0"/>
              <a:t>    public </a:t>
            </a:r>
            <a:r>
              <a:rPr lang="en-US" sz="1200" dirty="0" err="1"/>
              <a:t>ResponseEntity</a:t>
            </a:r>
            <a:r>
              <a:rPr lang="en-US" sz="1200" dirty="0"/>
              <a:t>&lt;List&lt;Customer&gt;&gt; </a:t>
            </a:r>
            <a:r>
              <a:rPr lang="en-US" sz="1200" dirty="0" err="1"/>
              <a:t>getAll</a:t>
            </a:r>
            <a:r>
              <a:rPr lang="en-US" sz="1200" dirty="0"/>
              <a:t>() {</a:t>
            </a:r>
          </a:p>
          <a:p>
            <a:pPr marL="0" indent="0">
              <a:buNone/>
            </a:pPr>
            <a:r>
              <a:rPr lang="en-US" sz="1200" dirty="0"/>
              <a:t>        if (</a:t>
            </a:r>
            <a:r>
              <a:rPr lang="en-US" sz="1200" dirty="0" err="1"/>
              <a:t>customerRepository.findAll</a:t>
            </a:r>
            <a:r>
              <a:rPr lang="en-US" sz="1200" dirty="0"/>
              <a:t>().</a:t>
            </a:r>
            <a:r>
              <a:rPr lang="en-US" sz="1200" dirty="0" err="1"/>
              <a:t>isEmpty</a:t>
            </a:r>
            <a:r>
              <a:rPr lang="en-US" sz="1200" dirty="0"/>
              <a:t>()) {</a:t>
            </a:r>
          </a:p>
          <a:p>
            <a:pPr marL="0" indent="0">
              <a:buNone/>
            </a:pPr>
            <a:r>
              <a:rPr lang="en-US" sz="1200" dirty="0"/>
              <a:t>//            return new </a:t>
            </a:r>
            <a:r>
              <a:rPr lang="en-US" sz="1200" dirty="0" err="1"/>
              <a:t>ResponseEntity</a:t>
            </a:r>
            <a:r>
              <a:rPr lang="en-US" sz="1200" dirty="0"/>
              <a:t>&lt;&gt;(</a:t>
            </a:r>
            <a:r>
              <a:rPr lang="en-US" sz="1200" dirty="0" err="1"/>
              <a:t>HttpStatus.NO_CONTENT</a:t>
            </a:r>
            <a:r>
              <a:rPr lang="en-US" sz="1200" dirty="0"/>
              <a:t>);</a:t>
            </a:r>
          </a:p>
          <a:p>
            <a:pPr marL="0" indent="0">
              <a:buNone/>
            </a:pPr>
            <a:r>
              <a:rPr lang="en-US" sz="1200" dirty="0"/>
              <a:t>             throw new </a:t>
            </a:r>
            <a:r>
              <a:rPr lang="en-US" sz="1200" dirty="0" err="1"/>
              <a:t>ResourceNotFoundException</a:t>
            </a:r>
            <a:r>
              <a:rPr lang="en-US" sz="1200" dirty="0"/>
              <a:t>("list  is empty");</a:t>
            </a:r>
          </a:p>
          <a:p>
            <a:pPr marL="0" indent="0">
              <a:buNone/>
            </a:pPr>
            <a:r>
              <a:rPr lang="en-US" sz="1200" dirty="0"/>
              <a:t>        } else</a:t>
            </a:r>
          </a:p>
          <a:p>
            <a:pPr marL="0" indent="0">
              <a:buNone/>
            </a:pPr>
            <a:r>
              <a:rPr lang="en-US" sz="1200" dirty="0"/>
              <a:t>            return new </a:t>
            </a:r>
            <a:r>
              <a:rPr lang="en-US" sz="1200" dirty="0" err="1"/>
              <a:t>ResponseEntity</a:t>
            </a:r>
            <a:r>
              <a:rPr lang="en-US" sz="1200" dirty="0"/>
              <a:t>&lt;&gt;(</a:t>
            </a:r>
            <a:r>
              <a:rPr lang="en-US" sz="1200" dirty="0" err="1"/>
              <a:t>customerRepository.findAll</a:t>
            </a:r>
            <a:r>
              <a:rPr lang="en-US" sz="1200" dirty="0"/>
              <a:t>(), </a:t>
            </a:r>
            <a:r>
              <a:rPr lang="en-US" sz="1200" dirty="0" err="1"/>
              <a:t>HttpStatus.OK</a:t>
            </a:r>
            <a:r>
              <a:rPr lang="en-US" sz="1200" dirty="0"/>
              <a:t>);</a:t>
            </a:r>
          </a:p>
          <a:p>
            <a:pPr marL="0" indent="0">
              <a:buNone/>
            </a:pPr>
            <a:r>
              <a:rPr lang="en-US" sz="1200" dirty="0"/>
              <a:t>    }</a:t>
            </a:r>
          </a:p>
          <a:p>
            <a:pPr marL="0" indent="0">
              <a:buNone/>
            </a:pPr>
            <a:r>
              <a:rPr lang="en-US" sz="1200" dirty="0"/>
              <a:t>    @PostMapping("/customer")</a:t>
            </a:r>
          </a:p>
          <a:p>
            <a:pPr marL="0" indent="0">
              <a:buNone/>
            </a:pPr>
            <a:r>
              <a:rPr lang="en-US" sz="1200" dirty="0"/>
              <a:t>    public </a:t>
            </a:r>
            <a:r>
              <a:rPr lang="en-US" sz="1200" dirty="0" err="1"/>
              <a:t>ResponseEntity</a:t>
            </a:r>
            <a:r>
              <a:rPr lang="en-US" sz="1200" dirty="0"/>
              <a:t>&lt;Customer&gt; </a:t>
            </a:r>
            <a:r>
              <a:rPr lang="en-US" sz="1200" dirty="0" err="1"/>
              <a:t>addCustomer</a:t>
            </a:r>
            <a:r>
              <a:rPr lang="en-US" sz="1200" dirty="0"/>
              <a:t>(@RequestBody Customer customer) {</a:t>
            </a:r>
          </a:p>
          <a:p>
            <a:pPr marL="0" indent="0">
              <a:buNone/>
            </a:pPr>
            <a:r>
              <a:rPr lang="en-US" sz="1200" dirty="0"/>
              <a:t>        return  new </a:t>
            </a:r>
            <a:r>
              <a:rPr lang="en-US" sz="1200" dirty="0" err="1"/>
              <a:t>ResponseEntity</a:t>
            </a:r>
            <a:r>
              <a:rPr lang="en-US" sz="1200" dirty="0"/>
              <a:t>&lt;Customer&gt;(</a:t>
            </a:r>
            <a:r>
              <a:rPr lang="en-US" sz="1200" dirty="0" err="1"/>
              <a:t>customerRepository.save</a:t>
            </a:r>
            <a:r>
              <a:rPr lang="en-US" sz="1200" dirty="0"/>
              <a:t>(customer), </a:t>
            </a:r>
            <a:r>
              <a:rPr lang="en-US" sz="1200" dirty="0" err="1"/>
              <a:t>HttpStatus.FOUND</a:t>
            </a:r>
            <a:r>
              <a:rPr lang="en-US" sz="1200" dirty="0"/>
              <a:t>);</a:t>
            </a:r>
          </a:p>
          <a:p>
            <a:pPr marL="0" indent="0">
              <a:buNone/>
            </a:pPr>
            <a:r>
              <a:rPr lang="en-US" sz="1200" dirty="0"/>
              <a:t>    }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7598B9-80B8-43F8-3178-AD5A517C8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57784"/>
            <a:ext cx="5181600" cy="6007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dirty="0"/>
              <a:t> @PutMapping("/customer")</a:t>
            </a:r>
          </a:p>
          <a:p>
            <a:pPr marL="0" indent="0">
              <a:buNone/>
            </a:pPr>
            <a:r>
              <a:rPr lang="en-US" sz="1100" dirty="0"/>
              <a:t>    public </a:t>
            </a:r>
            <a:r>
              <a:rPr lang="en-US" sz="1100" dirty="0" err="1"/>
              <a:t>ResponseEntity</a:t>
            </a:r>
            <a:r>
              <a:rPr lang="en-US" sz="1100" dirty="0"/>
              <a:t>&lt;Customer&gt; </a:t>
            </a:r>
            <a:r>
              <a:rPr lang="en-US" sz="1100" dirty="0" err="1"/>
              <a:t>updateCustomer</a:t>
            </a:r>
            <a:r>
              <a:rPr lang="en-US" sz="1100" dirty="0"/>
              <a:t>(@RequestBody Customer customer) {</a:t>
            </a:r>
          </a:p>
          <a:p>
            <a:pPr marL="0" indent="0">
              <a:buNone/>
            </a:pPr>
            <a:r>
              <a:rPr lang="en-US" sz="1100" dirty="0"/>
              <a:t>        Customer c = </a:t>
            </a:r>
            <a:r>
              <a:rPr lang="en-US" sz="1100" dirty="0" err="1"/>
              <a:t>customerRepository.findById</a:t>
            </a:r>
            <a:r>
              <a:rPr lang="en-US" sz="1100" dirty="0"/>
              <a:t>(</a:t>
            </a:r>
            <a:r>
              <a:rPr lang="en-US" sz="1100" dirty="0" err="1"/>
              <a:t>customer.getId</a:t>
            </a:r>
            <a:r>
              <a:rPr lang="en-US" sz="1100" dirty="0"/>
              <a:t>()).</a:t>
            </a:r>
            <a:r>
              <a:rPr lang="en-US" sz="1100" dirty="0" err="1"/>
              <a:t>orElseThrow</a:t>
            </a:r>
            <a:r>
              <a:rPr lang="en-US" sz="1100" dirty="0"/>
              <a:t>(() -&gt; new </a:t>
            </a:r>
            <a:r>
              <a:rPr lang="en-US" sz="1100" dirty="0" err="1"/>
              <a:t>ResourceNotFoundException</a:t>
            </a:r>
            <a:r>
              <a:rPr lang="en-US" sz="1100" dirty="0"/>
              <a:t>("no customer found with id " +</a:t>
            </a:r>
            <a:r>
              <a:rPr lang="en-US" sz="1100" dirty="0" err="1"/>
              <a:t>customer.getId</a:t>
            </a:r>
            <a:r>
              <a:rPr lang="en-US" sz="1100" dirty="0"/>
              <a:t>()));</a:t>
            </a:r>
          </a:p>
          <a:p>
            <a:pPr marL="0" indent="0">
              <a:buNone/>
            </a:pPr>
            <a:r>
              <a:rPr lang="en-US" sz="1100" dirty="0"/>
              <a:t>        return new </a:t>
            </a:r>
            <a:r>
              <a:rPr lang="en-US" sz="1100" dirty="0" err="1"/>
              <a:t>ResponseEntity</a:t>
            </a:r>
            <a:r>
              <a:rPr lang="en-US" sz="1100" dirty="0"/>
              <a:t>&lt;&gt;(</a:t>
            </a:r>
            <a:r>
              <a:rPr lang="en-US" sz="1100" dirty="0" err="1"/>
              <a:t>customerRepository.save</a:t>
            </a:r>
            <a:r>
              <a:rPr lang="en-US" sz="1100" dirty="0"/>
              <a:t>(customer), </a:t>
            </a:r>
            <a:r>
              <a:rPr lang="en-US" sz="1100" dirty="0" err="1"/>
              <a:t>HttpStatus.FOUND</a:t>
            </a:r>
            <a:r>
              <a:rPr lang="en-US" sz="1100" dirty="0"/>
              <a:t>);</a:t>
            </a:r>
          </a:p>
          <a:p>
            <a:pPr marL="0" indent="0">
              <a:buNone/>
            </a:pPr>
            <a:r>
              <a:rPr lang="en-US" sz="1100" dirty="0"/>
              <a:t>    }</a:t>
            </a:r>
          </a:p>
          <a:p>
            <a:pPr marL="0" indent="0">
              <a:buNone/>
            </a:pPr>
            <a:r>
              <a:rPr lang="en-US" sz="1100" dirty="0"/>
              <a:t>    @GetMapping("/customer/{id}")</a:t>
            </a:r>
          </a:p>
          <a:p>
            <a:pPr marL="0" indent="0">
              <a:buNone/>
            </a:pPr>
            <a:r>
              <a:rPr lang="en-US" sz="1100" dirty="0"/>
              <a:t> public Customer </a:t>
            </a:r>
            <a:r>
              <a:rPr lang="en-US" sz="1100" dirty="0" err="1"/>
              <a:t>searchCustomerById</a:t>
            </a:r>
            <a:r>
              <a:rPr lang="en-US" sz="1100" dirty="0"/>
              <a:t>(@PathVariable Integer id){</a:t>
            </a:r>
          </a:p>
          <a:p>
            <a:pPr marL="0" indent="0">
              <a:buNone/>
            </a:pPr>
            <a:r>
              <a:rPr lang="en-US" sz="1100" dirty="0"/>
              <a:t>    public </a:t>
            </a:r>
            <a:r>
              <a:rPr lang="en-US" sz="1100" dirty="0" err="1"/>
              <a:t>ResponseEntity</a:t>
            </a:r>
            <a:r>
              <a:rPr lang="en-US" sz="1100" dirty="0"/>
              <a:t>&lt;Customer&gt; </a:t>
            </a:r>
            <a:r>
              <a:rPr lang="en-US" sz="1100" dirty="0" err="1"/>
              <a:t>searchCustomerById</a:t>
            </a:r>
            <a:r>
              <a:rPr lang="en-US" sz="1100" dirty="0"/>
              <a:t>(@PathVariable Integer id) {</a:t>
            </a:r>
          </a:p>
          <a:p>
            <a:pPr marL="0" indent="0">
              <a:buNone/>
            </a:pPr>
            <a:r>
              <a:rPr lang="en-US" sz="1100" dirty="0"/>
              <a:t>        Customer c = </a:t>
            </a:r>
            <a:r>
              <a:rPr lang="en-US" sz="1100" dirty="0" err="1"/>
              <a:t>customerRepository.findById</a:t>
            </a:r>
            <a:r>
              <a:rPr lang="en-US" sz="1100" dirty="0"/>
              <a:t>(id).</a:t>
            </a:r>
            <a:r>
              <a:rPr lang="en-US" sz="1100" dirty="0" err="1"/>
              <a:t>orElseThrow</a:t>
            </a:r>
            <a:r>
              <a:rPr lang="en-US" sz="1100" dirty="0"/>
              <a:t>(() -&gt; new </a:t>
            </a:r>
            <a:r>
              <a:rPr lang="en-US" sz="1100" dirty="0" err="1"/>
              <a:t>ResourceNotFoundException</a:t>
            </a:r>
            <a:r>
              <a:rPr lang="en-US" sz="1100" dirty="0"/>
              <a:t>("no customer found with id " + id));</a:t>
            </a:r>
          </a:p>
          <a:p>
            <a:pPr marL="0" indent="0">
              <a:buNone/>
            </a:pPr>
            <a:r>
              <a:rPr lang="en-US" sz="1100" dirty="0"/>
              <a:t>        return new </a:t>
            </a:r>
            <a:r>
              <a:rPr lang="en-US" sz="1100" dirty="0" err="1"/>
              <a:t>ResponseEntity</a:t>
            </a:r>
            <a:r>
              <a:rPr lang="en-US" sz="1100" dirty="0"/>
              <a:t>&lt;&gt;(c, </a:t>
            </a:r>
            <a:r>
              <a:rPr lang="en-US" sz="1100" dirty="0" err="1"/>
              <a:t>HttpStatus.OK</a:t>
            </a:r>
            <a:r>
              <a:rPr lang="en-US" sz="1100" dirty="0"/>
              <a:t>);</a:t>
            </a:r>
          </a:p>
          <a:p>
            <a:pPr marL="0" indent="0">
              <a:buNone/>
            </a:pPr>
            <a:r>
              <a:rPr lang="en-US" sz="1100" dirty="0"/>
              <a:t>    }</a:t>
            </a:r>
          </a:p>
          <a:p>
            <a:pPr marL="0" indent="0">
              <a:buNone/>
            </a:pPr>
            <a:r>
              <a:rPr lang="en-US" sz="1100" dirty="0"/>
              <a:t>    @DeleteMapping("/customer/{id}")</a:t>
            </a:r>
          </a:p>
          <a:p>
            <a:pPr marL="0" indent="0">
              <a:buNone/>
            </a:pPr>
            <a:r>
              <a:rPr lang="en-US" sz="1100" dirty="0"/>
              <a:t>    public </a:t>
            </a:r>
            <a:r>
              <a:rPr lang="en-US" sz="1100" dirty="0" err="1"/>
              <a:t>ResponseEntity</a:t>
            </a:r>
            <a:r>
              <a:rPr lang="en-US" sz="1100" dirty="0"/>
              <a:t>&lt;Customer&gt; </a:t>
            </a:r>
            <a:r>
              <a:rPr lang="en-US" sz="1100" dirty="0" err="1"/>
              <a:t>deleteCustomerByid</a:t>
            </a:r>
            <a:r>
              <a:rPr lang="en-US" sz="1100" dirty="0"/>
              <a:t>(@PathVariable("id") int id) {</a:t>
            </a:r>
          </a:p>
          <a:p>
            <a:pPr marL="0" indent="0">
              <a:buNone/>
            </a:pPr>
            <a:r>
              <a:rPr lang="en-US" sz="1100" dirty="0"/>
              <a:t>        Customer c = </a:t>
            </a:r>
            <a:r>
              <a:rPr lang="en-US" sz="1100" dirty="0" err="1"/>
              <a:t>customerRepository.findById</a:t>
            </a:r>
            <a:r>
              <a:rPr lang="en-US" sz="1100" dirty="0"/>
              <a:t>(id).</a:t>
            </a:r>
            <a:r>
              <a:rPr lang="en-US" sz="1100" dirty="0" err="1"/>
              <a:t>orElseThrow</a:t>
            </a:r>
            <a:r>
              <a:rPr lang="en-US" sz="1100" dirty="0"/>
              <a:t>(() -&gt; new </a:t>
            </a:r>
            <a:r>
              <a:rPr lang="en-US" sz="1100" dirty="0" err="1"/>
              <a:t>ResourceNotFoundException</a:t>
            </a:r>
            <a:r>
              <a:rPr lang="en-US" sz="1100" dirty="0"/>
              <a:t>("no customer found with id " + id));</a:t>
            </a:r>
          </a:p>
          <a:p>
            <a:pPr marL="0" indent="0">
              <a:buNone/>
            </a:pPr>
            <a:r>
              <a:rPr lang="en-US" sz="1100" dirty="0"/>
              <a:t>        </a:t>
            </a:r>
            <a:r>
              <a:rPr lang="en-US" sz="1100" dirty="0" err="1"/>
              <a:t>customerRepository.deleteById</a:t>
            </a:r>
            <a:r>
              <a:rPr lang="en-US" sz="1100" dirty="0"/>
              <a:t>(id);</a:t>
            </a:r>
          </a:p>
          <a:p>
            <a:pPr marL="0" indent="0">
              <a:buNone/>
            </a:pPr>
            <a:r>
              <a:rPr lang="en-US" sz="1100" dirty="0"/>
              <a:t>        return new </a:t>
            </a:r>
            <a:r>
              <a:rPr lang="en-US" sz="1100" dirty="0" err="1"/>
              <a:t>ResponseEntity</a:t>
            </a:r>
            <a:r>
              <a:rPr lang="en-US" sz="1100" dirty="0"/>
              <a:t>&lt;&gt;(c, </a:t>
            </a:r>
            <a:r>
              <a:rPr lang="en-US" sz="1100" dirty="0" err="1"/>
              <a:t>HttpStatus.OK</a:t>
            </a:r>
            <a:r>
              <a:rPr lang="en-US" sz="1100" dirty="0"/>
              <a:t>);</a:t>
            </a:r>
          </a:p>
          <a:p>
            <a:pPr marL="0" indent="0">
              <a:buNone/>
            </a:pPr>
            <a:r>
              <a:rPr lang="en-US" sz="1100" dirty="0"/>
              <a:t>    }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/>
              <a:t>}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761843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801</Words>
  <Application>Microsoft Office PowerPoint</Application>
  <PresentationFormat>Widescreen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@ExceptionHandler</vt:lpstr>
      <vt:lpstr>Two ways to use @ExceptionHandler </vt:lpstr>
      <vt:lpstr>@ExceptionHandler example with @ControllerAdvice </vt:lpstr>
      <vt:lpstr>ErrorMessage.java</vt:lpstr>
      <vt:lpstr>global exception handler</vt:lpstr>
      <vt:lpstr> Throw the exception from a controller </vt:lpstr>
      <vt:lpstr>In controller no need to handle using try and catch. 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1</cp:revision>
  <dcterms:created xsi:type="dcterms:W3CDTF">2025-10-08T03:44:54Z</dcterms:created>
  <dcterms:modified xsi:type="dcterms:W3CDTF">2025-10-17T04:28:08Z</dcterms:modified>
</cp:coreProperties>
</file>