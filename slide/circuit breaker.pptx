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ED2B-D57A-FD8B-2D2F-E90E58855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7B879-A80B-835E-0127-8F0A6118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26B33-7A25-E49F-0C70-265909E3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198EE-26E9-750A-0470-ABB9B8C3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B3476-2CD6-FA9A-1E6E-16F13384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05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FE3F-BDA9-B255-630F-AD8D1D29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E38E-C48E-8970-9763-7FC13298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7F081-FBCD-6EA5-299E-893229D3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9D498-42DF-0D9A-444B-DAE45EC3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4128B-F40F-3559-2D43-9EEA7FF2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7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CAE6-C244-5E78-8340-5F98D2D67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A0600-9717-FE36-2D92-D063AADAB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AFAE-697D-6FAB-8A22-3AB752BC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970B4-B7AD-1184-000B-BE3E09F6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79F4B-903D-03CE-5B80-F47EC72E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8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C673-A1CB-3EEA-3D41-031DB86E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D54C4-51A1-FB12-CC4F-4A3DCA132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57163-7DC1-D239-4FAE-94481B0CD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951-5D98-8104-8DD9-81F7A39B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897C-BD8C-27C5-7BFF-2DD3E38C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E52F2-A49A-A17E-900F-E1300678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65CA-0C11-9CEC-1684-D10F7BEE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66C02-924C-807C-5500-0EAAA03D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B058-DD82-72F8-59AC-1159162E1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27B78-C99B-3F30-ED83-1C2D67327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805E8-7E35-8466-E39B-85F6AAEFA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8EC5D-6F71-9645-B1F1-D9BF3156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8D363-ADF9-C841-207C-A498361F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533DF-4CE4-0394-2733-29BA8207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50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425F-9C89-F5CB-06D7-B8D11A42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0D480-EDAC-53FE-FE82-E2A0B45C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9CFAC-DB80-DA8F-C9C5-465D2C25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EAFAB-A981-860D-DA08-9060B45F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9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27F94-F61D-0095-C4B0-944ECCED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11CA6-1FE2-2345-868C-FE94CAC9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FE5E8-5023-05A5-FE9E-BFD018EE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2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DF98-F704-489E-001C-C290BEAF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C91D9-C639-F362-C135-7DF2ED84A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29825-6CFE-11B0-9122-911CCF802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97DE-7B65-2115-8CDD-06878A72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FEEDA-93F1-1921-E2E7-FAE62BC8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7C358-37EE-4EC8-B932-C1060B98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45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42A5-4B6F-47FF-ABD7-A48809B8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ACD34-91DA-1026-3FBC-A10850FEB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D1010-2841-B645-5527-A325BE422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B2DED-6E53-FCFF-1C65-634769ED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2FE0D-3CA8-4E60-A48E-421784BA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E93F6-4B8A-4CAD-03D1-2F4C03CD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0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8264-5045-D483-6343-B051F1D7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CB656-324B-1CF1-4C03-7243C89AD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26DE0-C789-1DF6-6B3E-CF6332E1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99C2-7AD5-063D-BF5E-8F491375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EAF2-277B-7AB4-FB59-2724499D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967FC0-BD60-2BE8-1383-A40EE22A2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6EF05-FFED-A8B1-1F1B-E31B4DC9E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E2EE3-B42A-66C3-3175-8E2E7E64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FB79D-B8B0-E962-D309-DF5D7545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C23F9-1634-3E06-8910-5B237078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31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578A0-EDED-11F8-C51C-3B412D32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141B6-36B4-F895-65CB-6C5CFD3EA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AFDB-FF21-A6FD-C098-BC75F058C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85175-88E5-4EF6-956D-9083B04B191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DAFEE-0902-C142-AD4A-117D8FAC2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46EB8-17A9-1018-9E0D-CCECDF738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DF9A1-78F7-4664-A992-50AEFC1E7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0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E5DD-3C18-485C-0FD0-1F3568B13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1B13D-C1DE-37BC-0BB7-CE757A1ED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942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2025-10-30T04:08:29Z</dcterms:created>
  <dcterms:modified xsi:type="dcterms:W3CDTF">2025-10-30T04:08:50Z</dcterms:modified>
</cp:coreProperties>
</file>