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9BA1ED-5156-4FA3-BA4A-BED3E6E6418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3786E1BA-CE85-47A9-A2F9-E833A6DB41CE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A0CA3-E2E7-494C-A1BC-76EF1515DA5A}" v="6" dt="2025-10-13T03:34:1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006A0CA3-E2E7-494C-A1BC-76EF1515DA5A}"/>
    <pc:docChg chg="custSel addSld modSld addSection modSection">
      <pc:chgData name="Kumar, Shankar (Contractor)" userId="d7d2038c-4287-4a61-af48-330653fba828" providerId="ADAL" clId="{006A0CA3-E2E7-494C-A1BC-76EF1515DA5A}" dt="2025-10-13T03:34:36.523" v="125" actId="20577"/>
      <pc:docMkLst>
        <pc:docMk/>
      </pc:docMkLst>
      <pc:sldChg chg="delSp modSp mod">
        <pc:chgData name="Kumar, Shankar (Contractor)" userId="d7d2038c-4287-4a61-af48-330653fba828" providerId="ADAL" clId="{006A0CA3-E2E7-494C-A1BC-76EF1515DA5A}" dt="2025-10-13T03:29:22.010" v="14" actId="15"/>
        <pc:sldMkLst>
          <pc:docMk/>
          <pc:sldMk cId="1284770769" sldId="260"/>
        </pc:sldMkLst>
        <pc:spChg chg="mod">
          <ac:chgData name="Kumar, Shankar (Contractor)" userId="d7d2038c-4287-4a61-af48-330653fba828" providerId="ADAL" clId="{006A0CA3-E2E7-494C-A1BC-76EF1515DA5A}" dt="2025-10-13T03:29:22.010" v="14" actId="15"/>
          <ac:spMkLst>
            <pc:docMk/>
            <pc:sldMk cId="1284770769" sldId="260"/>
            <ac:spMk id="3" creationId="{E928F885-D0CB-5EB2-D0A5-C9D43A3EFF24}"/>
          </ac:spMkLst>
        </pc:spChg>
      </pc:sldChg>
      <pc:sldChg chg="addSp modSp new mod">
        <pc:chgData name="Kumar, Shankar (Contractor)" userId="d7d2038c-4287-4a61-af48-330653fba828" providerId="ADAL" clId="{006A0CA3-E2E7-494C-A1BC-76EF1515DA5A}" dt="2025-10-13T03:32:06.645" v="57" actId="20577"/>
        <pc:sldMkLst>
          <pc:docMk/>
          <pc:sldMk cId="570139616" sldId="261"/>
        </pc:sldMkLst>
        <pc:spChg chg="mod">
          <ac:chgData name="Kumar, Shankar (Contractor)" userId="d7d2038c-4287-4a61-af48-330653fba828" providerId="ADAL" clId="{006A0CA3-E2E7-494C-A1BC-76EF1515DA5A}" dt="2025-10-13T03:32:06.645" v="57" actId="20577"/>
          <ac:spMkLst>
            <pc:docMk/>
            <pc:sldMk cId="570139616" sldId="261"/>
            <ac:spMk id="2" creationId="{12CA61AD-9337-1835-A642-7170E4CB62C5}"/>
          </ac:spMkLst>
        </pc:spChg>
        <pc:spChg chg="mod">
          <ac:chgData name="Kumar, Shankar (Contractor)" userId="d7d2038c-4287-4a61-af48-330653fba828" providerId="ADAL" clId="{006A0CA3-E2E7-494C-A1BC-76EF1515DA5A}" dt="2025-10-13T03:31:53.356" v="40" actId="27636"/>
          <ac:spMkLst>
            <pc:docMk/>
            <pc:sldMk cId="570139616" sldId="261"/>
            <ac:spMk id="3" creationId="{1BFBB875-792C-FF34-14CD-05DC2A09F85A}"/>
          </ac:spMkLst>
        </pc:spChg>
        <pc:spChg chg="add">
          <ac:chgData name="Kumar, Shankar (Contractor)" userId="d7d2038c-4287-4a61-af48-330653fba828" providerId="ADAL" clId="{006A0CA3-E2E7-494C-A1BC-76EF1515DA5A}" dt="2025-10-13T03:31:47.723" v="37"/>
          <ac:spMkLst>
            <pc:docMk/>
            <pc:sldMk cId="570139616" sldId="261"/>
            <ac:spMk id="4" creationId="{1FD6D411-7ECB-F91D-6AAF-89AD62C6C462}"/>
          </ac:spMkLst>
        </pc:spChg>
      </pc:sldChg>
      <pc:sldChg chg="modSp new mod">
        <pc:chgData name="Kumar, Shankar (Contractor)" userId="d7d2038c-4287-4a61-af48-330653fba828" providerId="ADAL" clId="{006A0CA3-E2E7-494C-A1BC-76EF1515DA5A}" dt="2025-10-13T03:33:10.525" v="99" actId="27636"/>
        <pc:sldMkLst>
          <pc:docMk/>
          <pc:sldMk cId="3294269854" sldId="262"/>
        </pc:sldMkLst>
        <pc:spChg chg="mod">
          <ac:chgData name="Kumar, Shankar (Contractor)" userId="d7d2038c-4287-4a61-af48-330653fba828" providerId="ADAL" clId="{006A0CA3-E2E7-494C-A1BC-76EF1515DA5A}" dt="2025-10-13T03:32:37.832" v="67" actId="20577"/>
          <ac:spMkLst>
            <pc:docMk/>
            <pc:sldMk cId="3294269854" sldId="262"/>
            <ac:spMk id="2" creationId="{DB73FFDC-6032-D0B0-95C6-DE28C3FA8CDD}"/>
          </ac:spMkLst>
        </pc:spChg>
        <pc:spChg chg="mod">
          <ac:chgData name="Kumar, Shankar (Contractor)" userId="d7d2038c-4287-4a61-af48-330653fba828" providerId="ADAL" clId="{006A0CA3-E2E7-494C-A1BC-76EF1515DA5A}" dt="2025-10-13T03:33:10.525" v="99" actId="27636"/>
          <ac:spMkLst>
            <pc:docMk/>
            <pc:sldMk cId="3294269854" sldId="262"/>
            <ac:spMk id="3" creationId="{B5B22E0F-215B-8A5F-D976-94F21549DF81}"/>
          </ac:spMkLst>
        </pc:spChg>
      </pc:sldChg>
      <pc:sldChg chg="modSp new mod">
        <pc:chgData name="Kumar, Shankar (Contractor)" userId="d7d2038c-4287-4a61-af48-330653fba828" providerId="ADAL" clId="{006A0CA3-E2E7-494C-A1BC-76EF1515DA5A}" dt="2025-10-13T03:34:36.523" v="125" actId="20577"/>
        <pc:sldMkLst>
          <pc:docMk/>
          <pc:sldMk cId="1158674600" sldId="263"/>
        </pc:sldMkLst>
        <pc:spChg chg="mod">
          <ac:chgData name="Kumar, Shankar (Contractor)" userId="d7d2038c-4287-4a61-af48-330653fba828" providerId="ADAL" clId="{006A0CA3-E2E7-494C-A1BC-76EF1515DA5A}" dt="2025-10-13T03:34:36.523" v="125" actId="20577"/>
          <ac:spMkLst>
            <pc:docMk/>
            <pc:sldMk cId="1158674600" sldId="263"/>
            <ac:spMk id="2" creationId="{52F16583-1D60-5FF1-A334-1905E346D841}"/>
          </ac:spMkLst>
        </pc:spChg>
        <pc:spChg chg="mod">
          <ac:chgData name="Kumar, Shankar (Contractor)" userId="d7d2038c-4287-4a61-af48-330653fba828" providerId="ADAL" clId="{006A0CA3-E2E7-494C-A1BC-76EF1515DA5A}" dt="2025-10-13T03:34:27.880" v="114" actId="20577"/>
          <ac:spMkLst>
            <pc:docMk/>
            <pc:sldMk cId="1158674600" sldId="263"/>
            <ac:spMk id="3" creationId="{8CACB7F4-861E-825B-7BD6-49EABEB3DF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1D50-C2E8-CDCE-2D86-969E773B4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3C103-ED11-A7E1-A93A-3FDA7C1BE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69583-8849-FDBB-7FE1-35F709F9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458AD-6006-D476-7C3E-BC427046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1B0A8-D562-F126-8C7A-1649A41B0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96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D21B-6849-6832-B383-BC626B06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BB3B-54DC-0ADF-10DC-146479421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9C0A0-81A8-EF69-F272-9329FF53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AA5FE-B419-3E0F-9BFE-53F05845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E96F-55AC-A583-2551-A2A76677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6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766C-FE76-AD0F-F9D2-67DE1BB0E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87645-E84D-594B-5773-3619BF3F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63691-7D69-3510-5EC9-86EC2000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D018-0C09-1CB2-EF63-A85B457B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C165A-A7CB-6189-5EC6-15F9D18C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80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A4AC-1C0D-7775-E63E-5F56851A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72158-E4BB-AA1B-DADD-3E4C06FA9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9F855-63A0-1487-48C4-7BE335484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05F9C-40DF-68CF-18B4-9E510BBB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F4F83-C0AE-1F95-9681-E8EA2468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1EBAF-6BCD-DF34-7978-FCF31857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85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C841-AD82-37E8-0320-D7A7F81A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19EF0-F64E-43E5-15EF-EC7F318A5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CFE13-E7E2-B3EA-9390-EB90A24C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B3817-B4DE-0927-3DB2-88ACFFF26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54B7A-1478-2D10-8260-BD3038D8F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8F1BC-2817-4721-7150-2EEE9EF8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A358-4D7A-C395-CE14-BAFAFD2CF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E97804-5B76-EC76-CD28-91F1AE54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FA52-7EF3-A68E-34BC-82A1E603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AF759-57DC-D964-1EDC-C0FA24967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28621-090D-159F-FF6C-24928BDC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7EAD9-60BD-171F-F606-54728D9C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41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0C9A5-5F46-BBA4-A360-B17225CA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CC1A3-47B6-35A7-7A20-6A05E181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37296-C1C1-9480-D191-B156A467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01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292B-466C-13A9-E047-B69ED1BF4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4043-70F8-8287-EF57-C448C5D12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0C357-CDE0-89D2-F21C-99125D273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C44B0-9958-7C41-9462-444EE488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BDFD8-6080-2C8C-8866-D4B860A4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3858F-D9FA-4186-8664-A752233D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256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BE4E3-9F2B-CE25-3B3E-7440761C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0BC45-0A80-D985-61BB-F5F2C1224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101C8-F9B4-76AF-702F-1BF84DF71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D8F55-03B0-64BE-FB82-1C198AB8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69B4F-05BA-A915-83B4-60A6B6E85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E1369-14BF-13C6-2ADB-E72B3E0F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6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7D664-DA62-CE2C-A216-6FA46094B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67770-013B-0DAE-FA70-ADA5766B9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5C0C1-8687-7478-D6A0-F9C28821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36AF5-66C7-4F7A-6AF6-66E40DAD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238A-ED45-F11E-59EF-8AF0A18CC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61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42AD01-D5E8-46C9-1916-066384259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D8430-6F42-D635-87CD-1D02D1E41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86D9D-870F-7D17-C986-AD5C0BB5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086D5-8A62-0643-BF84-D6BBADCF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B1DB-FAFE-E814-88CA-BA836182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79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10388-CAD2-C848-0C10-A6BB0EF2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DADCD-0EBD-28AE-FD4F-A57851595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5CE52-95F5-DA8D-9095-987B44204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7660C-F1C2-4872-8383-0A395C1EF72A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78197-D506-3CD8-614C-2A14358E0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C1F46-5123-D385-9C47-D8C9935B9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DA0A0-DDD2-4493-B509-6EBBC78B8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16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9143-D92B-EEA3-88FE-A1F00AB6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auditable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C6217-5996-61AC-A5E9-3F0AA3191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Data provides sophisticated support to transparently keep track of who created or changed an entity and when the change happened.</a:t>
            </a:r>
          </a:p>
          <a:p>
            <a:r>
              <a:rPr lang="en-US" dirty="0"/>
              <a:t>To benefit from that functionality, equip entity classes with auditing metadata that can be defined either using annotations or by implementing an interface. </a:t>
            </a:r>
          </a:p>
          <a:p>
            <a:r>
              <a:rPr lang="en-US" dirty="0"/>
              <a:t>Additionally, auditing has to be enabled either through Annotation configuration.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35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A85B-ADCA-7CC1-5512-1C8F70BB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41F4-E761-57A6-C9BB-D224992BA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mechanisms for implementing auditing in your applications. </a:t>
            </a:r>
          </a:p>
          <a:p>
            <a:r>
              <a:rPr lang="en-US" dirty="0"/>
              <a:t>Auditing allows to track changes made to your data entities, including who made the changes and when. </a:t>
            </a:r>
          </a:p>
          <a:p>
            <a:r>
              <a:rPr lang="en-US" dirty="0"/>
              <a:t>This is crucial for compliance, security, and debugging.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361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08D4-D889-72BB-FE65-DD8C9D1A7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Spring Data JPA Auditing Annotations: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AD11-286C-EF6D-DDA1-E73FE3092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@CreatedBy: Automatically populates the field with the identifier of the user who created the entity.</a:t>
            </a:r>
          </a:p>
          <a:p>
            <a:r>
              <a:rPr lang="en-US" dirty="0"/>
              <a:t>@CreatedDate: Automatically populates the field with the timestamp when the entity was created.</a:t>
            </a:r>
          </a:p>
          <a:p>
            <a:r>
              <a:rPr lang="en-US" dirty="0"/>
              <a:t>@LastModifiedBy: Automatically populates the field with the identifier of the user who last modified the entity.</a:t>
            </a:r>
          </a:p>
          <a:p>
            <a:r>
              <a:rPr lang="en-US" dirty="0"/>
              <a:t>@LastModifiedDate: Automatically populates the field with the timestamp when the entity was last modified.</a:t>
            </a:r>
          </a:p>
          <a:p>
            <a:r>
              <a:rPr lang="en-US" dirty="0"/>
              <a:t>@EnableJpaAuditing: This annotation enables JPA auditing in your Spring Boot application and is typically placed on a configuration 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189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4F28-7913-C977-F373-B98002C5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AuditorAware</a:t>
            </a:r>
            <a:r>
              <a:rPr lang="en-IN" dirty="0"/>
              <a:t> Interface: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4E8D9-7B30-BAFF-DDB1-2F4456D5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AuditorAware</a:t>
            </a:r>
            <a:r>
              <a:rPr lang="en-US" dirty="0"/>
              <a:t>&lt;T&gt; interface, provided by Spring Data, is a callback mechanism used to supply the current user for auditing purposes. </a:t>
            </a:r>
          </a:p>
          <a:p>
            <a:endParaRPr lang="en-US" dirty="0"/>
          </a:p>
          <a:p>
            <a:r>
              <a:rPr lang="en-US" dirty="0"/>
              <a:t>By implementing this interface, tell Spring's auditing infrastructure who is creating or modifying an entity, allowing fields like @CreatedBy and @LastModifiedBy to be automatically populated.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24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8F885-D0CB-5EB2-D0A5-C9D43A3E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5488"/>
            <a:ext cx="10515600" cy="5701475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AuditorAware</a:t>
            </a:r>
            <a:r>
              <a:rPr lang="en-US" dirty="0"/>
              <a:t> interface works as a "provider" for Spring's auditing system. Here's a breakdown of the key components: </a:t>
            </a:r>
          </a:p>
          <a:p>
            <a:pPr lvl="1"/>
            <a:r>
              <a:rPr lang="en-US" dirty="0"/>
              <a:t>Interface: It has a single method, Optional&lt;T&gt; </a:t>
            </a:r>
            <a:r>
              <a:rPr lang="en-US" dirty="0" err="1"/>
              <a:t>getCurrentAuditor</a:t>
            </a:r>
            <a:r>
              <a:rPr lang="en-US" dirty="0"/>
              <a:t>(), which you must implement.</a:t>
            </a:r>
          </a:p>
          <a:p>
            <a:pPr lvl="1"/>
            <a:r>
              <a:rPr lang="en-US" dirty="0"/>
              <a:t>Implementation: 	</a:t>
            </a:r>
          </a:p>
          <a:p>
            <a:pPr lvl="2"/>
            <a:r>
              <a:rPr lang="en-US" dirty="0"/>
              <a:t>Create a class that implements </a:t>
            </a:r>
            <a:r>
              <a:rPr lang="en-US" dirty="0" err="1"/>
              <a:t>AuditorAware</a:t>
            </a:r>
            <a:r>
              <a:rPr lang="en-US" dirty="0"/>
              <a:t> and provide the logic to determine the current user. In a Spring Security-enabled application, this often involves retrieving the user's information from the </a:t>
            </a:r>
            <a:r>
              <a:rPr lang="en-US" dirty="0" err="1"/>
              <a:t>SecurityContext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Bean Registration: </a:t>
            </a:r>
          </a:p>
          <a:p>
            <a:pPr lvl="2"/>
            <a:r>
              <a:rPr lang="en-US" dirty="0"/>
              <a:t>Custom </a:t>
            </a:r>
            <a:r>
              <a:rPr lang="en-US" dirty="0" err="1"/>
              <a:t>AuditorAware</a:t>
            </a:r>
            <a:r>
              <a:rPr lang="en-US" dirty="0"/>
              <a:t> implementation must be registered as a Spring bean within your application context.</a:t>
            </a:r>
          </a:p>
          <a:p>
            <a:pPr lvl="1"/>
            <a:r>
              <a:rPr lang="en-US" dirty="0"/>
              <a:t>Integration: </a:t>
            </a:r>
          </a:p>
          <a:p>
            <a:pPr lvl="2"/>
            <a:r>
              <a:rPr lang="en-US" dirty="0"/>
              <a:t>When Spring's </a:t>
            </a:r>
            <a:r>
              <a:rPr lang="en-US" dirty="0" err="1"/>
              <a:t>AuditingEntityListener</a:t>
            </a:r>
            <a:r>
              <a:rPr lang="en-US" dirty="0"/>
              <a:t> detects that an entity is being created or updated, it calls the </a:t>
            </a:r>
            <a:r>
              <a:rPr lang="en-US" dirty="0" err="1"/>
              <a:t>getCurrentAuditor</a:t>
            </a:r>
            <a:r>
              <a:rPr lang="en-US" dirty="0"/>
              <a:t>() method to get the user information and automatically populates the relevant audit fields in the entity.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77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61AD-9337-1835-A642-7170E4CB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and repository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BB875-792C-FF34-14CD-05DC2A09F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@Entity</a:t>
            </a:r>
          </a:p>
          <a:p>
            <a:pPr marL="0" indent="0">
              <a:buNone/>
            </a:pPr>
            <a:r>
              <a:rPr lang="en-US" dirty="0"/>
              <a:t>public class Product extends Auditable {</a:t>
            </a:r>
          </a:p>
          <a:p>
            <a:pPr marL="0" indent="0">
              <a:buNone/>
            </a:pPr>
            <a:r>
              <a:rPr lang="en-US" dirty="0"/>
              <a:t>    @Id</a:t>
            </a:r>
          </a:p>
          <a:p>
            <a:pPr marL="0" indent="0">
              <a:buNone/>
            </a:pPr>
            <a:r>
              <a:rPr lang="en-US" dirty="0"/>
              <a:t>    @GeneratedValue(strategy = </a:t>
            </a:r>
            <a:r>
              <a:rPr lang="en-US" dirty="0" err="1"/>
              <a:t>GenerationType.IDENTITY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private Long id;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private String name;</a:t>
            </a:r>
          </a:p>
          <a:p>
            <a:pPr marL="0" indent="0">
              <a:buNone/>
            </a:pPr>
            <a:r>
              <a:rPr lang="en-US" dirty="0"/>
              <a:t>    private double price;</a:t>
            </a:r>
          </a:p>
          <a:p>
            <a:pPr marL="0" indent="0">
              <a:buNone/>
            </a:pPr>
            <a:r>
              <a:rPr lang="en-US" dirty="0"/>
              <a:t>    public Product(){}</a:t>
            </a:r>
          </a:p>
          <a:p>
            <a:pPr marL="0" indent="0">
              <a:buNone/>
            </a:pP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public interface </a:t>
            </a:r>
            <a:r>
              <a:rPr lang="en-US" dirty="0" err="1"/>
              <a:t>ProductRepository</a:t>
            </a:r>
            <a:r>
              <a:rPr lang="en-US" dirty="0"/>
              <a:t> extends </a:t>
            </a:r>
            <a:r>
              <a:rPr lang="en-US" dirty="0" err="1"/>
              <a:t>JpaRepository</a:t>
            </a:r>
            <a:r>
              <a:rPr lang="en-US" dirty="0"/>
              <a:t>&lt;Product, Long&gt; {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139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FFDC-6032-D0B0-95C6-DE28C3FA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2E0F-215B-8A5F-D976-94F21549D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144" y="1253330"/>
            <a:ext cx="10515600" cy="612587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@MappedSuperclass</a:t>
            </a:r>
          </a:p>
          <a:p>
            <a:pPr marL="0" indent="0">
              <a:buNone/>
            </a:pPr>
            <a:r>
              <a:rPr lang="en-IN" dirty="0"/>
              <a:t>@EntityListeners(AuditingEntityListener.class)</a:t>
            </a:r>
          </a:p>
          <a:p>
            <a:pPr marL="0" indent="0">
              <a:buNone/>
            </a:pPr>
            <a:r>
              <a:rPr lang="en-IN" dirty="0"/>
              <a:t>public abstract class Auditable {</a:t>
            </a:r>
          </a:p>
          <a:p>
            <a:pPr marL="0" indent="0">
              <a:buNone/>
            </a:pPr>
            <a:r>
              <a:rPr lang="en-IN" dirty="0"/>
              <a:t>    @CreatedBy</a:t>
            </a:r>
          </a:p>
          <a:p>
            <a:pPr marL="0" indent="0">
              <a:buNone/>
            </a:pPr>
            <a:r>
              <a:rPr lang="en-IN" dirty="0"/>
              <a:t>    @Column(nullable = false, updatable = false)</a:t>
            </a:r>
          </a:p>
          <a:p>
            <a:pPr marL="0" indent="0">
              <a:buNone/>
            </a:pPr>
            <a:r>
              <a:rPr lang="en-IN" dirty="0"/>
              <a:t>    protected String </a:t>
            </a:r>
            <a:r>
              <a:rPr lang="en-IN" dirty="0" err="1"/>
              <a:t>createdBy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@CreatedDate</a:t>
            </a:r>
          </a:p>
          <a:p>
            <a:pPr marL="0" indent="0">
              <a:buNone/>
            </a:pPr>
            <a:r>
              <a:rPr lang="en-IN" dirty="0"/>
              <a:t>    @Column(nullable = false, updatable = false)</a:t>
            </a:r>
          </a:p>
          <a:p>
            <a:pPr marL="0" indent="0">
              <a:buNone/>
            </a:pPr>
            <a:r>
              <a:rPr lang="en-IN" dirty="0"/>
              <a:t>    protected </a:t>
            </a:r>
            <a:r>
              <a:rPr lang="en-IN" dirty="0" err="1"/>
              <a:t>LocalDateTime</a:t>
            </a:r>
            <a:r>
              <a:rPr lang="en-IN" dirty="0"/>
              <a:t> </a:t>
            </a:r>
            <a:r>
              <a:rPr lang="en-IN" dirty="0" err="1"/>
              <a:t>createdDate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@LastModifiedBy</a:t>
            </a:r>
          </a:p>
          <a:p>
            <a:pPr marL="0" indent="0">
              <a:buNone/>
            </a:pPr>
            <a:r>
              <a:rPr lang="en-IN" dirty="0"/>
              <a:t>    @Column(nullable = false)</a:t>
            </a:r>
          </a:p>
          <a:p>
            <a:pPr marL="0" indent="0">
              <a:buNone/>
            </a:pPr>
            <a:r>
              <a:rPr lang="en-IN" dirty="0"/>
              <a:t>    protected String </a:t>
            </a:r>
            <a:r>
              <a:rPr lang="en-IN" dirty="0" err="1"/>
              <a:t>lastModifiedBy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@LastModifiedDate</a:t>
            </a:r>
          </a:p>
          <a:p>
            <a:pPr marL="0" indent="0">
              <a:buNone/>
            </a:pPr>
            <a:r>
              <a:rPr lang="en-IN" dirty="0"/>
              <a:t>    @Column(nullable = false)</a:t>
            </a:r>
          </a:p>
          <a:p>
            <a:pPr marL="0" indent="0">
              <a:buNone/>
            </a:pPr>
            <a:r>
              <a:rPr lang="en-IN" dirty="0"/>
              <a:t>    protected </a:t>
            </a:r>
            <a:r>
              <a:rPr lang="en-IN" dirty="0" err="1"/>
              <a:t>LocalDateTime</a:t>
            </a:r>
            <a:r>
              <a:rPr lang="en-IN" dirty="0"/>
              <a:t> </a:t>
            </a:r>
            <a:r>
              <a:rPr lang="en-IN" dirty="0" err="1"/>
              <a:t>lastModifiedDate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// getter and setter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426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16583-1D60-5FF1-A334-1905E346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CB7F4-861E-825B-7BD6-49EABEB3D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@Configuration</a:t>
            </a:r>
          </a:p>
          <a:p>
            <a:pPr marL="0" indent="0">
              <a:buNone/>
            </a:pPr>
            <a:r>
              <a:rPr lang="en-US" dirty="0"/>
              <a:t>@EnableJpaAuditing(auditorAwareRef = "</a:t>
            </a:r>
            <a:r>
              <a:rPr lang="en-US" dirty="0" err="1"/>
              <a:t>auditorProvider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JpaAuditingConfig</a:t>
            </a:r>
            <a:r>
              <a:rPr lang="en-US" dirty="0"/>
              <a:t>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@Bean</a:t>
            </a:r>
          </a:p>
          <a:p>
            <a:pPr marL="0" indent="0">
              <a:buNone/>
            </a:pPr>
            <a:r>
              <a:rPr lang="en-US" dirty="0"/>
              <a:t>    public </a:t>
            </a:r>
            <a:r>
              <a:rPr lang="en-US" dirty="0" err="1"/>
              <a:t>AuditorAware</a:t>
            </a:r>
            <a:r>
              <a:rPr lang="en-US" dirty="0"/>
              <a:t>&lt;String&gt; </a:t>
            </a:r>
            <a:r>
              <a:rPr lang="en-US" dirty="0" err="1"/>
              <a:t>auditorProvider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// This example returns a fixed user for simplicity.</a:t>
            </a:r>
          </a:p>
          <a:p>
            <a:pPr marL="0" indent="0">
              <a:buNone/>
            </a:pPr>
            <a:r>
              <a:rPr lang="en-US" dirty="0"/>
              <a:t>       return () -&gt; </a:t>
            </a:r>
            <a:r>
              <a:rPr lang="en-US" dirty="0" err="1"/>
              <a:t>Optional.of</a:t>
            </a:r>
            <a:r>
              <a:rPr lang="en-US" dirty="0"/>
              <a:t>("</a:t>
            </a:r>
            <a:r>
              <a:rPr lang="en-US" dirty="0" err="1"/>
              <a:t>system_user</a:t>
            </a:r>
            <a:r>
              <a:rPr lang="en-US" dirty="0"/>
              <a:t>");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674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599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Spring boot auditable</vt:lpstr>
      <vt:lpstr>PowerPoint Presentation</vt:lpstr>
      <vt:lpstr>Spring Data JPA Auditing Annotations:  </vt:lpstr>
      <vt:lpstr>AuditorAware Interface: </vt:lpstr>
      <vt:lpstr>PowerPoint Presentation</vt:lpstr>
      <vt:lpstr>Model and repository file</vt:lpstr>
      <vt:lpstr>Auditable</vt:lpstr>
      <vt:lpstr>Config file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2025-10-10T06:40:46Z</dcterms:created>
  <dcterms:modified xsi:type="dcterms:W3CDTF">2025-10-13T03:35:37Z</dcterms:modified>
</cp:coreProperties>
</file>