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5"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B657CA-4392-490C-B4CD-5F3577DC2C35}">
          <p14:sldIdLst>
            <p14:sldId id="256"/>
            <p14:sldId id="257"/>
            <p14:sldId id="258"/>
            <p14:sldId id="259"/>
            <p14:sldId id="260"/>
            <p14:sldId id="262"/>
            <p14:sldId id="261"/>
            <p14:sldId id="263"/>
            <p14:sldId id="265"/>
            <p14:sldId id="264"/>
          </p14:sldIdLst>
        </p14:section>
        <p14:section name="Untitled Section" id="{B47E4A8B-54D1-4D24-9C08-1A76294EAE62}">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D9D3CE-A2C3-4EE0-9899-CC85DA767803}" v="57" dt="2025-10-09T03:38:28.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hankar (Contractor)" userId="d7d2038c-4287-4a61-af48-330653fba828" providerId="ADAL" clId="{5ED9D3CE-A2C3-4EE0-9899-CC85DA767803}"/>
    <pc:docChg chg="undo custSel addSld delSld modSld addSection">
      <pc:chgData name="Kumar, Shankar (Contractor)" userId="d7d2038c-4287-4a61-af48-330653fba828" providerId="ADAL" clId="{5ED9D3CE-A2C3-4EE0-9899-CC85DA767803}" dt="2025-10-09T03:38:54.145" v="676" actId="20577"/>
      <pc:docMkLst>
        <pc:docMk/>
      </pc:docMkLst>
      <pc:sldChg chg="addSp delSp modSp new mod">
        <pc:chgData name="Kumar, Shankar (Contractor)" userId="d7d2038c-4287-4a61-af48-330653fba828" providerId="ADAL" clId="{5ED9D3CE-A2C3-4EE0-9899-CC85DA767803}" dt="2025-09-30T08:34:12.021" v="76" actId="12"/>
        <pc:sldMkLst>
          <pc:docMk/>
          <pc:sldMk cId="1822747405" sldId="257"/>
        </pc:sldMkLst>
        <pc:spChg chg="mod">
          <ac:chgData name="Kumar, Shankar (Contractor)" userId="d7d2038c-4287-4a61-af48-330653fba828" providerId="ADAL" clId="{5ED9D3CE-A2C3-4EE0-9899-CC85DA767803}" dt="2025-09-30T08:34:00.771" v="74" actId="1076"/>
          <ac:spMkLst>
            <pc:docMk/>
            <pc:sldMk cId="1822747405" sldId="257"/>
            <ac:spMk id="2" creationId="{F4D49CF0-09F4-DAFF-5160-A609969E0AA6}"/>
          </ac:spMkLst>
        </pc:spChg>
        <pc:spChg chg="add del mod">
          <ac:chgData name="Kumar, Shankar (Contractor)" userId="d7d2038c-4287-4a61-af48-330653fba828" providerId="ADAL" clId="{5ED9D3CE-A2C3-4EE0-9899-CC85DA767803}" dt="2025-09-30T08:34:12.021" v="76" actId="12"/>
          <ac:spMkLst>
            <pc:docMk/>
            <pc:sldMk cId="1822747405" sldId="257"/>
            <ac:spMk id="3" creationId="{C02BFA69-91BE-4B57-7021-8C69ADA73F6C}"/>
          </ac:spMkLst>
        </pc:spChg>
        <pc:spChg chg="add mod">
          <ac:chgData name="Kumar, Shankar (Contractor)" userId="d7d2038c-4287-4a61-af48-330653fba828" providerId="ADAL" clId="{5ED9D3CE-A2C3-4EE0-9899-CC85DA767803}" dt="2025-09-30T08:33:56.649" v="73" actId="6549"/>
          <ac:spMkLst>
            <pc:docMk/>
            <pc:sldMk cId="1822747405" sldId="257"/>
            <ac:spMk id="5" creationId="{A035A824-5324-3842-9185-16EE17973A91}"/>
          </ac:spMkLst>
        </pc:spChg>
        <pc:spChg chg="add mod">
          <ac:chgData name="Kumar, Shankar (Contractor)" userId="d7d2038c-4287-4a61-af48-330653fba828" providerId="ADAL" clId="{5ED9D3CE-A2C3-4EE0-9899-CC85DA767803}" dt="2025-09-30T08:33:50.735" v="72" actId="6549"/>
          <ac:spMkLst>
            <pc:docMk/>
            <pc:sldMk cId="1822747405" sldId="257"/>
            <ac:spMk id="6" creationId="{D097959B-77C1-FAA7-3C2F-D0926893AA5C}"/>
          </ac:spMkLst>
        </pc:spChg>
      </pc:sldChg>
      <pc:sldChg chg="addSp delSp modSp new mod">
        <pc:chgData name="Kumar, Shankar (Contractor)" userId="d7d2038c-4287-4a61-af48-330653fba828" providerId="ADAL" clId="{5ED9D3CE-A2C3-4EE0-9899-CC85DA767803}" dt="2025-09-30T08:38:18.075" v="138" actId="20577"/>
        <pc:sldMkLst>
          <pc:docMk/>
          <pc:sldMk cId="3788418170" sldId="258"/>
        </pc:sldMkLst>
        <pc:spChg chg="mod">
          <ac:chgData name="Kumar, Shankar (Contractor)" userId="d7d2038c-4287-4a61-af48-330653fba828" providerId="ADAL" clId="{5ED9D3CE-A2C3-4EE0-9899-CC85DA767803}" dt="2025-09-30T08:34:39.669" v="97" actId="20577"/>
          <ac:spMkLst>
            <pc:docMk/>
            <pc:sldMk cId="3788418170" sldId="258"/>
            <ac:spMk id="2" creationId="{68B41A84-1FBF-0DF5-14A0-73BFF9C90869}"/>
          </ac:spMkLst>
        </pc:spChg>
        <pc:spChg chg="add del mod">
          <ac:chgData name="Kumar, Shankar (Contractor)" userId="d7d2038c-4287-4a61-af48-330653fba828" providerId="ADAL" clId="{5ED9D3CE-A2C3-4EE0-9899-CC85DA767803}" dt="2025-09-30T08:38:18.075" v="138" actId="20577"/>
          <ac:spMkLst>
            <pc:docMk/>
            <pc:sldMk cId="3788418170" sldId="258"/>
            <ac:spMk id="3" creationId="{5B9DC962-C982-DB62-2001-464CBAA58B59}"/>
          </ac:spMkLst>
        </pc:spChg>
      </pc:sldChg>
      <pc:sldChg chg="addSp delSp modSp new mod">
        <pc:chgData name="Kumar, Shankar (Contractor)" userId="d7d2038c-4287-4a61-af48-330653fba828" providerId="ADAL" clId="{5ED9D3CE-A2C3-4EE0-9899-CC85DA767803}" dt="2025-09-30T08:39:21.896" v="162" actId="20577"/>
        <pc:sldMkLst>
          <pc:docMk/>
          <pc:sldMk cId="3305840562" sldId="259"/>
        </pc:sldMkLst>
        <pc:spChg chg="mod">
          <ac:chgData name="Kumar, Shankar (Contractor)" userId="d7d2038c-4287-4a61-af48-330653fba828" providerId="ADAL" clId="{5ED9D3CE-A2C3-4EE0-9899-CC85DA767803}" dt="2025-09-30T08:38:46.782" v="146" actId="20577"/>
          <ac:spMkLst>
            <pc:docMk/>
            <pc:sldMk cId="3305840562" sldId="259"/>
            <ac:spMk id="2" creationId="{249A258B-6BAB-D4B1-867D-407FA5616FEB}"/>
          </ac:spMkLst>
        </pc:spChg>
        <pc:spChg chg="add del mod">
          <ac:chgData name="Kumar, Shankar (Contractor)" userId="d7d2038c-4287-4a61-af48-330653fba828" providerId="ADAL" clId="{5ED9D3CE-A2C3-4EE0-9899-CC85DA767803}" dt="2025-09-30T08:39:21.896" v="162" actId="20577"/>
          <ac:spMkLst>
            <pc:docMk/>
            <pc:sldMk cId="3305840562" sldId="259"/>
            <ac:spMk id="3" creationId="{F35CD600-2A39-7673-D67E-A7797DA92972}"/>
          </ac:spMkLst>
        </pc:spChg>
      </pc:sldChg>
      <pc:sldChg chg="modSp new mod">
        <pc:chgData name="Kumar, Shankar (Contractor)" userId="d7d2038c-4287-4a61-af48-330653fba828" providerId="ADAL" clId="{5ED9D3CE-A2C3-4EE0-9899-CC85DA767803}" dt="2025-09-30T08:40:13.842" v="186" actId="27636"/>
        <pc:sldMkLst>
          <pc:docMk/>
          <pc:sldMk cId="1681574037" sldId="260"/>
        </pc:sldMkLst>
        <pc:spChg chg="mod">
          <ac:chgData name="Kumar, Shankar (Contractor)" userId="d7d2038c-4287-4a61-af48-330653fba828" providerId="ADAL" clId="{5ED9D3CE-A2C3-4EE0-9899-CC85DA767803}" dt="2025-09-30T08:39:57.455" v="178" actId="20577"/>
          <ac:spMkLst>
            <pc:docMk/>
            <pc:sldMk cId="1681574037" sldId="260"/>
            <ac:spMk id="2" creationId="{3CC2D966-B1A0-26A9-DDAC-8DFDB05A1E33}"/>
          </ac:spMkLst>
        </pc:spChg>
        <pc:spChg chg="mod">
          <ac:chgData name="Kumar, Shankar (Contractor)" userId="d7d2038c-4287-4a61-af48-330653fba828" providerId="ADAL" clId="{5ED9D3CE-A2C3-4EE0-9899-CC85DA767803}" dt="2025-09-30T08:40:13.842" v="186" actId="27636"/>
          <ac:spMkLst>
            <pc:docMk/>
            <pc:sldMk cId="1681574037" sldId="260"/>
            <ac:spMk id="3" creationId="{A749F885-B4E4-55BA-2B66-AA129DEBA57E}"/>
          </ac:spMkLst>
        </pc:spChg>
      </pc:sldChg>
      <pc:sldChg chg="addSp delSp modSp new mod modClrScheme chgLayout">
        <pc:chgData name="Kumar, Shankar (Contractor)" userId="d7d2038c-4287-4a61-af48-330653fba828" providerId="ADAL" clId="{5ED9D3CE-A2C3-4EE0-9899-CC85DA767803}" dt="2025-09-30T09:41:01.286" v="325" actId="6549"/>
        <pc:sldMkLst>
          <pc:docMk/>
          <pc:sldMk cId="901600734" sldId="261"/>
        </pc:sldMkLst>
        <pc:spChg chg="mod ord">
          <ac:chgData name="Kumar, Shankar (Contractor)" userId="d7d2038c-4287-4a61-af48-330653fba828" providerId="ADAL" clId="{5ED9D3CE-A2C3-4EE0-9899-CC85DA767803}" dt="2025-09-30T08:43:45.657" v="236" actId="1076"/>
          <ac:spMkLst>
            <pc:docMk/>
            <pc:sldMk cId="901600734" sldId="261"/>
            <ac:spMk id="2" creationId="{78CF000A-1EA1-7338-7F1F-D4B218B115FC}"/>
          </ac:spMkLst>
        </pc:spChg>
        <pc:spChg chg="mod ord">
          <ac:chgData name="Kumar, Shankar (Contractor)" userId="d7d2038c-4287-4a61-af48-330653fba828" providerId="ADAL" clId="{5ED9D3CE-A2C3-4EE0-9899-CC85DA767803}" dt="2025-09-30T09:41:01.286" v="325" actId="6549"/>
          <ac:spMkLst>
            <pc:docMk/>
            <pc:sldMk cId="901600734" sldId="261"/>
            <ac:spMk id="3" creationId="{7F8AEBF0-49F4-5BAB-D6E4-5221D72F5025}"/>
          </ac:spMkLst>
        </pc:spChg>
        <pc:spChg chg="add del mod ord">
          <ac:chgData name="Kumar, Shankar (Contractor)" userId="d7d2038c-4287-4a61-af48-330653fba828" providerId="ADAL" clId="{5ED9D3CE-A2C3-4EE0-9899-CC85DA767803}" dt="2025-09-30T09:39:48.582" v="307" actId="255"/>
          <ac:spMkLst>
            <pc:docMk/>
            <pc:sldMk cId="901600734" sldId="261"/>
            <ac:spMk id="4" creationId="{2D339D10-5D04-1951-7F93-8D404A51E24D}"/>
          </ac:spMkLst>
        </pc:spChg>
      </pc:sldChg>
      <pc:sldChg chg="addSp modSp new del mod">
        <pc:chgData name="Kumar, Shankar (Contractor)" userId="d7d2038c-4287-4a61-af48-330653fba828" providerId="ADAL" clId="{5ED9D3CE-A2C3-4EE0-9899-CC85DA767803}" dt="2025-10-09T03:24:22.480" v="344" actId="2696"/>
        <pc:sldMkLst>
          <pc:docMk/>
          <pc:sldMk cId="2152112907" sldId="262"/>
        </pc:sldMkLst>
      </pc:sldChg>
      <pc:sldChg chg="add">
        <pc:chgData name="Kumar, Shankar (Contractor)" userId="d7d2038c-4287-4a61-af48-330653fba828" providerId="ADAL" clId="{5ED9D3CE-A2C3-4EE0-9899-CC85DA767803}" dt="2025-10-09T03:24:26.802" v="345"/>
        <pc:sldMkLst>
          <pc:docMk/>
          <pc:sldMk cId="4170718591" sldId="262"/>
        </pc:sldMkLst>
      </pc:sldChg>
      <pc:sldChg chg="addSp delSp modSp new mod modClrScheme chgLayout">
        <pc:chgData name="Kumar, Shankar (Contractor)" userId="d7d2038c-4287-4a61-af48-330653fba828" providerId="ADAL" clId="{5ED9D3CE-A2C3-4EE0-9899-CC85DA767803}" dt="2025-10-09T03:30:01.039" v="413" actId="20577"/>
        <pc:sldMkLst>
          <pc:docMk/>
          <pc:sldMk cId="2630967873" sldId="263"/>
        </pc:sldMkLst>
        <pc:spChg chg="mod ord">
          <ac:chgData name="Kumar, Shankar (Contractor)" userId="d7d2038c-4287-4a61-af48-330653fba828" providerId="ADAL" clId="{5ED9D3CE-A2C3-4EE0-9899-CC85DA767803}" dt="2025-10-09T03:25:48.647" v="375" actId="700"/>
          <ac:spMkLst>
            <pc:docMk/>
            <pc:sldMk cId="2630967873" sldId="263"/>
            <ac:spMk id="2" creationId="{A404E162-F7C9-0170-072A-9E011737FF74}"/>
          </ac:spMkLst>
        </pc:spChg>
        <pc:spChg chg="del mod ord">
          <ac:chgData name="Kumar, Shankar (Contractor)" userId="d7d2038c-4287-4a61-af48-330653fba828" providerId="ADAL" clId="{5ED9D3CE-A2C3-4EE0-9899-CC85DA767803}" dt="2025-10-09T03:25:48.647" v="375" actId="700"/>
          <ac:spMkLst>
            <pc:docMk/>
            <pc:sldMk cId="2630967873" sldId="263"/>
            <ac:spMk id="3" creationId="{76F77D60-B3CD-9A0F-D6E2-72BFD0D1442E}"/>
          </ac:spMkLst>
        </pc:spChg>
        <pc:spChg chg="del">
          <ac:chgData name="Kumar, Shankar (Contractor)" userId="d7d2038c-4287-4a61-af48-330653fba828" providerId="ADAL" clId="{5ED9D3CE-A2C3-4EE0-9899-CC85DA767803}" dt="2025-10-09T03:25:48.647" v="375" actId="700"/>
          <ac:spMkLst>
            <pc:docMk/>
            <pc:sldMk cId="2630967873" sldId="263"/>
            <ac:spMk id="4" creationId="{AE77BC00-5F4C-B46B-86C3-79FB3DF2F072}"/>
          </ac:spMkLst>
        </pc:spChg>
        <pc:spChg chg="add mod ord">
          <ac:chgData name="Kumar, Shankar (Contractor)" userId="d7d2038c-4287-4a61-af48-330653fba828" providerId="ADAL" clId="{5ED9D3CE-A2C3-4EE0-9899-CC85DA767803}" dt="2025-10-09T03:30:01.039" v="413" actId="20577"/>
          <ac:spMkLst>
            <pc:docMk/>
            <pc:sldMk cId="2630967873" sldId="263"/>
            <ac:spMk id="5" creationId="{300573C7-3338-58D0-6423-CCE499B05F33}"/>
          </ac:spMkLst>
        </pc:spChg>
      </pc:sldChg>
      <pc:sldChg chg="addSp delSp modSp new mod modClrScheme chgLayout">
        <pc:chgData name="Kumar, Shankar (Contractor)" userId="d7d2038c-4287-4a61-af48-330653fba828" providerId="ADAL" clId="{5ED9D3CE-A2C3-4EE0-9899-CC85DA767803}" dt="2025-10-09T03:34:49.122" v="520" actId="255"/>
        <pc:sldMkLst>
          <pc:docMk/>
          <pc:sldMk cId="3464218083" sldId="264"/>
        </pc:sldMkLst>
        <pc:spChg chg="del">
          <ac:chgData name="Kumar, Shankar (Contractor)" userId="d7d2038c-4287-4a61-af48-330653fba828" providerId="ADAL" clId="{5ED9D3CE-A2C3-4EE0-9899-CC85DA767803}" dt="2025-10-09T03:27:58.208" v="402" actId="700"/>
          <ac:spMkLst>
            <pc:docMk/>
            <pc:sldMk cId="3464218083" sldId="264"/>
            <ac:spMk id="2" creationId="{C9CA41C0-5908-5782-F1D5-05734519381A}"/>
          </ac:spMkLst>
        </pc:spChg>
        <pc:spChg chg="del mod">
          <ac:chgData name="Kumar, Shankar (Contractor)" userId="d7d2038c-4287-4a61-af48-330653fba828" providerId="ADAL" clId="{5ED9D3CE-A2C3-4EE0-9899-CC85DA767803}" dt="2025-10-09T03:27:58.208" v="402" actId="700"/>
          <ac:spMkLst>
            <pc:docMk/>
            <pc:sldMk cId="3464218083" sldId="264"/>
            <ac:spMk id="3" creationId="{5A34DD8E-C656-7971-9D86-49889EC77761}"/>
          </ac:spMkLst>
        </pc:spChg>
        <pc:spChg chg="add del mod ord">
          <ac:chgData name="Kumar, Shankar (Contractor)" userId="d7d2038c-4287-4a61-af48-330653fba828" providerId="ADAL" clId="{5ED9D3CE-A2C3-4EE0-9899-CC85DA767803}" dt="2025-10-09T03:28:09.681" v="404" actId="700"/>
          <ac:spMkLst>
            <pc:docMk/>
            <pc:sldMk cId="3464218083" sldId="264"/>
            <ac:spMk id="4" creationId="{8B3A8A90-D36C-D823-1741-2A4B8AF0B6A9}"/>
          </ac:spMkLst>
        </pc:spChg>
        <pc:spChg chg="add del mod ord">
          <ac:chgData name="Kumar, Shankar (Contractor)" userId="d7d2038c-4287-4a61-af48-330653fba828" providerId="ADAL" clId="{5ED9D3CE-A2C3-4EE0-9899-CC85DA767803}" dt="2025-10-09T03:28:09.681" v="404" actId="700"/>
          <ac:spMkLst>
            <pc:docMk/>
            <pc:sldMk cId="3464218083" sldId="264"/>
            <ac:spMk id="5" creationId="{45073EDB-4F43-4595-2C3A-14B3600F994F}"/>
          </ac:spMkLst>
        </pc:spChg>
        <pc:spChg chg="add del mod ord">
          <ac:chgData name="Kumar, Shankar (Contractor)" userId="d7d2038c-4287-4a61-af48-330653fba828" providerId="ADAL" clId="{5ED9D3CE-A2C3-4EE0-9899-CC85DA767803}" dt="2025-10-09T03:28:17.148" v="405" actId="700"/>
          <ac:spMkLst>
            <pc:docMk/>
            <pc:sldMk cId="3464218083" sldId="264"/>
            <ac:spMk id="6" creationId="{0E17FA36-1C9A-3F52-DDC8-778491B08858}"/>
          </ac:spMkLst>
        </pc:spChg>
        <pc:spChg chg="add del mod ord">
          <ac:chgData name="Kumar, Shankar (Contractor)" userId="d7d2038c-4287-4a61-af48-330653fba828" providerId="ADAL" clId="{5ED9D3CE-A2C3-4EE0-9899-CC85DA767803}" dt="2025-10-09T03:28:17.148" v="405" actId="700"/>
          <ac:spMkLst>
            <pc:docMk/>
            <pc:sldMk cId="3464218083" sldId="264"/>
            <ac:spMk id="7" creationId="{322630CB-6F8E-5082-7834-3B50DC72545F}"/>
          </ac:spMkLst>
        </pc:spChg>
        <pc:spChg chg="add mod ord">
          <ac:chgData name="Kumar, Shankar (Contractor)" userId="d7d2038c-4287-4a61-af48-330653fba828" providerId="ADAL" clId="{5ED9D3CE-A2C3-4EE0-9899-CC85DA767803}" dt="2025-10-09T03:32:40.201" v="477" actId="1076"/>
          <ac:spMkLst>
            <pc:docMk/>
            <pc:sldMk cId="3464218083" sldId="264"/>
            <ac:spMk id="8" creationId="{912B53E6-5BD9-82FC-4458-D6A9EDBA74CB}"/>
          </ac:spMkLst>
        </pc:spChg>
        <pc:spChg chg="add mod ord">
          <ac:chgData name="Kumar, Shankar (Contractor)" userId="d7d2038c-4287-4a61-af48-330653fba828" providerId="ADAL" clId="{5ED9D3CE-A2C3-4EE0-9899-CC85DA767803}" dt="2025-10-09T03:34:21.820" v="502" actId="27636"/>
          <ac:spMkLst>
            <pc:docMk/>
            <pc:sldMk cId="3464218083" sldId="264"/>
            <ac:spMk id="9" creationId="{FA138C11-3712-CE2C-685C-A1DAA0524D35}"/>
          </ac:spMkLst>
        </pc:spChg>
        <pc:spChg chg="add mod ord">
          <ac:chgData name="Kumar, Shankar (Contractor)" userId="d7d2038c-4287-4a61-af48-330653fba828" providerId="ADAL" clId="{5ED9D3CE-A2C3-4EE0-9899-CC85DA767803}" dt="2025-10-09T03:34:49.122" v="520" actId="255"/>
          <ac:spMkLst>
            <pc:docMk/>
            <pc:sldMk cId="3464218083" sldId="264"/>
            <ac:spMk id="10" creationId="{99A605A2-C7F5-DD19-4B23-A90A9ABEB671}"/>
          </ac:spMkLst>
        </pc:spChg>
      </pc:sldChg>
      <pc:sldChg chg="addSp delSp modSp new mod">
        <pc:chgData name="Kumar, Shankar (Contractor)" userId="d7d2038c-4287-4a61-af48-330653fba828" providerId="ADAL" clId="{5ED9D3CE-A2C3-4EE0-9899-CC85DA767803}" dt="2025-10-09T03:31:48.895" v="462" actId="14100"/>
        <pc:sldMkLst>
          <pc:docMk/>
          <pc:sldMk cId="3315208843" sldId="265"/>
        </pc:sldMkLst>
        <pc:spChg chg="mod">
          <ac:chgData name="Kumar, Shankar (Contractor)" userId="d7d2038c-4287-4a61-af48-330653fba828" providerId="ADAL" clId="{5ED9D3CE-A2C3-4EE0-9899-CC85DA767803}" dt="2025-10-09T03:31:48.895" v="462" actId="14100"/>
          <ac:spMkLst>
            <pc:docMk/>
            <pc:sldMk cId="3315208843" sldId="265"/>
            <ac:spMk id="2" creationId="{02F1FA75-750D-ACBD-48CC-BF3A16B1037A}"/>
          </ac:spMkLst>
        </pc:spChg>
        <pc:spChg chg="add del mod">
          <ac:chgData name="Kumar, Shankar (Contractor)" userId="d7d2038c-4287-4a61-af48-330653fba828" providerId="ADAL" clId="{5ED9D3CE-A2C3-4EE0-9899-CC85DA767803}" dt="2025-10-09T03:31:45.830" v="461" actId="27636"/>
          <ac:spMkLst>
            <pc:docMk/>
            <pc:sldMk cId="3315208843" sldId="265"/>
            <ac:spMk id="3" creationId="{76EFE9F7-C5BD-D089-378D-86FACAA98D45}"/>
          </ac:spMkLst>
        </pc:spChg>
        <pc:spChg chg="add mod">
          <ac:chgData name="Kumar, Shankar (Contractor)" userId="d7d2038c-4287-4a61-af48-330653fba828" providerId="ADAL" clId="{5ED9D3CE-A2C3-4EE0-9899-CC85DA767803}" dt="2025-10-09T03:30:29.136" v="436"/>
          <ac:spMkLst>
            <pc:docMk/>
            <pc:sldMk cId="3315208843" sldId="265"/>
            <ac:spMk id="4" creationId="{62CDF2C7-D495-DFCA-E65F-2AC118C6C75F}"/>
          </ac:spMkLst>
        </pc:spChg>
        <pc:spChg chg="add">
          <ac:chgData name="Kumar, Shankar (Contractor)" userId="d7d2038c-4287-4a61-af48-330653fba828" providerId="ADAL" clId="{5ED9D3CE-A2C3-4EE0-9899-CC85DA767803}" dt="2025-10-09T03:31:05.969" v="447"/>
          <ac:spMkLst>
            <pc:docMk/>
            <pc:sldMk cId="3315208843" sldId="265"/>
            <ac:spMk id="5" creationId="{09B26AC1-FD63-2BC9-16B7-AF289FE2850D}"/>
          </ac:spMkLst>
        </pc:spChg>
      </pc:sldChg>
      <pc:sldChg chg="modSp new mod">
        <pc:chgData name="Kumar, Shankar (Contractor)" userId="d7d2038c-4287-4a61-af48-330653fba828" providerId="ADAL" clId="{5ED9D3CE-A2C3-4EE0-9899-CC85DA767803}" dt="2025-10-09T03:38:54.145" v="676" actId="20577"/>
        <pc:sldMkLst>
          <pc:docMk/>
          <pc:sldMk cId="3408879895" sldId="266"/>
        </pc:sldMkLst>
        <pc:spChg chg="mod">
          <ac:chgData name="Kumar, Shankar (Contractor)" userId="d7d2038c-4287-4a61-af48-330653fba828" providerId="ADAL" clId="{5ED9D3CE-A2C3-4EE0-9899-CC85DA767803}" dt="2025-10-09T03:35:53.442" v="548" actId="1076"/>
          <ac:spMkLst>
            <pc:docMk/>
            <pc:sldMk cId="3408879895" sldId="266"/>
            <ac:spMk id="2" creationId="{3721A46F-AEC8-EB25-3C07-009C4CE32839}"/>
          </ac:spMkLst>
        </pc:spChg>
        <pc:spChg chg="mod">
          <ac:chgData name="Kumar, Shankar (Contractor)" userId="d7d2038c-4287-4a61-af48-330653fba828" providerId="ADAL" clId="{5ED9D3CE-A2C3-4EE0-9899-CC85DA767803}" dt="2025-10-09T03:37:04.072" v="625" actId="21"/>
          <ac:spMkLst>
            <pc:docMk/>
            <pc:sldMk cId="3408879895" sldId="266"/>
            <ac:spMk id="3" creationId="{A2096CF2-054C-054D-2935-A37C438C0138}"/>
          </ac:spMkLst>
        </pc:spChg>
        <pc:spChg chg="mod">
          <ac:chgData name="Kumar, Shankar (Contractor)" userId="d7d2038c-4287-4a61-af48-330653fba828" providerId="ADAL" clId="{5ED9D3CE-A2C3-4EE0-9899-CC85DA767803}" dt="2025-10-09T03:38:54.145" v="676" actId="20577"/>
          <ac:spMkLst>
            <pc:docMk/>
            <pc:sldMk cId="3408879895" sldId="266"/>
            <ac:spMk id="4" creationId="{35CEC72A-00C0-CB9E-6E33-E87E79581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9D15-2261-7F44-6FB4-FD73084115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607CB2-2A37-F028-D116-FBECDCCC77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61C929-15CB-BB81-C54B-EC915960E3A0}"/>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9C5D493D-E665-5883-4B22-29C8483676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5BC20F-5D60-FF48-7840-56B5B3834DF7}"/>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112483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B935-B5A3-F948-F5DF-EE77666F83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E3E0C4-3F78-E91B-01E3-08C119AD3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8D703A-5264-14CA-178D-18272E0875F1}"/>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83C3B68B-8AE3-EFA7-27D1-86817816F9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05EC3B-4AD2-8EBB-EC55-85007EF1B258}"/>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495444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A8A7D-8555-11C1-75BE-0F4D8806B7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878BEF-203E-CB2B-3A96-DB2665C61E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5A8E4E-C24F-7EE9-2A50-9130C3C6C342}"/>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34C81AFF-38D2-E6DB-7339-9E6B382EF2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8A4662-DB42-6A0A-AD51-B5269632284E}"/>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865373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E841C-9B89-6E94-F47E-D9C732E4F3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575D2D-B7D2-9618-AE2C-B8B6B78F00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671AB2-0D7A-004F-6A20-1B3B564BA9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C3F9A8-81FB-1251-87EA-59C15A5A87C4}"/>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6" name="Footer Placeholder 5">
            <a:extLst>
              <a:ext uri="{FF2B5EF4-FFF2-40B4-BE49-F238E27FC236}">
                <a16:creationId xmlns:a16="http://schemas.microsoft.com/office/drawing/2014/main" id="{06F65FA5-91E6-11A0-7339-8CC18427D8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A8F230-46A7-90EE-C7CD-707FA0176E07}"/>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4174369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DC84D-F113-1515-BC93-097662E544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11936C-A48D-B8F7-D026-E05123E18F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AEA4A1-E44A-C71A-EC83-80FBF79F60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597133-AD41-EFC1-E438-D429530F3B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434C7-CF6C-7362-328C-79B1235F71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CBE0C4-29FB-2E0D-E648-F0CD3E716A5F}"/>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8" name="Footer Placeholder 7">
            <a:extLst>
              <a:ext uri="{FF2B5EF4-FFF2-40B4-BE49-F238E27FC236}">
                <a16:creationId xmlns:a16="http://schemas.microsoft.com/office/drawing/2014/main" id="{8CFA3776-108B-AA2B-35AE-C2E86A8B3B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3AB1C1-0B79-31BB-4AA8-8DC4684F4DA6}"/>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614851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7229-98A4-C5F5-9293-3D6C9C4D87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9163EC-667A-3DC9-9E2B-D85B2445C977}"/>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4" name="Footer Placeholder 3">
            <a:extLst>
              <a:ext uri="{FF2B5EF4-FFF2-40B4-BE49-F238E27FC236}">
                <a16:creationId xmlns:a16="http://schemas.microsoft.com/office/drawing/2014/main" id="{9B51A34F-A17F-10E3-6471-CD25AE5E25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A20DDE-D100-C10C-69A1-746123D215EA}"/>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1770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524B7F-616B-C624-5D1B-685D120591F1}"/>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3" name="Footer Placeholder 2">
            <a:extLst>
              <a:ext uri="{FF2B5EF4-FFF2-40B4-BE49-F238E27FC236}">
                <a16:creationId xmlns:a16="http://schemas.microsoft.com/office/drawing/2014/main" id="{13895F43-8E3E-B896-5A66-DE8150CC06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2A237D-60F9-840F-BC03-33AFED3952BF}"/>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183039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68B99-4328-348E-5787-A6E00266C1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A212DB-E82E-3499-CC93-3BA3A56599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1F80B7-3991-B949-05BA-B32C5DC01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99121F-3929-F52F-CA60-22A970D2676B}"/>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6" name="Footer Placeholder 5">
            <a:extLst>
              <a:ext uri="{FF2B5EF4-FFF2-40B4-BE49-F238E27FC236}">
                <a16:creationId xmlns:a16="http://schemas.microsoft.com/office/drawing/2014/main" id="{3FF51485-CFBF-12B2-C7D4-33A475832C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431159-0A8A-622E-7F3A-F9603FFE2438}"/>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2356329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22D8-BD9C-7678-7184-A507C6218E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EDBE3B-424B-D82B-0E75-B8BE10414B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77A2B5-DCBA-968B-0171-1059E1D0D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FBB9B-E839-0BCB-6938-78272792CDF9}"/>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6" name="Footer Placeholder 5">
            <a:extLst>
              <a:ext uri="{FF2B5EF4-FFF2-40B4-BE49-F238E27FC236}">
                <a16:creationId xmlns:a16="http://schemas.microsoft.com/office/drawing/2014/main" id="{A13FA184-2889-5CDA-83E8-C21BA21272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6EB523-F5E6-1D3C-5582-C831A3A732A6}"/>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93512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9E747-417A-2376-8926-CB65B59894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F22B6B-2FB8-8936-7B91-C4EBC388CF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D1ACF7-0B60-A340-270A-ADD5D33DEE38}"/>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0063FAB9-FD01-F9E0-E764-64268CC176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00FBAF-CF67-BA91-C904-651452D5C3E1}"/>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3280362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9DFA1F-9E1D-EE38-112B-41BA70639A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6DF06F-69A6-6C69-FE7C-CD0FDD0530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DF49E2-FCCB-1525-21A3-5A82C4A1DE79}"/>
              </a:ext>
            </a:extLst>
          </p:cNvPr>
          <p:cNvSpPr>
            <a:spLocks noGrp="1"/>
          </p:cNvSpPr>
          <p:nvPr>
            <p:ph type="dt" sz="half" idx="10"/>
          </p:nvPr>
        </p:nvSpPr>
        <p:spPr/>
        <p:txBody>
          <a:body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59CE0491-474C-8A7E-044F-F5114AAE01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8FE08-83CC-8081-D845-378E5566B767}"/>
              </a:ext>
            </a:extLst>
          </p:cNvPr>
          <p:cNvSpPr>
            <a:spLocks noGrp="1"/>
          </p:cNvSpPr>
          <p:nvPr>
            <p:ph type="sldNum" sz="quarter" idx="12"/>
          </p:nvPr>
        </p:nvSpPr>
        <p:spPr/>
        <p:txBody>
          <a:bodyPr/>
          <a:lstStyle/>
          <a:p>
            <a:fld id="{05EE40FE-D5A6-45E1-ACBD-A52539EF0E94}" type="slidenum">
              <a:rPr lang="en-IN" smtClean="0"/>
              <a:t>‹#›</a:t>
            </a:fld>
            <a:endParaRPr lang="en-IN"/>
          </a:p>
        </p:txBody>
      </p:sp>
    </p:spTree>
    <p:extLst>
      <p:ext uri="{BB962C8B-B14F-4D97-AF65-F5344CB8AC3E}">
        <p14:creationId xmlns:p14="http://schemas.microsoft.com/office/powerpoint/2010/main" val="1139633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A9C84C-8BA1-D303-A999-82A000568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983A77-37DA-9CEC-1ADA-448011E092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0A3AA-621E-D886-F342-C769676171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C47301-B215-456E-A48E-F3746154D94C}" type="datetimeFigureOut">
              <a:rPr lang="en-IN" smtClean="0"/>
              <a:t>09-10-2025</a:t>
            </a:fld>
            <a:endParaRPr lang="en-IN"/>
          </a:p>
        </p:txBody>
      </p:sp>
      <p:sp>
        <p:nvSpPr>
          <p:cNvPr id="5" name="Footer Placeholder 4">
            <a:extLst>
              <a:ext uri="{FF2B5EF4-FFF2-40B4-BE49-F238E27FC236}">
                <a16:creationId xmlns:a16="http://schemas.microsoft.com/office/drawing/2014/main" id="{4F625E1F-EA0E-F4BA-FF15-FD96FA87A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EF8C038-60E2-3FD6-8968-03A995CCB6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EE40FE-D5A6-45E1-ACBD-A52539EF0E94}" type="slidenum">
              <a:rPr lang="en-IN" smtClean="0"/>
              <a:t>‹#›</a:t>
            </a:fld>
            <a:endParaRPr lang="en-IN"/>
          </a:p>
        </p:txBody>
      </p:sp>
    </p:spTree>
    <p:extLst>
      <p:ext uri="{BB962C8B-B14F-4D97-AF65-F5344CB8AC3E}">
        <p14:creationId xmlns:p14="http://schemas.microsoft.com/office/powerpoint/2010/main" val="2598422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localhost:8080/products?page=2&amp;size=10"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8096A1-5849-CF99-2B06-4D3CF3272BEF}"/>
              </a:ext>
            </a:extLst>
          </p:cNvPr>
          <p:cNvSpPr>
            <a:spLocks noGrp="1"/>
          </p:cNvSpPr>
          <p:nvPr>
            <p:ph type="title"/>
          </p:nvPr>
        </p:nvSpPr>
        <p:spPr/>
        <p:txBody>
          <a:bodyPr/>
          <a:lstStyle/>
          <a:p>
            <a:r>
              <a:rPr lang="en-US" dirty="0"/>
              <a:t>Pagination</a:t>
            </a:r>
            <a:endParaRPr lang="en-IN" dirty="0"/>
          </a:p>
        </p:txBody>
      </p:sp>
      <p:sp>
        <p:nvSpPr>
          <p:cNvPr id="5" name="Content Placeholder 4">
            <a:extLst>
              <a:ext uri="{FF2B5EF4-FFF2-40B4-BE49-F238E27FC236}">
                <a16:creationId xmlns:a16="http://schemas.microsoft.com/office/drawing/2014/main" id="{AE4096C7-A53D-217A-4873-970BB1F2B3C7}"/>
              </a:ext>
            </a:extLst>
          </p:cNvPr>
          <p:cNvSpPr>
            <a:spLocks noGrp="1"/>
          </p:cNvSpPr>
          <p:nvPr>
            <p:ph idx="1"/>
          </p:nvPr>
        </p:nvSpPr>
        <p:spPr/>
        <p:txBody>
          <a:bodyPr>
            <a:normAutofit fontScale="92500"/>
          </a:bodyPr>
          <a:lstStyle/>
          <a:p>
            <a:pPr fontAlgn="ctr"/>
            <a:r>
              <a:rPr lang="en-US" dirty="0"/>
              <a:t>Pagination is the process of dividing a large body of content into smaller, manageable pages or sections for easier viewing and navigation, both in digital and print media.</a:t>
            </a:r>
          </a:p>
          <a:p>
            <a:pPr fontAlgn="ctr"/>
            <a:r>
              <a:rPr lang="en-US" dirty="0"/>
              <a:t> In digital contexts like websites, it typically involves displaying a limited number of items per page, with controls like "Next," "Previous," and page numbers allowing users to move between sets of content. </a:t>
            </a:r>
          </a:p>
          <a:p>
            <a:pPr fontAlgn="ctr"/>
            <a:r>
              <a:rPr lang="en-US" dirty="0"/>
              <a:t>This user interface pattern makes large datasets and long documents less overwhelming and improves loading times and user experience.  </a:t>
            </a:r>
          </a:p>
          <a:p>
            <a:pPr marL="0" indent="0">
              <a:buNone/>
            </a:pPr>
            <a:br>
              <a:rPr lang="en-US" dirty="0"/>
            </a:br>
            <a:endParaRPr lang="en-IN" dirty="0"/>
          </a:p>
        </p:txBody>
      </p:sp>
    </p:spTree>
    <p:extLst>
      <p:ext uri="{BB962C8B-B14F-4D97-AF65-F5344CB8AC3E}">
        <p14:creationId xmlns:p14="http://schemas.microsoft.com/office/powerpoint/2010/main" val="1712827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9CF0-09F4-DAFF-5160-A609969E0AA6}"/>
              </a:ext>
            </a:extLst>
          </p:cNvPr>
          <p:cNvSpPr>
            <a:spLocks noGrp="1"/>
          </p:cNvSpPr>
          <p:nvPr>
            <p:ph type="title"/>
          </p:nvPr>
        </p:nvSpPr>
        <p:spPr>
          <a:xfrm>
            <a:off x="714375" y="-225034"/>
            <a:ext cx="10515600" cy="1325563"/>
          </a:xfrm>
        </p:spPr>
        <p:txBody>
          <a:bodyPr/>
          <a:lstStyle/>
          <a:p>
            <a:r>
              <a:rPr lang="en-US" dirty="0"/>
              <a:t>Spring boot pagination</a:t>
            </a:r>
            <a:endParaRPr lang="en-IN" dirty="0"/>
          </a:p>
        </p:txBody>
      </p:sp>
      <p:sp>
        <p:nvSpPr>
          <p:cNvPr id="3" name="Content Placeholder 2">
            <a:extLst>
              <a:ext uri="{FF2B5EF4-FFF2-40B4-BE49-F238E27FC236}">
                <a16:creationId xmlns:a16="http://schemas.microsoft.com/office/drawing/2014/main" id="{C02BFA69-91BE-4B57-7021-8C69ADA73F6C}"/>
              </a:ext>
            </a:extLst>
          </p:cNvPr>
          <p:cNvSpPr>
            <a:spLocks noGrp="1"/>
          </p:cNvSpPr>
          <p:nvPr>
            <p:ph idx="1"/>
          </p:nvPr>
        </p:nvSpPr>
        <p:spPr/>
        <p:txBody>
          <a:bodyPr>
            <a:normAutofit fontScale="92500" lnSpcReduction="10000"/>
          </a:bodyPr>
          <a:lstStyle/>
          <a:p>
            <a:r>
              <a:rPr lang="en-US" dirty="0"/>
              <a:t>In Spring Boot, the most common and robust way to implement pagination is by using Spring Data JPA's </a:t>
            </a:r>
            <a:r>
              <a:rPr lang="en-US" b="1" dirty="0"/>
              <a:t>Pageable and Page interfaces</a:t>
            </a:r>
            <a:r>
              <a:rPr lang="en-US" dirty="0"/>
              <a:t>. </a:t>
            </a:r>
          </a:p>
          <a:p>
            <a:r>
              <a:rPr lang="en-US" dirty="0"/>
              <a:t>These provide an efficient and easy-to-use abstraction for handling large datasets by fetching data in smaller, manageable chunks. </a:t>
            </a:r>
          </a:p>
          <a:p>
            <a:r>
              <a:rPr lang="en-IN" dirty="0"/>
              <a:t>Pageable</a:t>
            </a:r>
          </a:p>
          <a:p>
            <a:pPr marL="457200" lvl="1" indent="0">
              <a:buNone/>
            </a:pPr>
            <a:r>
              <a:rPr lang="en-US" dirty="0"/>
              <a:t>An interface used to define pagination information, including the page number (zero-indexed) and the number of records per page (page size). It can also encapsulate sorting criteria.</a:t>
            </a:r>
          </a:p>
          <a:p>
            <a:r>
              <a:rPr lang="en-US" dirty="0"/>
              <a:t>Page </a:t>
            </a:r>
          </a:p>
          <a:p>
            <a:pPr marL="457200" lvl="1" indent="0">
              <a:buNone/>
            </a:pPr>
            <a:r>
              <a:rPr lang="en-US" dirty="0"/>
              <a:t>An interface representing a single page of data returned from a paginated query. It contains the list of elements for the current page, along with metadata such as the total number of pages, total elements, and whether it's the first or last page.</a:t>
            </a:r>
          </a:p>
          <a:p>
            <a:endParaRPr lang="en-US" dirty="0"/>
          </a:p>
          <a:p>
            <a:pPr lvl="1"/>
            <a:endParaRPr lang="en-US" dirty="0"/>
          </a:p>
          <a:p>
            <a:pPr lvl="1"/>
            <a:endParaRPr lang="en-US" dirty="0"/>
          </a:p>
          <a:p>
            <a:endParaRPr lang="en-US" dirty="0"/>
          </a:p>
          <a:p>
            <a:endParaRPr lang="en-IN" dirty="0"/>
          </a:p>
        </p:txBody>
      </p:sp>
      <p:sp>
        <p:nvSpPr>
          <p:cNvPr id="5" name="Rectangle 2">
            <a:extLst>
              <a:ext uri="{FF2B5EF4-FFF2-40B4-BE49-F238E27FC236}">
                <a16:creationId xmlns:a16="http://schemas.microsoft.com/office/drawing/2014/main" id="{A035A824-5324-3842-9185-16EE17973A91}"/>
              </a:ext>
            </a:extLst>
          </p:cNvPr>
          <p:cNvSpPr>
            <a:spLocks noChangeArrowheads="1"/>
          </p:cNvSpPr>
          <p:nvPr/>
        </p:nvSpPr>
        <p:spPr bwMode="auto">
          <a:xfrm>
            <a:off x="0" y="-225034"/>
            <a:ext cx="65" cy="4500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7132"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D097959B-77C1-FAA7-3C2F-D0926893AA5C}"/>
              </a:ext>
            </a:extLst>
          </p:cNvPr>
          <p:cNvSpPr>
            <a:spLocks noChangeArrowheads="1"/>
          </p:cNvSpPr>
          <p:nvPr/>
        </p:nvSpPr>
        <p:spPr bwMode="auto">
          <a:xfrm>
            <a:off x="152400" y="-72634"/>
            <a:ext cx="65" cy="4500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7132"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2747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41A84-1FBF-0DF5-14A0-73BFF9C90869}"/>
              </a:ext>
            </a:extLst>
          </p:cNvPr>
          <p:cNvSpPr>
            <a:spLocks noGrp="1"/>
          </p:cNvSpPr>
          <p:nvPr>
            <p:ph type="title"/>
          </p:nvPr>
        </p:nvSpPr>
        <p:spPr/>
        <p:txBody>
          <a:bodyPr/>
          <a:lstStyle/>
          <a:p>
            <a:r>
              <a:rPr lang="en-US" dirty="0" err="1"/>
              <a:t>PageRequest</a:t>
            </a:r>
            <a:r>
              <a:rPr lang="en-US" dirty="0"/>
              <a:t> and Sort</a:t>
            </a:r>
            <a:endParaRPr lang="en-IN" dirty="0"/>
          </a:p>
        </p:txBody>
      </p:sp>
      <p:sp>
        <p:nvSpPr>
          <p:cNvPr id="3" name="Content Placeholder 2">
            <a:extLst>
              <a:ext uri="{FF2B5EF4-FFF2-40B4-BE49-F238E27FC236}">
                <a16:creationId xmlns:a16="http://schemas.microsoft.com/office/drawing/2014/main" id="{5B9DC962-C982-DB62-2001-464CBAA58B59}"/>
              </a:ext>
            </a:extLst>
          </p:cNvPr>
          <p:cNvSpPr>
            <a:spLocks noGrp="1"/>
          </p:cNvSpPr>
          <p:nvPr>
            <p:ph idx="1"/>
          </p:nvPr>
        </p:nvSpPr>
        <p:spPr>
          <a:xfrm>
            <a:off x="838200" y="1408176"/>
            <a:ext cx="10515600" cy="4768787"/>
          </a:xfrm>
        </p:spPr>
        <p:txBody>
          <a:bodyPr>
            <a:normAutofit fontScale="92500" lnSpcReduction="10000"/>
          </a:bodyPr>
          <a:lstStyle/>
          <a:p>
            <a:r>
              <a:rPr lang="en-US" dirty="0" err="1"/>
              <a:t>PageRequest</a:t>
            </a:r>
            <a:endParaRPr lang="en-US" dirty="0"/>
          </a:p>
          <a:p>
            <a:pPr lvl="1"/>
            <a:r>
              <a:rPr lang="en-US" dirty="0"/>
              <a:t>A concrete implementation of Pageable that is commonly used to create Pageable instances. </a:t>
            </a:r>
          </a:p>
          <a:p>
            <a:pPr lvl="1"/>
            <a:r>
              <a:rPr lang="en-US" dirty="0"/>
              <a:t>create a </a:t>
            </a:r>
            <a:r>
              <a:rPr lang="en-US" dirty="0" err="1"/>
              <a:t>PageRequest</a:t>
            </a:r>
            <a:r>
              <a:rPr lang="en-US" dirty="0"/>
              <a:t> using </a:t>
            </a:r>
            <a:r>
              <a:rPr lang="en-US" dirty="0" err="1"/>
              <a:t>PageRequest.of</a:t>
            </a:r>
            <a:r>
              <a:rPr lang="en-US" dirty="0"/>
              <a:t>(</a:t>
            </a:r>
            <a:r>
              <a:rPr lang="en-US" dirty="0" err="1"/>
              <a:t>pageNumber</a:t>
            </a:r>
            <a:r>
              <a:rPr lang="en-US" dirty="0"/>
              <a:t>, </a:t>
            </a:r>
            <a:r>
              <a:rPr lang="en-US" dirty="0" err="1"/>
              <a:t>pageSize</a:t>
            </a:r>
            <a:r>
              <a:rPr lang="en-US" dirty="0"/>
              <a:t>, </a:t>
            </a:r>
            <a:r>
              <a:rPr lang="en-US" dirty="0" err="1"/>
              <a:t>sortCriteria</a:t>
            </a:r>
            <a:r>
              <a:rPr lang="en-US" dirty="0"/>
              <a:t>).</a:t>
            </a:r>
          </a:p>
          <a:p>
            <a:r>
              <a:rPr lang="en-IN" dirty="0"/>
              <a:t>Sort</a:t>
            </a:r>
          </a:p>
          <a:p>
            <a:pPr lvl="1"/>
            <a:r>
              <a:rPr lang="en-US" dirty="0"/>
              <a:t>An interface used to define sorting logic, specifying fields to sort by and the sort direction (ascending or descending).</a:t>
            </a:r>
          </a:p>
          <a:p>
            <a:pPr lvl="1"/>
            <a:r>
              <a:rPr lang="en-US" dirty="0"/>
              <a:t>Sort.by(</a:t>
            </a:r>
            <a:r>
              <a:rPr lang="en-US" dirty="0" err="1"/>
              <a:t>sortDirection</a:t>
            </a:r>
            <a:r>
              <a:rPr lang="en-US" dirty="0"/>
              <a:t>, </a:t>
            </a:r>
            <a:r>
              <a:rPr lang="en-US" dirty="0" err="1"/>
              <a:t>propertyName</a:t>
            </a:r>
            <a:r>
              <a:rPr lang="en-US" dirty="0"/>
              <a:t>) allows specifying the sorting order (ascending or descending) and the field(s) to sort by.</a:t>
            </a:r>
          </a:p>
          <a:p>
            <a:r>
              <a:rPr lang="en-US" dirty="0" err="1"/>
              <a:t>PagingAndSortingRepository</a:t>
            </a:r>
            <a:r>
              <a:rPr lang="en-US" dirty="0"/>
              <a:t> (or </a:t>
            </a:r>
            <a:r>
              <a:rPr lang="en-US" dirty="0" err="1"/>
              <a:t>JpaRepository</a:t>
            </a:r>
            <a:r>
              <a:rPr lang="en-US" dirty="0"/>
              <a:t>): </a:t>
            </a:r>
          </a:p>
          <a:p>
            <a:pPr lvl="1"/>
            <a:r>
              <a:rPr lang="en-US" dirty="0"/>
              <a:t>These interfaces, extended by your custom repositories, provide methods that accept Pageable as a parameter, allowing  to fetch paginated and sorted data directly from the database.</a:t>
            </a:r>
          </a:p>
          <a:p>
            <a:pPr lvl="1"/>
            <a:endParaRPr lang="en-US" dirty="0"/>
          </a:p>
          <a:p>
            <a:pPr marL="457200" lvl="1" indent="0">
              <a:buNone/>
            </a:pPr>
            <a:endParaRPr lang="en-US" dirty="0"/>
          </a:p>
          <a:p>
            <a:endParaRPr lang="en-US" dirty="0"/>
          </a:p>
          <a:p>
            <a:endParaRPr lang="en-IN" dirty="0"/>
          </a:p>
        </p:txBody>
      </p:sp>
    </p:spTree>
    <p:extLst>
      <p:ext uri="{BB962C8B-B14F-4D97-AF65-F5344CB8AC3E}">
        <p14:creationId xmlns:p14="http://schemas.microsoft.com/office/powerpoint/2010/main" val="3788418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258B-6BAB-D4B1-867D-407FA5616FEB}"/>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F35CD600-2A39-7673-D67E-A7797DA92972}"/>
              </a:ext>
            </a:extLst>
          </p:cNvPr>
          <p:cNvSpPr>
            <a:spLocks noGrp="1"/>
          </p:cNvSpPr>
          <p:nvPr>
            <p:ph idx="1"/>
          </p:nvPr>
        </p:nvSpPr>
        <p:spPr/>
        <p:txBody>
          <a:bodyPr>
            <a:normAutofit/>
          </a:bodyPr>
          <a:lstStyle/>
          <a:p>
            <a:pPr marL="0" indent="0">
              <a:buNone/>
            </a:pPr>
            <a:r>
              <a:rPr lang="en-US" sz="1600" dirty="0"/>
              <a:t>@Repository</a:t>
            </a:r>
          </a:p>
          <a:p>
            <a:pPr marL="0" indent="0">
              <a:buNone/>
            </a:pPr>
            <a:r>
              <a:rPr lang="en-US" sz="1600" dirty="0"/>
              <a:t>public interface </a:t>
            </a:r>
            <a:r>
              <a:rPr lang="en-US" sz="1600" dirty="0" err="1"/>
              <a:t>ProductRepository</a:t>
            </a:r>
            <a:r>
              <a:rPr lang="en-US" sz="1600" dirty="0"/>
              <a:t> extends </a:t>
            </a:r>
            <a:r>
              <a:rPr lang="en-US" sz="1600" dirty="0" err="1"/>
              <a:t>JpaRepository</a:t>
            </a:r>
            <a:r>
              <a:rPr lang="en-US" sz="1600" dirty="0"/>
              <a:t>&lt;Product, Long&gt; {</a:t>
            </a:r>
          </a:p>
          <a:p>
            <a:pPr marL="0" indent="0">
              <a:buNone/>
            </a:pPr>
            <a:r>
              <a:rPr lang="en-US" sz="1600" dirty="0"/>
              <a:t>}</a:t>
            </a:r>
          </a:p>
          <a:p>
            <a:pPr marL="0" indent="0">
              <a:buNone/>
            </a:pPr>
            <a:r>
              <a:rPr lang="en-US" sz="1600" dirty="0"/>
              <a:t>class Product {</a:t>
            </a:r>
          </a:p>
          <a:p>
            <a:pPr marL="0" indent="0">
              <a:buNone/>
            </a:pPr>
            <a:r>
              <a:rPr lang="en-US" sz="1600" dirty="0"/>
              <a:t>    @Id</a:t>
            </a:r>
          </a:p>
          <a:p>
            <a:pPr marL="0" indent="0">
              <a:buNone/>
            </a:pPr>
            <a:r>
              <a:rPr lang="en-US" sz="1600" dirty="0"/>
              <a:t>    @GeneratedValue(strategy = </a:t>
            </a:r>
            <a:r>
              <a:rPr lang="en-US" sz="1600" dirty="0" err="1"/>
              <a:t>GenerationType.IDENTITY</a:t>
            </a:r>
            <a:r>
              <a:rPr lang="en-US" sz="1600" dirty="0"/>
              <a:t>)</a:t>
            </a:r>
          </a:p>
          <a:p>
            <a:pPr marL="0" indent="0">
              <a:buNone/>
            </a:pPr>
            <a:r>
              <a:rPr lang="en-US" sz="1600" dirty="0"/>
              <a:t>    private Long id;</a:t>
            </a:r>
          </a:p>
          <a:p>
            <a:pPr marL="0" indent="0">
              <a:buNone/>
            </a:pPr>
            <a:r>
              <a:rPr lang="en-US" sz="1600" dirty="0"/>
              <a:t>    private String name;</a:t>
            </a:r>
          </a:p>
          <a:p>
            <a:pPr marL="0" indent="0">
              <a:buNone/>
            </a:pPr>
            <a:r>
              <a:rPr lang="en-US" sz="1600" dirty="0"/>
              <a:t>    private double price;</a:t>
            </a:r>
          </a:p>
          <a:p>
            <a:pPr marL="0" indent="0">
              <a:buNone/>
            </a:pPr>
            <a:r>
              <a:rPr lang="en-IN" sz="1600" dirty="0"/>
              <a:t>}</a:t>
            </a:r>
          </a:p>
        </p:txBody>
      </p:sp>
    </p:spTree>
    <p:extLst>
      <p:ext uri="{BB962C8B-B14F-4D97-AF65-F5344CB8AC3E}">
        <p14:creationId xmlns:p14="http://schemas.microsoft.com/office/powerpoint/2010/main" val="330584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D966-B1A0-26A9-DDAC-8DFDB05A1E33}"/>
              </a:ext>
            </a:extLst>
          </p:cNvPr>
          <p:cNvSpPr>
            <a:spLocks noGrp="1"/>
          </p:cNvSpPr>
          <p:nvPr>
            <p:ph type="title"/>
          </p:nvPr>
        </p:nvSpPr>
        <p:spPr/>
        <p:txBody>
          <a:bodyPr/>
          <a:lstStyle/>
          <a:p>
            <a:r>
              <a:rPr lang="en-US" dirty="0"/>
              <a:t>Service file</a:t>
            </a:r>
            <a:endParaRPr lang="en-IN" dirty="0"/>
          </a:p>
        </p:txBody>
      </p:sp>
      <p:sp>
        <p:nvSpPr>
          <p:cNvPr id="3" name="Content Placeholder 2">
            <a:extLst>
              <a:ext uri="{FF2B5EF4-FFF2-40B4-BE49-F238E27FC236}">
                <a16:creationId xmlns:a16="http://schemas.microsoft.com/office/drawing/2014/main" id="{A749F885-B4E4-55BA-2B66-AA129DEBA57E}"/>
              </a:ext>
            </a:extLst>
          </p:cNvPr>
          <p:cNvSpPr>
            <a:spLocks noGrp="1"/>
          </p:cNvSpPr>
          <p:nvPr>
            <p:ph idx="1"/>
          </p:nvPr>
        </p:nvSpPr>
        <p:spPr/>
        <p:txBody>
          <a:bodyPr>
            <a:normAutofit fontScale="47500" lnSpcReduction="20000"/>
          </a:bodyPr>
          <a:lstStyle/>
          <a:p>
            <a:pPr marL="0" indent="0">
              <a:buNone/>
            </a:pPr>
            <a:r>
              <a:rPr lang="en-IN" dirty="0"/>
              <a:t>@Service</a:t>
            </a:r>
          </a:p>
          <a:p>
            <a:pPr marL="0" indent="0">
              <a:buNone/>
            </a:pPr>
            <a:r>
              <a:rPr lang="en-IN" dirty="0"/>
              <a:t>public class </a:t>
            </a:r>
            <a:r>
              <a:rPr lang="en-IN" dirty="0" err="1"/>
              <a:t>ProductService</a:t>
            </a:r>
            <a:r>
              <a:rPr lang="en-IN" dirty="0"/>
              <a:t> {</a:t>
            </a:r>
          </a:p>
          <a:p>
            <a:pPr marL="0" indent="0">
              <a:buNone/>
            </a:pPr>
            <a:endParaRPr lang="en-IN" dirty="0"/>
          </a:p>
          <a:p>
            <a:pPr marL="0" indent="0">
              <a:buNone/>
            </a:pPr>
            <a:r>
              <a:rPr lang="en-IN" dirty="0"/>
              <a:t>    @Autowired</a:t>
            </a:r>
          </a:p>
          <a:p>
            <a:pPr marL="0" indent="0">
              <a:buNone/>
            </a:pPr>
            <a:r>
              <a:rPr lang="en-IN" dirty="0"/>
              <a:t>    private </a:t>
            </a:r>
            <a:r>
              <a:rPr lang="en-IN" dirty="0" err="1"/>
              <a:t>ProductRepository</a:t>
            </a:r>
            <a:r>
              <a:rPr lang="en-IN" dirty="0"/>
              <a:t> </a:t>
            </a:r>
            <a:r>
              <a:rPr lang="en-IN" dirty="0" err="1"/>
              <a:t>productRepository</a:t>
            </a:r>
            <a:r>
              <a:rPr lang="en-IN" dirty="0"/>
              <a:t>;</a:t>
            </a:r>
          </a:p>
          <a:p>
            <a:pPr marL="0" indent="0">
              <a:buNone/>
            </a:pPr>
            <a:endParaRPr lang="en-IN" dirty="0"/>
          </a:p>
          <a:p>
            <a:pPr marL="0" indent="0">
              <a:buNone/>
            </a:pPr>
            <a:r>
              <a:rPr lang="en-IN" dirty="0"/>
              <a:t>    public Page&lt;Product&gt; </a:t>
            </a:r>
            <a:r>
              <a:rPr lang="en-IN" dirty="0" err="1"/>
              <a:t>getAllProduct</a:t>
            </a:r>
            <a:r>
              <a:rPr lang="en-IN" dirty="0"/>
              <a:t>(Pageable pageable){</a:t>
            </a:r>
          </a:p>
          <a:p>
            <a:pPr marL="0" indent="0">
              <a:buNone/>
            </a:pPr>
            <a:r>
              <a:rPr lang="en-IN" dirty="0"/>
              <a:t>        return  </a:t>
            </a:r>
            <a:r>
              <a:rPr lang="en-IN" dirty="0" err="1"/>
              <a:t>productRepository.findAll</a:t>
            </a:r>
            <a:r>
              <a:rPr lang="en-IN" dirty="0"/>
              <a:t>(pageable);</a:t>
            </a:r>
          </a:p>
          <a:p>
            <a:pPr marL="0" indent="0">
              <a:buNone/>
            </a:pPr>
            <a:r>
              <a:rPr lang="en-IN" dirty="0"/>
              <a:t>    }</a:t>
            </a:r>
          </a:p>
          <a:p>
            <a:pPr marL="0" indent="0">
              <a:buNone/>
            </a:pPr>
            <a:endParaRPr lang="en-IN" dirty="0"/>
          </a:p>
          <a:p>
            <a:pPr marL="0" indent="0">
              <a:buNone/>
            </a:pPr>
            <a:r>
              <a:rPr lang="en-IN" dirty="0"/>
              <a:t>    public Page&lt;Product&gt; </a:t>
            </a:r>
            <a:r>
              <a:rPr lang="en-IN" dirty="0" err="1"/>
              <a:t>getPaginatedProduct</a:t>
            </a:r>
            <a:r>
              <a:rPr lang="en-IN" dirty="0"/>
              <a:t>(int page, int size, Sort </a:t>
            </a:r>
            <a:r>
              <a:rPr lang="en-IN" dirty="0" err="1"/>
              <a:t>sortBy</a:t>
            </a:r>
            <a:r>
              <a:rPr lang="en-IN" dirty="0"/>
              <a:t>) {</a:t>
            </a:r>
          </a:p>
          <a:p>
            <a:pPr marL="0" indent="0">
              <a:buNone/>
            </a:pPr>
            <a:r>
              <a:rPr lang="en-IN" dirty="0"/>
              <a:t>        Pageable </a:t>
            </a:r>
            <a:r>
              <a:rPr lang="en-IN" dirty="0" err="1"/>
              <a:t>pageable</a:t>
            </a:r>
            <a:r>
              <a:rPr lang="en-IN" dirty="0"/>
              <a:t> = </a:t>
            </a:r>
            <a:r>
              <a:rPr lang="en-IN" dirty="0" err="1"/>
              <a:t>PageRequest.of</a:t>
            </a:r>
            <a:r>
              <a:rPr lang="en-IN" dirty="0"/>
              <a:t>(page, size, </a:t>
            </a:r>
            <a:r>
              <a:rPr lang="en-IN" dirty="0" err="1"/>
              <a:t>sortBy</a:t>
            </a:r>
            <a:r>
              <a:rPr lang="en-IN" dirty="0"/>
              <a:t>);</a:t>
            </a:r>
          </a:p>
          <a:p>
            <a:pPr marL="0" indent="0">
              <a:buNone/>
            </a:pPr>
            <a:r>
              <a:rPr lang="en-IN" dirty="0"/>
              <a:t>        return </a:t>
            </a:r>
            <a:r>
              <a:rPr lang="en-IN" dirty="0" err="1"/>
              <a:t>productRepository.findAll</a:t>
            </a:r>
            <a:r>
              <a:rPr lang="en-IN" dirty="0"/>
              <a:t>(pageable);</a:t>
            </a:r>
          </a:p>
          <a:p>
            <a:pPr marL="0" indent="0">
              <a:buNone/>
            </a:pPr>
            <a:r>
              <a:rPr lang="en-IN" dirty="0"/>
              <a:t>    }</a:t>
            </a:r>
          </a:p>
          <a:p>
            <a:pPr marL="0" indent="0">
              <a:buNone/>
            </a:pPr>
            <a:endParaRPr lang="en-IN" dirty="0"/>
          </a:p>
          <a:p>
            <a:pPr marL="0" indent="0">
              <a:buNone/>
            </a:pPr>
            <a:r>
              <a:rPr lang="en-IN" dirty="0"/>
              <a:t>}</a:t>
            </a:r>
          </a:p>
        </p:txBody>
      </p:sp>
    </p:spTree>
    <p:extLst>
      <p:ext uri="{BB962C8B-B14F-4D97-AF65-F5344CB8AC3E}">
        <p14:creationId xmlns:p14="http://schemas.microsoft.com/office/powerpoint/2010/main" val="1681574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60A1-506B-DF62-D6B5-6580A99F7FEA}"/>
              </a:ext>
            </a:extLst>
          </p:cNvPr>
          <p:cNvSpPr>
            <a:spLocks noGrp="1"/>
          </p:cNvSpPr>
          <p:nvPr>
            <p:ph type="title"/>
          </p:nvPr>
        </p:nvSpPr>
        <p:spPr/>
        <p:txBody>
          <a:bodyPr/>
          <a:lstStyle/>
          <a:p>
            <a:r>
              <a:rPr lang="en-US" dirty="0"/>
              <a:t>controller</a:t>
            </a:r>
            <a:endParaRPr lang="en-IN" dirty="0"/>
          </a:p>
        </p:txBody>
      </p:sp>
      <p:sp>
        <p:nvSpPr>
          <p:cNvPr id="3" name="Content Placeholder 2">
            <a:extLst>
              <a:ext uri="{FF2B5EF4-FFF2-40B4-BE49-F238E27FC236}">
                <a16:creationId xmlns:a16="http://schemas.microsoft.com/office/drawing/2014/main" id="{4298FC79-5846-FF00-DE5B-660DE0EA3B4D}"/>
              </a:ext>
            </a:extLst>
          </p:cNvPr>
          <p:cNvSpPr>
            <a:spLocks noGrp="1"/>
          </p:cNvSpPr>
          <p:nvPr>
            <p:ph sz="half" idx="1"/>
          </p:nvPr>
        </p:nvSpPr>
        <p:spPr>
          <a:xfrm>
            <a:off x="838200" y="1280160"/>
            <a:ext cx="5181600" cy="4896803"/>
          </a:xfrm>
        </p:spPr>
        <p:txBody>
          <a:bodyPr>
            <a:normAutofit fontScale="77500" lnSpcReduction="20000"/>
          </a:bodyPr>
          <a:lstStyle/>
          <a:p>
            <a:pPr marL="0" indent="0">
              <a:buNone/>
            </a:pPr>
            <a:endParaRPr lang="en-IN" dirty="0"/>
          </a:p>
          <a:p>
            <a:pPr marL="0" indent="0">
              <a:buNone/>
            </a:pPr>
            <a:r>
              <a:rPr lang="en-IN" dirty="0"/>
              <a:t>@RestController</a:t>
            </a:r>
          </a:p>
          <a:p>
            <a:pPr marL="0" indent="0">
              <a:buNone/>
            </a:pPr>
            <a:r>
              <a:rPr lang="en-IN" dirty="0"/>
              <a:t>@RequestMapping("/products")</a:t>
            </a:r>
          </a:p>
          <a:p>
            <a:pPr marL="0" indent="0">
              <a:buNone/>
            </a:pPr>
            <a:r>
              <a:rPr lang="en-IN" dirty="0"/>
              <a:t>public class </a:t>
            </a:r>
            <a:r>
              <a:rPr lang="en-IN" dirty="0" err="1"/>
              <a:t>ProductController</a:t>
            </a:r>
            <a:r>
              <a:rPr lang="en-IN" dirty="0"/>
              <a:t> {</a:t>
            </a:r>
          </a:p>
          <a:p>
            <a:pPr marL="0" indent="0">
              <a:buNone/>
            </a:pPr>
            <a:r>
              <a:rPr lang="en-IN" dirty="0"/>
              <a:t>    @Autowired</a:t>
            </a:r>
          </a:p>
          <a:p>
            <a:pPr marL="0" indent="0">
              <a:buNone/>
            </a:pPr>
            <a:r>
              <a:rPr lang="en-IN" dirty="0"/>
              <a:t>    private </a:t>
            </a:r>
            <a:r>
              <a:rPr lang="en-IN" dirty="0" err="1"/>
              <a:t>ProductService</a:t>
            </a:r>
            <a:r>
              <a:rPr lang="en-IN" dirty="0"/>
              <a:t> </a:t>
            </a:r>
            <a:r>
              <a:rPr lang="en-IN" dirty="0" err="1"/>
              <a:t>productService</a:t>
            </a:r>
            <a:r>
              <a:rPr lang="en-IN" dirty="0"/>
              <a:t>;</a:t>
            </a:r>
          </a:p>
          <a:p>
            <a:pPr marL="0" indent="0">
              <a:buNone/>
            </a:pPr>
            <a:endParaRPr lang="en-IN" dirty="0"/>
          </a:p>
          <a:p>
            <a:pPr marL="0" indent="0">
              <a:buNone/>
            </a:pPr>
            <a:r>
              <a:rPr lang="en-IN" dirty="0"/>
              <a:t>    @GetMapping</a:t>
            </a:r>
          </a:p>
          <a:p>
            <a:pPr marL="0" indent="0">
              <a:buNone/>
            </a:pPr>
            <a:r>
              <a:rPr lang="en-IN" dirty="0"/>
              <a:t>    public Page&lt;Product&gt; </a:t>
            </a:r>
            <a:r>
              <a:rPr lang="en-IN" dirty="0" err="1"/>
              <a:t>getProduct</a:t>
            </a:r>
            <a:r>
              <a:rPr lang="en-IN" dirty="0"/>
              <a:t>(Pageable page){</a:t>
            </a:r>
          </a:p>
          <a:p>
            <a:pPr marL="0" indent="0">
              <a:buNone/>
            </a:pPr>
            <a:r>
              <a:rPr lang="en-IN" dirty="0"/>
              <a:t>        return </a:t>
            </a:r>
            <a:r>
              <a:rPr lang="en-IN" dirty="0" err="1"/>
              <a:t>productService.getAllProduct</a:t>
            </a:r>
            <a:r>
              <a:rPr lang="en-IN" dirty="0"/>
              <a:t>(page);</a:t>
            </a:r>
          </a:p>
          <a:p>
            <a:pPr marL="0" indent="0">
              <a:buNone/>
            </a:pPr>
            <a:r>
              <a:rPr lang="en-IN" dirty="0"/>
              <a:t>    }</a:t>
            </a:r>
            <a:br>
              <a:rPr lang="en-IN" dirty="0"/>
            </a:br>
            <a:r>
              <a:rPr lang="en-IN" dirty="0"/>
              <a:t>}</a:t>
            </a:r>
          </a:p>
        </p:txBody>
      </p:sp>
      <p:sp>
        <p:nvSpPr>
          <p:cNvPr id="4" name="Content Placeholder 3">
            <a:extLst>
              <a:ext uri="{FF2B5EF4-FFF2-40B4-BE49-F238E27FC236}">
                <a16:creationId xmlns:a16="http://schemas.microsoft.com/office/drawing/2014/main" id="{49BA7C8A-15E7-BF02-C462-A901EDA724D4}"/>
              </a:ext>
            </a:extLst>
          </p:cNvPr>
          <p:cNvSpPr>
            <a:spLocks noGrp="1"/>
          </p:cNvSpPr>
          <p:nvPr>
            <p:ph sz="half" idx="2"/>
          </p:nvPr>
        </p:nvSpPr>
        <p:spPr>
          <a:xfrm>
            <a:off x="6172200" y="521208"/>
            <a:ext cx="5181600" cy="5655755"/>
          </a:xfrm>
        </p:spPr>
        <p:txBody>
          <a:bodyPr>
            <a:noAutofit/>
          </a:bodyPr>
          <a:lstStyle/>
          <a:p>
            <a:pPr marL="0" indent="0">
              <a:buNone/>
            </a:pPr>
            <a:r>
              <a:rPr lang="en-IN" sz="1600" dirty="0"/>
              <a:t>http://localhost:8080/products?page=0&amp;size=10</a:t>
            </a:r>
          </a:p>
          <a:p>
            <a:pPr marL="0" indent="0">
              <a:buNone/>
            </a:pPr>
            <a:r>
              <a:rPr lang="en-IN" sz="1600" dirty="0"/>
              <a:t>http://localhost:8080/products?page=1&amp;size=10</a:t>
            </a:r>
          </a:p>
          <a:p>
            <a:pPr marL="0" indent="0">
              <a:buNone/>
            </a:pPr>
            <a:r>
              <a:rPr lang="en-IN" sz="1600" dirty="0">
                <a:hlinkClick r:id="rId2">
                  <a:extLst>
                    <a:ext uri="{A12FA001-AC4F-418D-AE19-62706E023703}">
                      <ahyp:hlinkClr xmlns:ahyp="http://schemas.microsoft.com/office/drawing/2018/hyperlinkcolor" val="tx"/>
                    </a:ext>
                  </a:extLst>
                </a:hlinkClick>
              </a:rPr>
              <a:t>http://localhost:8080/products?page=2&amp;size=10</a:t>
            </a:r>
            <a:endParaRPr lang="en-IN" sz="1600" dirty="0"/>
          </a:p>
          <a:p>
            <a:pPr marL="0" indent="0">
              <a:buNone/>
            </a:pPr>
            <a:r>
              <a:rPr lang="en-IN" sz="1600" dirty="0"/>
              <a:t>http://localhost:8080/products?page=0&amp;size=11&amp;sort=id,desc</a:t>
            </a:r>
          </a:p>
          <a:p>
            <a:pPr marL="0" indent="0">
              <a:buNone/>
            </a:pPr>
            <a:endParaRPr lang="en-IN" sz="1600" dirty="0"/>
          </a:p>
          <a:p>
            <a:pPr marL="0" indent="0">
              <a:buNone/>
            </a:pPr>
            <a:endParaRPr lang="en-IN" sz="1600" dirty="0"/>
          </a:p>
        </p:txBody>
      </p:sp>
    </p:spTree>
    <p:extLst>
      <p:ext uri="{BB962C8B-B14F-4D97-AF65-F5344CB8AC3E}">
        <p14:creationId xmlns:p14="http://schemas.microsoft.com/office/powerpoint/2010/main" val="4170718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F000A-1EA1-7338-7F1F-D4B218B115FC}"/>
              </a:ext>
            </a:extLst>
          </p:cNvPr>
          <p:cNvSpPr>
            <a:spLocks noGrp="1"/>
          </p:cNvSpPr>
          <p:nvPr>
            <p:ph type="title"/>
          </p:nvPr>
        </p:nvSpPr>
        <p:spPr>
          <a:xfrm>
            <a:off x="838200" y="95930"/>
            <a:ext cx="10515600" cy="538389"/>
          </a:xfrm>
        </p:spPr>
        <p:txBody>
          <a:bodyPr>
            <a:normAutofit fontScale="90000"/>
          </a:bodyPr>
          <a:lstStyle/>
          <a:p>
            <a:r>
              <a:rPr lang="en-US" dirty="0"/>
              <a:t>main</a:t>
            </a:r>
            <a:endParaRPr lang="en-IN" dirty="0"/>
          </a:p>
        </p:txBody>
      </p:sp>
      <p:sp>
        <p:nvSpPr>
          <p:cNvPr id="3" name="Content Placeholder 2">
            <a:extLst>
              <a:ext uri="{FF2B5EF4-FFF2-40B4-BE49-F238E27FC236}">
                <a16:creationId xmlns:a16="http://schemas.microsoft.com/office/drawing/2014/main" id="{7F8AEBF0-49F4-5BAB-D6E4-5221D72F5025}"/>
              </a:ext>
            </a:extLst>
          </p:cNvPr>
          <p:cNvSpPr>
            <a:spLocks noGrp="1"/>
          </p:cNvSpPr>
          <p:nvPr>
            <p:ph sz="half" idx="1"/>
          </p:nvPr>
        </p:nvSpPr>
        <p:spPr>
          <a:xfrm>
            <a:off x="838200" y="713232"/>
            <a:ext cx="5181600" cy="6144768"/>
          </a:xfrm>
        </p:spPr>
        <p:txBody>
          <a:bodyPr>
            <a:noAutofit/>
          </a:bodyPr>
          <a:lstStyle/>
          <a:p>
            <a:pPr marL="0" indent="0">
              <a:buNone/>
            </a:pPr>
            <a:r>
              <a:rPr lang="en-IN" sz="1600" dirty="0"/>
              <a:t>@SpringBootApplication</a:t>
            </a:r>
          </a:p>
          <a:p>
            <a:pPr marL="0" indent="0">
              <a:buNone/>
            </a:pPr>
            <a:r>
              <a:rPr lang="en-IN" sz="1600" dirty="0"/>
              <a:t>public class </a:t>
            </a:r>
            <a:r>
              <a:rPr lang="en-IN" sz="1600" dirty="0" err="1"/>
              <a:t>DemoApplication</a:t>
            </a:r>
            <a:r>
              <a:rPr lang="en-IN" sz="1600" dirty="0"/>
              <a:t> implements </a:t>
            </a:r>
            <a:r>
              <a:rPr lang="en-IN" sz="1600" dirty="0" err="1"/>
              <a:t>CommandLineRunner</a:t>
            </a:r>
            <a:r>
              <a:rPr lang="en-IN" sz="1600" dirty="0"/>
              <a:t> {</a:t>
            </a:r>
          </a:p>
          <a:p>
            <a:pPr marL="0" indent="0">
              <a:buNone/>
            </a:pPr>
            <a:r>
              <a:rPr lang="en-IN" sz="1600" dirty="0"/>
              <a:t>    public static void main(String[] </a:t>
            </a:r>
            <a:r>
              <a:rPr lang="en-IN" sz="1600" dirty="0" err="1"/>
              <a:t>args</a:t>
            </a:r>
            <a:r>
              <a:rPr lang="en-IN" sz="1600" dirty="0"/>
              <a:t>) {</a:t>
            </a:r>
          </a:p>
          <a:p>
            <a:pPr marL="0" indent="0">
              <a:buNone/>
            </a:pPr>
            <a:r>
              <a:rPr lang="en-IN" sz="1600" dirty="0"/>
              <a:t>        </a:t>
            </a:r>
            <a:r>
              <a:rPr lang="en-IN" sz="1600" dirty="0" err="1"/>
              <a:t>SpringApplication.run</a:t>
            </a:r>
            <a:r>
              <a:rPr lang="en-IN" sz="1600" dirty="0"/>
              <a:t>(</a:t>
            </a:r>
            <a:r>
              <a:rPr lang="en-IN" sz="1600" dirty="0" err="1"/>
              <a:t>DemoApplication.class</a:t>
            </a:r>
            <a:r>
              <a:rPr lang="en-IN" sz="1600" dirty="0"/>
              <a:t>, </a:t>
            </a:r>
            <a:r>
              <a:rPr lang="en-IN" sz="1600" dirty="0" err="1"/>
              <a:t>args</a:t>
            </a:r>
            <a:r>
              <a:rPr lang="en-IN" sz="1600" dirty="0"/>
              <a:t>);</a:t>
            </a:r>
          </a:p>
          <a:p>
            <a:pPr marL="0" indent="0">
              <a:buNone/>
            </a:pPr>
            <a:r>
              <a:rPr lang="en-IN" sz="1600" dirty="0"/>
              <a:t>    }</a:t>
            </a:r>
          </a:p>
          <a:p>
            <a:pPr marL="0" indent="0">
              <a:buNone/>
            </a:pPr>
            <a:r>
              <a:rPr lang="en-IN" sz="1600" dirty="0"/>
              <a:t>    @Autowired</a:t>
            </a:r>
          </a:p>
          <a:p>
            <a:pPr marL="0" indent="0">
              <a:buNone/>
            </a:pPr>
            <a:r>
              <a:rPr lang="en-IN" sz="1600" dirty="0"/>
              <a:t>    </a:t>
            </a:r>
            <a:r>
              <a:rPr lang="en-IN" sz="1600" dirty="0" err="1"/>
              <a:t>ProductRepository</a:t>
            </a:r>
            <a:r>
              <a:rPr lang="en-IN" sz="1600" dirty="0"/>
              <a:t> </a:t>
            </a:r>
            <a:r>
              <a:rPr lang="en-IN" sz="1600" dirty="0" err="1"/>
              <a:t>productRepository</a:t>
            </a:r>
            <a:r>
              <a:rPr lang="en-IN" sz="1600" dirty="0"/>
              <a:t>;</a:t>
            </a:r>
          </a:p>
          <a:p>
            <a:pPr marL="0" indent="0">
              <a:buNone/>
            </a:pPr>
            <a:r>
              <a:rPr lang="en-IN" sz="1600" dirty="0"/>
              <a:t>    @Autowired</a:t>
            </a:r>
          </a:p>
          <a:p>
            <a:pPr marL="0" indent="0">
              <a:buNone/>
            </a:pPr>
            <a:r>
              <a:rPr lang="en-IN" sz="1600" dirty="0"/>
              <a:t>    private </a:t>
            </a:r>
            <a:r>
              <a:rPr lang="en-IN" sz="1600" dirty="0" err="1"/>
              <a:t>ProductService</a:t>
            </a:r>
            <a:r>
              <a:rPr lang="en-IN" sz="1600" dirty="0"/>
              <a:t> </a:t>
            </a:r>
            <a:r>
              <a:rPr lang="en-IN" sz="1600" dirty="0" err="1"/>
              <a:t>productService</a:t>
            </a:r>
            <a:r>
              <a:rPr lang="en-IN" sz="1600" dirty="0"/>
              <a:t>;</a:t>
            </a:r>
          </a:p>
          <a:p>
            <a:pPr marL="0" indent="0">
              <a:buNone/>
            </a:pPr>
            <a:r>
              <a:rPr lang="en-IN" sz="1600" dirty="0"/>
              <a:t>    @Override</a:t>
            </a:r>
          </a:p>
          <a:p>
            <a:pPr marL="0" indent="0">
              <a:buNone/>
            </a:pPr>
            <a:r>
              <a:rPr lang="en-IN" sz="1600" dirty="0"/>
              <a:t>    public void run(String... </a:t>
            </a:r>
            <a:r>
              <a:rPr lang="en-IN" sz="1600" dirty="0" err="1"/>
              <a:t>args</a:t>
            </a:r>
            <a:r>
              <a:rPr lang="en-IN" sz="1600" dirty="0"/>
              <a:t>) throws Exception {</a:t>
            </a:r>
          </a:p>
          <a:p>
            <a:pPr marL="0" indent="0">
              <a:buNone/>
            </a:pPr>
            <a:r>
              <a:rPr lang="en-IN" sz="1600" dirty="0"/>
              <a:t>        var list1 = </a:t>
            </a:r>
            <a:r>
              <a:rPr lang="en-IN" sz="1600" dirty="0" err="1"/>
              <a:t>Arrays.asList</a:t>
            </a:r>
            <a:r>
              <a:rPr lang="en-IN" sz="1600" dirty="0"/>
              <a:t>(</a:t>
            </a:r>
          </a:p>
          <a:p>
            <a:pPr marL="0" indent="0">
              <a:buNone/>
            </a:pPr>
            <a:r>
              <a:rPr lang="en-IN" sz="1600" dirty="0"/>
              <a:t>                new Product[]{                    </a:t>
            </a:r>
            <a:r>
              <a:rPr lang="en-IN" sz="1600" dirty="0" err="1"/>
              <a:t>Product.builder</a:t>
            </a:r>
            <a:r>
              <a:rPr lang="en-IN" sz="1600" dirty="0"/>
              <a:t>().name("biscuit").price(40).build(),                     </a:t>
            </a:r>
            <a:r>
              <a:rPr lang="en-IN" sz="1600" dirty="0" err="1"/>
              <a:t>Product.builder</a:t>
            </a:r>
            <a:r>
              <a:rPr lang="en-IN" sz="1600" dirty="0"/>
              <a:t>().name("biscuit").price(40).build(),                        </a:t>
            </a:r>
            <a:r>
              <a:rPr lang="en-IN" sz="1600" dirty="0" err="1"/>
              <a:t>Product.builder</a:t>
            </a:r>
            <a:r>
              <a:rPr lang="en-IN" sz="1600" dirty="0"/>
              <a:t>().name("biscuit").price(40).build(),                        </a:t>
            </a:r>
            <a:r>
              <a:rPr lang="en-IN" sz="1600" dirty="0" err="1"/>
              <a:t>Product.builder</a:t>
            </a:r>
            <a:r>
              <a:rPr lang="en-IN" sz="1600" dirty="0"/>
              <a:t>().name("biscuit").price(40).build(),</a:t>
            </a:r>
          </a:p>
          <a:p>
            <a:pPr marL="0" indent="0">
              <a:buNone/>
            </a:pPr>
            <a:endParaRPr lang="en-IN" sz="1600" dirty="0"/>
          </a:p>
        </p:txBody>
      </p:sp>
      <p:sp>
        <p:nvSpPr>
          <p:cNvPr id="4" name="Content Placeholder 3">
            <a:extLst>
              <a:ext uri="{FF2B5EF4-FFF2-40B4-BE49-F238E27FC236}">
                <a16:creationId xmlns:a16="http://schemas.microsoft.com/office/drawing/2014/main" id="{2D339D10-5D04-1951-7F93-8D404A51E24D}"/>
              </a:ext>
            </a:extLst>
          </p:cNvPr>
          <p:cNvSpPr>
            <a:spLocks noGrp="1"/>
          </p:cNvSpPr>
          <p:nvPr>
            <p:ph sz="half" idx="2"/>
          </p:nvPr>
        </p:nvSpPr>
        <p:spPr>
          <a:xfrm>
            <a:off x="6172200" y="365125"/>
            <a:ext cx="5181600" cy="5811838"/>
          </a:xfrm>
        </p:spPr>
        <p:txBody>
          <a:bodyPr>
            <a:noAutofit/>
          </a:bodyPr>
          <a:lstStyle/>
          <a:p>
            <a:pPr marL="0" indent="0">
              <a:buNone/>
            </a:pPr>
            <a:r>
              <a:rPr lang="en-IN" sz="1800" dirty="0" err="1"/>
              <a:t>productRepository.saveAll</a:t>
            </a:r>
            <a:r>
              <a:rPr lang="en-IN" sz="1800" dirty="0"/>
              <a:t>(list1)</a:t>
            </a:r>
          </a:p>
          <a:p>
            <a:pPr marL="0" indent="0">
              <a:buNone/>
            </a:pPr>
            <a:r>
              <a:rPr lang="en-IN" sz="1800" dirty="0" err="1"/>
              <a:t>productRepository.saveAll</a:t>
            </a:r>
            <a:r>
              <a:rPr lang="en-IN" sz="1800" dirty="0"/>
              <a:t>(list1)</a:t>
            </a:r>
          </a:p>
          <a:p>
            <a:pPr marL="0" indent="0">
              <a:buNone/>
            </a:pPr>
            <a:r>
              <a:rPr lang="en-IN" sz="1800" dirty="0" err="1"/>
              <a:t>productRepository.saveAll</a:t>
            </a:r>
            <a:r>
              <a:rPr lang="en-IN" sz="1800" dirty="0"/>
              <a:t>(list1)</a:t>
            </a:r>
          </a:p>
          <a:p>
            <a:pPr marL="0" indent="0">
              <a:buNone/>
            </a:pPr>
            <a:endParaRPr lang="en-IN" sz="1800" dirty="0"/>
          </a:p>
          <a:p>
            <a:pPr marL="0" indent="0">
              <a:buNone/>
            </a:pPr>
            <a:r>
              <a:rPr lang="en-IN" sz="1800" dirty="0"/>
              <a:t> Pageable </a:t>
            </a:r>
            <a:r>
              <a:rPr lang="en-IN" sz="1800" dirty="0" err="1"/>
              <a:t>pageable</a:t>
            </a:r>
            <a:r>
              <a:rPr lang="en-IN" sz="1800" dirty="0"/>
              <a:t> = </a:t>
            </a:r>
            <a:r>
              <a:rPr lang="en-IN" sz="1800" dirty="0" err="1"/>
              <a:t>PageRequest.of</a:t>
            </a:r>
            <a:r>
              <a:rPr lang="en-IN" sz="1800" dirty="0"/>
              <a:t>(1, 10);</a:t>
            </a:r>
          </a:p>
          <a:p>
            <a:pPr marL="0" indent="0">
              <a:buNone/>
            </a:pPr>
            <a:r>
              <a:rPr lang="en-IN" sz="1800" dirty="0"/>
              <a:t>        </a:t>
            </a:r>
            <a:r>
              <a:rPr lang="en-IN" sz="1800" dirty="0" err="1"/>
              <a:t>System.out.println</a:t>
            </a:r>
            <a:r>
              <a:rPr lang="en-IN" sz="1800" dirty="0"/>
              <a:t>("using pagination ");</a:t>
            </a:r>
          </a:p>
          <a:p>
            <a:pPr marL="0" indent="0">
              <a:buNone/>
            </a:pPr>
            <a:r>
              <a:rPr lang="en-IN" sz="1800" dirty="0"/>
              <a:t>Page&lt;Product&gt; </a:t>
            </a:r>
            <a:r>
              <a:rPr lang="en-IN" sz="1800" dirty="0" err="1"/>
              <a:t>myEntitiesPage</a:t>
            </a:r>
            <a:r>
              <a:rPr lang="en-IN" sz="1800" dirty="0"/>
              <a:t> = </a:t>
            </a:r>
            <a:r>
              <a:rPr lang="en-IN" sz="1800" dirty="0" err="1"/>
              <a:t>productService.getAllProduct</a:t>
            </a:r>
            <a:r>
              <a:rPr lang="en-IN" sz="1800" dirty="0"/>
              <a:t>(pageable);</a:t>
            </a:r>
          </a:p>
          <a:p>
            <a:pPr marL="0" indent="0">
              <a:buNone/>
            </a:pPr>
            <a:r>
              <a:rPr lang="en-IN" sz="1800" dirty="0"/>
              <a:t>       </a:t>
            </a:r>
            <a:r>
              <a:rPr lang="en-IN" sz="1800" dirty="0" err="1"/>
              <a:t>myEntitiesPage.getContent</a:t>
            </a:r>
            <a:r>
              <a:rPr lang="en-IN" sz="1800" dirty="0"/>
              <a:t>().</a:t>
            </a:r>
            <a:r>
              <a:rPr lang="en-IN" sz="1800" dirty="0" err="1"/>
              <a:t>forEach</a:t>
            </a:r>
            <a:r>
              <a:rPr lang="en-IN" sz="1800" dirty="0"/>
              <a:t>(</a:t>
            </a:r>
            <a:r>
              <a:rPr lang="en-IN" sz="1800" dirty="0" err="1"/>
              <a:t>System.out</a:t>
            </a:r>
            <a:r>
              <a:rPr lang="en-IN" sz="1800" dirty="0"/>
              <a:t>::</a:t>
            </a:r>
            <a:r>
              <a:rPr lang="en-IN" sz="1800" dirty="0" err="1"/>
              <a:t>println</a:t>
            </a:r>
            <a:r>
              <a:rPr lang="en-IN" sz="1800" dirty="0"/>
              <a:t>);</a:t>
            </a:r>
          </a:p>
          <a:p>
            <a:pPr marL="0" indent="0">
              <a:buNone/>
            </a:pPr>
            <a:r>
              <a:rPr lang="en-IN" sz="1800" dirty="0"/>
              <a:t>        Page&lt;Product&gt; page = </a:t>
            </a:r>
            <a:r>
              <a:rPr lang="en-IN" sz="1800" dirty="0" err="1"/>
              <a:t>productService.getPaginatedProduct</a:t>
            </a:r>
            <a:r>
              <a:rPr lang="en-IN" sz="1800" dirty="0"/>
              <a:t>(0, 2, Sort.by("name").ascending());</a:t>
            </a:r>
          </a:p>
          <a:p>
            <a:pPr marL="0" indent="0">
              <a:buNone/>
            </a:pPr>
            <a:r>
              <a:rPr lang="en-IN" sz="1800" dirty="0"/>
              <a:t>        </a:t>
            </a:r>
            <a:r>
              <a:rPr lang="en-IN" sz="1800" dirty="0" err="1"/>
              <a:t>page.getContent</a:t>
            </a:r>
            <a:r>
              <a:rPr lang="en-IN" sz="1800" dirty="0"/>
              <a:t>().</a:t>
            </a:r>
            <a:r>
              <a:rPr lang="en-IN" sz="1800" dirty="0" err="1"/>
              <a:t>forEach</a:t>
            </a:r>
            <a:r>
              <a:rPr lang="en-IN" sz="1800" dirty="0"/>
              <a:t>(</a:t>
            </a:r>
            <a:r>
              <a:rPr lang="en-IN" sz="1800" dirty="0" err="1"/>
              <a:t>System.out</a:t>
            </a:r>
            <a:r>
              <a:rPr lang="en-IN" sz="1800" dirty="0"/>
              <a:t>::</a:t>
            </a:r>
            <a:r>
              <a:rPr lang="en-IN" sz="1800" dirty="0" err="1"/>
              <a:t>println</a:t>
            </a:r>
            <a:r>
              <a:rPr lang="en-IN" sz="1800" dirty="0"/>
              <a:t>);</a:t>
            </a:r>
          </a:p>
        </p:txBody>
      </p:sp>
    </p:spTree>
    <p:extLst>
      <p:ext uri="{BB962C8B-B14F-4D97-AF65-F5344CB8AC3E}">
        <p14:creationId xmlns:p14="http://schemas.microsoft.com/office/powerpoint/2010/main" val="90160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E162-F7C9-0170-072A-9E011737FF74}"/>
              </a:ext>
            </a:extLst>
          </p:cNvPr>
          <p:cNvSpPr>
            <a:spLocks noGrp="1"/>
          </p:cNvSpPr>
          <p:nvPr>
            <p:ph type="title"/>
          </p:nvPr>
        </p:nvSpPr>
        <p:spPr/>
        <p:txBody>
          <a:bodyPr/>
          <a:lstStyle/>
          <a:p>
            <a:r>
              <a:rPr lang="en-US" dirty="0"/>
              <a:t>Pagination in angular</a:t>
            </a:r>
            <a:endParaRPr lang="en-IN" dirty="0"/>
          </a:p>
        </p:txBody>
      </p:sp>
      <p:sp>
        <p:nvSpPr>
          <p:cNvPr id="5" name="Content Placeholder 4">
            <a:extLst>
              <a:ext uri="{FF2B5EF4-FFF2-40B4-BE49-F238E27FC236}">
                <a16:creationId xmlns:a16="http://schemas.microsoft.com/office/drawing/2014/main" id="{300573C7-3338-58D0-6423-CCE499B05F33}"/>
              </a:ext>
            </a:extLst>
          </p:cNvPr>
          <p:cNvSpPr>
            <a:spLocks noGrp="1"/>
          </p:cNvSpPr>
          <p:nvPr>
            <p:ph idx="1"/>
          </p:nvPr>
        </p:nvSpPr>
        <p:spPr/>
        <p:txBody>
          <a:bodyPr/>
          <a:lstStyle/>
          <a:p>
            <a:r>
              <a:rPr lang="en-US" dirty="0"/>
              <a:t>Implementing pagination between a Spring Boot backend and an Angular frontend involves both server-side and client-side logic.</a:t>
            </a:r>
          </a:p>
          <a:p>
            <a:r>
              <a:rPr lang="en-US" dirty="0"/>
              <a:t>Service: Create an Angular service to make HTTP requests to your Spring Boot API. Pass the page and size parameters.</a:t>
            </a:r>
          </a:p>
          <a:p>
            <a:r>
              <a:rPr lang="en-US" dirty="0"/>
              <a:t>ng g service </a:t>
            </a:r>
          </a:p>
          <a:p>
            <a:endParaRPr lang="en-US" dirty="0"/>
          </a:p>
          <a:p>
            <a:endParaRPr lang="en-IN" dirty="0"/>
          </a:p>
        </p:txBody>
      </p:sp>
    </p:spTree>
    <p:extLst>
      <p:ext uri="{BB962C8B-B14F-4D97-AF65-F5344CB8AC3E}">
        <p14:creationId xmlns:p14="http://schemas.microsoft.com/office/powerpoint/2010/main" val="263096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1FA75-750D-ACBD-48CC-BF3A16B1037A}"/>
              </a:ext>
            </a:extLst>
          </p:cNvPr>
          <p:cNvSpPr>
            <a:spLocks noGrp="1"/>
          </p:cNvSpPr>
          <p:nvPr>
            <p:ph type="title"/>
          </p:nvPr>
        </p:nvSpPr>
        <p:spPr>
          <a:xfrm>
            <a:off x="838200" y="1"/>
            <a:ext cx="10515600" cy="1690688"/>
          </a:xfrm>
        </p:spPr>
        <p:txBody>
          <a:bodyPr/>
          <a:lstStyle/>
          <a:p>
            <a:r>
              <a:rPr lang="en-US" dirty="0"/>
              <a:t>Angular http params</a:t>
            </a:r>
            <a:endParaRPr lang="en-IN" dirty="0"/>
          </a:p>
        </p:txBody>
      </p:sp>
      <p:sp>
        <p:nvSpPr>
          <p:cNvPr id="3" name="Content Placeholder 2">
            <a:extLst>
              <a:ext uri="{FF2B5EF4-FFF2-40B4-BE49-F238E27FC236}">
                <a16:creationId xmlns:a16="http://schemas.microsoft.com/office/drawing/2014/main" id="{76EFE9F7-C5BD-D089-378D-86FACAA98D45}"/>
              </a:ext>
            </a:extLst>
          </p:cNvPr>
          <p:cNvSpPr>
            <a:spLocks noGrp="1"/>
          </p:cNvSpPr>
          <p:nvPr>
            <p:ph idx="1"/>
          </p:nvPr>
        </p:nvSpPr>
        <p:spPr>
          <a:xfrm>
            <a:off x="838200" y="1304925"/>
            <a:ext cx="10515600" cy="4872038"/>
          </a:xfrm>
        </p:spPr>
        <p:txBody>
          <a:bodyPr>
            <a:normAutofit fontScale="92500" lnSpcReduction="20000"/>
          </a:bodyPr>
          <a:lstStyle/>
          <a:p>
            <a:r>
              <a:rPr lang="en-US" dirty="0" err="1"/>
              <a:t>Angular's</a:t>
            </a:r>
            <a:r>
              <a:rPr lang="en-US" dirty="0"/>
              <a:t> </a:t>
            </a:r>
            <a:r>
              <a:rPr lang="en-US" dirty="0" err="1"/>
              <a:t>HttpParams</a:t>
            </a:r>
            <a:r>
              <a:rPr lang="en-US" dirty="0"/>
              <a:t> class, found in @angular/common/http.</a:t>
            </a:r>
          </a:p>
          <a:p>
            <a:r>
              <a:rPr lang="en-US" dirty="0"/>
              <a:t>It is used to manage and send query parameters with HTTP requests, particularly with </a:t>
            </a:r>
            <a:r>
              <a:rPr lang="en-US" dirty="0" err="1"/>
              <a:t>HttpClient</a:t>
            </a:r>
            <a:r>
              <a:rPr lang="en-US" dirty="0"/>
              <a:t>. </a:t>
            </a:r>
          </a:p>
          <a:p>
            <a:r>
              <a:rPr lang="en-US" dirty="0"/>
              <a:t>These parameters are appended to the URL as key-value pairs.</a:t>
            </a:r>
          </a:p>
          <a:p>
            <a:r>
              <a:rPr lang="en-US" dirty="0"/>
              <a:t>Key characteristics and usage:</a:t>
            </a:r>
          </a:p>
          <a:p>
            <a:pPr lvl="1"/>
            <a:r>
              <a:rPr lang="en-US" dirty="0"/>
              <a:t>Immutability: </a:t>
            </a:r>
            <a:r>
              <a:rPr lang="en-US" dirty="0" err="1"/>
              <a:t>HttpParams</a:t>
            </a:r>
            <a:r>
              <a:rPr lang="en-US" dirty="0"/>
              <a:t> instances are immutable. </a:t>
            </a:r>
          </a:p>
          <a:p>
            <a:pPr lvl="1"/>
            <a:r>
              <a:rPr lang="en-US" dirty="0"/>
              <a:t>Methods like set() or append() do not modify the existing instance but instead return a new </a:t>
            </a:r>
            <a:r>
              <a:rPr lang="en-US" dirty="0" err="1"/>
              <a:t>HttpParams</a:t>
            </a:r>
            <a:r>
              <a:rPr lang="en-US" dirty="0"/>
              <a:t> instance with the changes applied. </a:t>
            </a:r>
          </a:p>
          <a:p>
            <a:pPr lvl="1"/>
            <a:r>
              <a:rPr lang="en-US" dirty="0"/>
              <a:t>This means you must reassign the variable when modifying parameters.</a:t>
            </a:r>
          </a:p>
          <a:p>
            <a:pPr marL="457200" lvl="1" indent="0">
              <a:buNone/>
            </a:pPr>
            <a:r>
              <a:rPr lang="en-US" dirty="0"/>
              <a:t> import { </a:t>
            </a:r>
            <a:r>
              <a:rPr lang="en-US" dirty="0" err="1"/>
              <a:t>HttpParams</a:t>
            </a:r>
            <a:r>
              <a:rPr lang="en-US" dirty="0"/>
              <a:t> } from '@angular/common/http';</a:t>
            </a:r>
          </a:p>
          <a:p>
            <a:pPr marL="457200" lvl="1" indent="0">
              <a:buNone/>
            </a:pPr>
            <a:endParaRPr lang="en-US" dirty="0"/>
          </a:p>
          <a:p>
            <a:pPr marL="457200" lvl="1" indent="0">
              <a:buNone/>
            </a:pPr>
            <a:r>
              <a:rPr lang="en-US" dirty="0"/>
              <a:t>    let params = new </a:t>
            </a:r>
            <a:r>
              <a:rPr lang="en-US" dirty="0" err="1"/>
              <a:t>HttpParams</a:t>
            </a:r>
            <a:r>
              <a:rPr lang="en-US" dirty="0"/>
              <a:t>();</a:t>
            </a:r>
          </a:p>
          <a:p>
            <a:pPr marL="457200" lvl="1" indent="0">
              <a:buNone/>
            </a:pPr>
            <a:r>
              <a:rPr lang="en-US" dirty="0"/>
              <a:t>    params = </a:t>
            </a:r>
            <a:r>
              <a:rPr lang="en-US" dirty="0" err="1"/>
              <a:t>params.set</a:t>
            </a:r>
            <a:r>
              <a:rPr lang="en-US" dirty="0"/>
              <a:t>('filter', 'all'); // Reassign the new instance</a:t>
            </a:r>
          </a:p>
          <a:p>
            <a:pPr marL="457200" lvl="1" indent="0">
              <a:buNone/>
            </a:pPr>
            <a:r>
              <a:rPr lang="en-US" dirty="0"/>
              <a:t>    params = </a:t>
            </a:r>
            <a:r>
              <a:rPr lang="en-US" dirty="0" err="1"/>
              <a:t>params.append</a:t>
            </a:r>
            <a:r>
              <a:rPr lang="en-US" dirty="0"/>
              <a:t>('sort', '</a:t>
            </a:r>
            <a:r>
              <a:rPr lang="en-US" dirty="0" err="1"/>
              <a:t>name,asc</a:t>
            </a:r>
            <a:r>
              <a:rPr lang="en-US" dirty="0"/>
              <a:t>'); // Reassign again</a:t>
            </a:r>
          </a:p>
          <a:p>
            <a:endParaRPr lang="en-IN" dirty="0"/>
          </a:p>
        </p:txBody>
      </p:sp>
    </p:spTree>
    <p:extLst>
      <p:ext uri="{BB962C8B-B14F-4D97-AF65-F5344CB8AC3E}">
        <p14:creationId xmlns:p14="http://schemas.microsoft.com/office/powerpoint/2010/main" val="3315208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12B53E6-5BD9-82FC-4458-D6A9EDBA74CB}"/>
              </a:ext>
            </a:extLst>
          </p:cNvPr>
          <p:cNvSpPr>
            <a:spLocks noGrp="1"/>
          </p:cNvSpPr>
          <p:nvPr>
            <p:ph type="title"/>
          </p:nvPr>
        </p:nvSpPr>
        <p:spPr>
          <a:xfrm>
            <a:off x="838200" y="-326041"/>
            <a:ext cx="10515600" cy="1325563"/>
          </a:xfrm>
        </p:spPr>
        <p:txBody>
          <a:bodyPr/>
          <a:lstStyle/>
          <a:p>
            <a:r>
              <a:rPr lang="en-US" dirty="0"/>
              <a:t>service</a:t>
            </a:r>
            <a:endParaRPr lang="en-IN" dirty="0"/>
          </a:p>
        </p:txBody>
      </p:sp>
      <p:sp>
        <p:nvSpPr>
          <p:cNvPr id="9" name="Content Placeholder 8">
            <a:extLst>
              <a:ext uri="{FF2B5EF4-FFF2-40B4-BE49-F238E27FC236}">
                <a16:creationId xmlns:a16="http://schemas.microsoft.com/office/drawing/2014/main" id="{FA138C11-3712-CE2C-685C-A1DAA0524D35}"/>
              </a:ext>
            </a:extLst>
          </p:cNvPr>
          <p:cNvSpPr>
            <a:spLocks noGrp="1"/>
          </p:cNvSpPr>
          <p:nvPr>
            <p:ph sz="half" idx="1"/>
          </p:nvPr>
        </p:nvSpPr>
        <p:spPr>
          <a:xfrm>
            <a:off x="746760" y="999522"/>
            <a:ext cx="5181600" cy="5703030"/>
          </a:xfrm>
        </p:spPr>
        <p:txBody>
          <a:bodyPr>
            <a:normAutofit fontScale="55000" lnSpcReduction="20000"/>
          </a:bodyPr>
          <a:lstStyle/>
          <a:p>
            <a:pPr marL="0" indent="0">
              <a:buNone/>
            </a:pPr>
            <a:endParaRPr lang="en-IN" dirty="0"/>
          </a:p>
          <a:p>
            <a:pPr marL="0" indent="0">
              <a:buNone/>
            </a:pPr>
            <a:r>
              <a:rPr lang="en-IN" dirty="0"/>
              <a:t>@Injectable({</a:t>
            </a:r>
          </a:p>
          <a:p>
            <a:pPr marL="0" indent="0">
              <a:buNone/>
            </a:pPr>
            <a:r>
              <a:rPr lang="en-IN" dirty="0"/>
              <a:t>  </a:t>
            </a:r>
            <a:r>
              <a:rPr lang="en-IN" dirty="0" err="1"/>
              <a:t>providedIn</a:t>
            </a:r>
            <a:r>
              <a:rPr lang="en-IN" dirty="0"/>
              <a:t>: 'root'</a:t>
            </a:r>
          </a:p>
          <a:p>
            <a:pPr marL="0" indent="0">
              <a:buNone/>
            </a:pPr>
            <a:r>
              <a:rPr lang="en-IN" dirty="0"/>
              <a:t>})</a:t>
            </a:r>
          </a:p>
          <a:p>
            <a:pPr marL="0" indent="0">
              <a:buNone/>
            </a:pPr>
            <a:r>
              <a:rPr lang="en-IN" dirty="0"/>
              <a:t>export class </a:t>
            </a:r>
            <a:r>
              <a:rPr lang="en-IN" dirty="0" err="1"/>
              <a:t>ProductService</a:t>
            </a:r>
            <a:r>
              <a:rPr lang="en-IN" dirty="0"/>
              <a:t> {</a:t>
            </a:r>
          </a:p>
          <a:p>
            <a:pPr marL="0" indent="0">
              <a:buNone/>
            </a:pPr>
            <a:r>
              <a:rPr lang="en-IN" dirty="0"/>
              <a:t>// private </a:t>
            </a:r>
            <a:r>
              <a:rPr lang="en-IN" dirty="0" err="1"/>
              <a:t>baseUrl</a:t>
            </a:r>
            <a:r>
              <a:rPr lang="en-IN" dirty="0"/>
              <a:t> = 'http://localhost:8080/</a:t>
            </a:r>
            <a:r>
              <a:rPr lang="en-IN" dirty="0" err="1"/>
              <a:t>products?page</a:t>
            </a:r>
            <a:r>
              <a:rPr lang="en-IN" dirty="0"/>
              <a:t>=0&amp;size=5&amp;sort=</a:t>
            </a:r>
            <a:r>
              <a:rPr lang="en-IN" dirty="0" err="1"/>
              <a:t>id,asc</a:t>
            </a:r>
            <a:r>
              <a:rPr lang="en-IN" dirty="0"/>
              <a:t>';</a:t>
            </a:r>
          </a:p>
          <a:p>
            <a:pPr marL="0" indent="0">
              <a:buNone/>
            </a:pPr>
            <a:r>
              <a:rPr lang="en-IN" dirty="0"/>
              <a:t>      private </a:t>
            </a:r>
            <a:r>
              <a:rPr lang="en-IN" dirty="0" err="1"/>
              <a:t>baseUrl</a:t>
            </a:r>
            <a:r>
              <a:rPr lang="en-IN" dirty="0"/>
              <a:t> = 'http://localhost:8080/products';</a:t>
            </a:r>
          </a:p>
          <a:p>
            <a:pPr marL="0" indent="0">
              <a:buNone/>
            </a:pPr>
            <a:endParaRPr lang="en-IN" dirty="0"/>
          </a:p>
          <a:p>
            <a:pPr marL="0" indent="0">
              <a:buNone/>
            </a:pPr>
            <a:r>
              <a:rPr lang="en-IN" dirty="0"/>
              <a:t>      constructor(private http: </a:t>
            </a:r>
            <a:r>
              <a:rPr lang="en-IN" dirty="0" err="1"/>
              <a:t>HttpClient</a:t>
            </a:r>
            <a:r>
              <a:rPr lang="en-IN" dirty="0"/>
              <a:t>) { }</a:t>
            </a:r>
          </a:p>
          <a:p>
            <a:pPr marL="0" indent="0">
              <a:buNone/>
            </a:pPr>
            <a:endParaRPr lang="en-IN" dirty="0"/>
          </a:p>
          <a:p>
            <a:pPr marL="0" indent="0">
              <a:buNone/>
            </a:pPr>
            <a:r>
              <a:rPr lang="en-IN" dirty="0"/>
              <a:t>      </a:t>
            </a:r>
            <a:r>
              <a:rPr lang="en-IN" dirty="0" err="1"/>
              <a:t>getItems</a:t>
            </a:r>
            <a:r>
              <a:rPr lang="en-IN" dirty="0"/>
              <a:t>(page: number, size: number): Observable&lt;any&gt; {</a:t>
            </a:r>
          </a:p>
          <a:p>
            <a:pPr marL="0" indent="0">
              <a:buNone/>
            </a:pPr>
            <a:r>
              <a:rPr lang="en-IN" dirty="0"/>
              <a:t>        let params = new </a:t>
            </a:r>
            <a:r>
              <a:rPr lang="en-IN" dirty="0" err="1"/>
              <a:t>HttpParams</a:t>
            </a:r>
            <a:r>
              <a:rPr lang="en-IN" dirty="0"/>
              <a:t>()</a:t>
            </a:r>
          </a:p>
          <a:p>
            <a:pPr marL="0" indent="0">
              <a:buNone/>
            </a:pPr>
            <a:r>
              <a:rPr lang="en-IN" dirty="0"/>
              <a:t>          .set('page', </a:t>
            </a:r>
            <a:r>
              <a:rPr lang="en-IN" dirty="0" err="1"/>
              <a:t>page.toString</a:t>
            </a:r>
            <a:r>
              <a:rPr lang="en-IN" dirty="0"/>
              <a:t>())</a:t>
            </a:r>
          </a:p>
          <a:p>
            <a:pPr marL="0" indent="0">
              <a:buNone/>
            </a:pPr>
            <a:r>
              <a:rPr lang="en-IN" dirty="0"/>
              <a:t>          .set('size', </a:t>
            </a:r>
            <a:r>
              <a:rPr lang="en-IN" dirty="0" err="1"/>
              <a:t>size.toString</a:t>
            </a:r>
            <a:r>
              <a:rPr lang="en-IN" dirty="0"/>
              <a:t>());</a:t>
            </a:r>
          </a:p>
          <a:p>
            <a:pPr marL="0" indent="0">
              <a:buNone/>
            </a:pPr>
            <a:r>
              <a:rPr lang="en-IN" dirty="0"/>
              <a:t>        return </a:t>
            </a:r>
            <a:r>
              <a:rPr lang="en-IN" dirty="0" err="1"/>
              <a:t>this.http.get</a:t>
            </a:r>
            <a:r>
              <a:rPr lang="en-IN" dirty="0"/>
              <a:t>&lt;any&gt;(</a:t>
            </a:r>
            <a:r>
              <a:rPr lang="en-IN" dirty="0" err="1"/>
              <a:t>this.baseUrl</a:t>
            </a:r>
            <a:r>
              <a:rPr lang="en-IN" dirty="0"/>
              <a:t>, { params });</a:t>
            </a:r>
          </a:p>
          <a:p>
            <a:pPr marL="0" indent="0">
              <a:buNone/>
            </a:pPr>
            <a:r>
              <a:rPr lang="en-IN" dirty="0"/>
              <a:t>      }</a:t>
            </a:r>
          </a:p>
          <a:p>
            <a:pPr marL="0" indent="0">
              <a:buNone/>
            </a:pPr>
            <a:r>
              <a:rPr lang="en-IN" dirty="0"/>
              <a:t>}</a:t>
            </a:r>
          </a:p>
        </p:txBody>
      </p:sp>
      <p:sp>
        <p:nvSpPr>
          <p:cNvPr id="10" name="Content Placeholder 9">
            <a:extLst>
              <a:ext uri="{FF2B5EF4-FFF2-40B4-BE49-F238E27FC236}">
                <a16:creationId xmlns:a16="http://schemas.microsoft.com/office/drawing/2014/main" id="{99A605A2-C7F5-DD19-4B23-A90A9ABEB671}"/>
              </a:ext>
            </a:extLst>
          </p:cNvPr>
          <p:cNvSpPr>
            <a:spLocks noGrp="1"/>
          </p:cNvSpPr>
          <p:nvPr>
            <p:ph sz="half" idx="2"/>
          </p:nvPr>
        </p:nvSpPr>
        <p:spPr>
          <a:xfrm>
            <a:off x="6172200" y="301752"/>
            <a:ext cx="5181600" cy="6199632"/>
          </a:xfrm>
        </p:spPr>
        <p:txBody>
          <a:bodyPr>
            <a:noAutofit/>
          </a:bodyPr>
          <a:lstStyle/>
          <a:p>
            <a:pPr marL="0" indent="0">
              <a:buNone/>
            </a:pPr>
            <a:r>
              <a:rPr lang="en-IN" sz="1400" dirty="0"/>
              <a:t>export class </a:t>
            </a:r>
            <a:r>
              <a:rPr lang="en-IN" sz="1400" dirty="0" err="1"/>
              <a:t>ProductComponent</a:t>
            </a:r>
            <a:r>
              <a:rPr lang="en-IN" sz="1400" dirty="0"/>
              <a:t> {</a:t>
            </a:r>
          </a:p>
          <a:p>
            <a:pPr marL="0" indent="0">
              <a:buNone/>
            </a:pPr>
            <a:r>
              <a:rPr lang="en-IN" sz="1400" dirty="0"/>
              <a:t>   items: any[] = [];</a:t>
            </a:r>
          </a:p>
          <a:p>
            <a:pPr marL="0" indent="0">
              <a:buNone/>
            </a:pPr>
            <a:r>
              <a:rPr lang="en-IN" sz="1400" dirty="0"/>
              <a:t>      </a:t>
            </a:r>
            <a:r>
              <a:rPr lang="en-IN" sz="1400" dirty="0" err="1"/>
              <a:t>currentPage</a:t>
            </a:r>
            <a:r>
              <a:rPr lang="en-IN" sz="1400" dirty="0"/>
              <a:t> = 0;</a:t>
            </a:r>
          </a:p>
          <a:p>
            <a:pPr marL="0" indent="0">
              <a:buNone/>
            </a:pPr>
            <a:r>
              <a:rPr lang="en-IN" sz="1400" dirty="0"/>
              <a:t>      </a:t>
            </a:r>
            <a:r>
              <a:rPr lang="en-IN" sz="1400" dirty="0" err="1"/>
              <a:t>pageSize</a:t>
            </a:r>
            <a:r>
              <a:rPr lang="en-IN" sz="1400" dirty="0"/>
              <a:t> = 5;</a:t>
            </a:r>
          </a:p>
          <a:p>
            <a:pPr marL="0" indent="0">
              <a:buNone/>
            </a:pPr>
            <a:r>
              <a:rPr lang="en-IN" sz="1400" dirty="0"/>
              <a:t>      </a:t>
            </a:r>
            <a:r>
              <a:rPr lang="en-IN" sz="1400" dirty="0" err="1"/>
              <a:t>totalPages</a:t>
            </a:r>
            <a:r>
              <a:rPr lang="en-IN" sz="1400" dirty="0"/>
              <a:t> = 0;</a:t>
            </a:r>
          </a:p>
          <a:p>
            <a:pPr marL="0" indent="0">
              <a:buNone/>
            </a:pPr>
            <a:r>
              <a:rPr lang="en-IN" sz="1400" dirty="0"/>
              <a:t>      </a:t>
            </a:r>
            <a:r>
              <a:rPr lang="en-IN" sz="1400" dirty="0" err="1"/>
              <a:t>totalElements</a:t>
            </a:r>
            <a:r>
              <a:rPr lang="en-IN" sz="1400" dirty="0"/>
              <a:t> = 0;</a:t>
            </a:r>
          </a:p>
          <a:p>
            <a:pPr marL="0" indent="0">
              <a:buNone/>
            </a:pPr>
            <a:r>
              <a:rPr lang="en-IN" sz="1400" dirty="0"/>
              <a:t>      constructor(private </a:t>
            </a:r>
            <a:r>
              <a:rPr lang="en-IN" sz="1400" dirty="0" err="1"/>
              <a:t>pservice</a:t>
            </a:r>
            <a:r>
              <a:rPr lang="en-IN" sz="1400" dirty="0"/>
              <a:t>: </a:t>
            </a:r>
            <a:r>
              <a:rPr lang="en-IN" sz="1400" dirty="0" err="1"/>
              <a:t>ProductService</a:t>
            </a:r>
            <a:r>
              <a:rPr lang="en-IN" sz="1400" dirty="0"/>
              <a:t>) { }</a:t>
            </a:r>
          </a:p>
          <a:p>
            <a:pPr marL="0" indent="0">
              <a:buNone/>
            </a:pPr>
            <a:r>
              <a:rPr lang="en-IN" sz="1400" dirty="0"/>
              <a:t>      </a:t>
            </a:r>
            <a:r>
              <a:rPr lang="en-IN" sz="1400" dirty="0" err="1"/>
              <a:t>ngOnInit</a:t>
            </a:r>
            <a:r>
              <a:rPr lang="en-IN" sz="1400" dirty="0"/>
              <a:t>(): void {</a:t>
            </a:r>
          </a:p>
          <a:p>
            <a:pPr marL="0" indent="0">
              <a:buNone/>
            </a:pPr>
            <a:r>
              <a:rPr lang="en-IN" sz="1400" dirty="0"/>
              <a:t>        </a:t>
            </a:r>
            <a:r>
              <a:rPr lang="en-IN" sz="1400" dirty="0" err="1"/>
              <a:t>this.loadProducts</a:t>
            </a:r>
            <a:r>
              <a:rPr lang="en-IN" sz="1400" dirty="0"/>
              <a:t>();</a:t>
            </a:r>
          </a:p>
          <a:p>
            <a:pPr marL="0" indent="0">
              <a:buNone/>
            </a:pPr>
            <a:r>
              <a:rPr lang="en-IN" sz="1400" dirty="0"/>
              <a:t>      }</a:t>
            </a:r>
          </a:p>
          <a:p>
            <a:pPr marL="0" indent="0">
              <a:buNone/>
            </a:pPr>
            <a:r>
              <a:rPr lang="en-IN" sz="1400" dirty="0"/>
              <a:t>      </a:t>
            </a:r>
            <a:r>
              <a:rPr lang="en-IN" sz="1400" dirty="0" err="1"/>
              <a:t>loadProducts</a:t>
            </a:r>
            <a:r>
              <a:rPr lang="en-IN" sz="1400" dirty="0"/>
              <a:t>(): void {</a:t>
            </a:r>
          </a:p>
          <a:p>
            <a:pPr marL="0" indent="0">
              <a:buNone/>
            </a:pPr>
            <a:r>
              <a:rPr lang="en-IN" sz="1400" dirty="0"/>
              <a:t>        </a:t>
            </a:r>
            <a:r>
              <a:rPr lang="en-IN" sz="1400" dirty="0" err="1"/>
              <a:t>this.pservice.getItems</a:t>
            </a:r>
            <a:r>
              <a:rPr lang="en-IN" sz="1400" dirty="0"/>
              <a:t>(</a:t>
            </a:r>
            <a:r>
              <a:rPr lang="en-IN" sz="1400" dirty="0" err="1"/>
              <a:t>this.currentPage</a:t>
            </a:r>
            <a:r>
              <a:rPr lang="en-IN" sz="1400" dirty="0"/>
              <a:t>, </a:t>
            </a:r>
            <a:r>
              <a:rPr lang="en-IN" sz="1400" dirty="0" err="1"/>
              <a:t>this.pageSize</a:t>
            </a:r>
            <a:r>
              <a:rPr lang="en-IN" sz="1400" dirty="0"/>
              <a:t>).subscribe(data =&gt; {</a:t>
            </a:r>
          </a:p>
          <a:p>
            <a:pPr marL="0" indent="0">
              <a:buNone/>
            </a:pPr>
            <a:r>
              <a:rPr lang="en-IN" sz="1400" dirty="0"/>
              <a:t>          </a:t>
            </a:r>
            <a:r>
              <a:rPr lang="en-IN" sz="1400" dirty="0" err="1"/>
              <a:t>this.items</a:t>
            </a:r>
            <a:r>
              <a:rPr lang="en-IN" sz="1400" dirty="0"/>
              <a:t> = </a:t>
            </a:r>
            <a:r>
              <a:rPr lang="en-IN" sz="1400" dirty="0" err="1"/>
              <a:t>data.content</a:t>
            </a:r>
            <a:r>
              <a:rPr lang="en-IN" sz="1400" dirty="0"/>
              <a:t>;</a:t>
            </a:r>
          </a:p>
          <a:p>
            <a:pPr marL="0" indent="0">
              <a:buNone/>
            </a:pPr>
            <a:r>
              <a:rPr lang="en-IN" sz="1400" dirty="0"/>
              <a:t>          </a:t>
            </a:r>
            <a:r>
              <a:rPr lang="en-IN" sz="1400" dirty="0" err="1"/>
              <a:t>this.totalPages</a:t>
            </a:r>
            <a:r>
              <a:rPr lang="en-IN" sz="1400" dirty="0"/>
              <a:t> = </a:t>
            </a:r>
            <a:r>
              <a:rPr lang="en-IN" sz="1400" dirty="0" err="1"/>
              <a:t>data.totalPages</a:t>
            </a:r>
            <a:r>
              <a:rPr lang="en-IN" sz="1400" dirty="0"/>
              <a:t>;</a:t>
            </a:r>
          </a:p>
          <a:p>
            <a:pPr marL="0" indent="0">
              <a:buNone/>
            </a:pPr>
            <a:r>
              <a:rPr lang="en-IN" sz="1400" dirty="0"/>
              <a:t>          </a:t>
            </a:r>
            <a:r>
              <a:rPr lang="en-IN" sz="1400" dirty="0" err="1"/>
              <a:t>this.totalElements</a:t>
            </a:r>
            <a:r>
              <a:rPr lang="en-IN" sz="1400" dirty="0"/>
              <a:t> = </a:t>
            </a:r>
            <a:r>
              <a:rPr lang="en-IN" sz="1400" dirty="0" err="1"/>
              <a:t>data.totalElements</a:t>
            </a:r>
            <a:r>
              <a:rPr lang="en-IN" sz="1400" dirty="0"/>
              <a:t>;</a:t>
            </a:r>
          </a:p>
          <a:p>
            <a:pPr marL="0" indent="0">
              <a:buNone/>
            </a:pPr>
            <a:r>
              <a:rPr lang="en-IN" sz="1400" dirty="0"/>
              <a:t>        });</a:t>
            </a:r>
          </a:p>
          <a:p>
            <a:pPr marL="0" indent="0">
              <a:buNone/>
            </a:pPr>
            <a:r>
              <a:rPr lang="en-IN" sz="1400" dirty="0"/>
              <a:t>      }</a:t>
            </a:r>
          </a:p>
          <a:p>
            <a:pPr marL="0" indent="0">
              <a:buNone/>
            </a:pPr>
            <a:r>
              <a:rPr lang="en-IN" sz="1400" dirty="0"/>
              <a:t>      </a:t>
            </a:r>
            <a:r>
              <a:rPr lang="en-IN" sz="1400" dirty="0" err="1"/>
              <a:t>onPageChange</a:t>
            </a:r>
            <a:r>
              <a:rPr lang="en-IN" sz="1400" dirty="0"/>
              <a:t>(page: number): void {</a:t>
            </a:r>
          </a:p>
          <a:p>
            <a:pPr marL="0" indent="0">
              <a:buNone/>
            </a:pPr>
            <a:r>
              <a:rPr lang="en-IN" sz="1400" dirty="0"/>
              <a:t>        </a:t>
            </a:r>
            <a:r>
              <a:rPr lang="en-IN" sz="1400" dirty="0" err="1"/>
              <a:t>this.currentPage</a:t>
            </a:r>
            <a:r>
              <a:rPr lang="en-IN" sz="1400" dirty="0"/>
              <a:t> = page;</a:t>
            </a:r>
          </a:p>
          <a:p>
            <a:pPr marL="0" indent="0">
              <a:buNone/>
            </a:pPr>
            <a:r>
              <a:rPr lang="en-IN" sz="1400" dirty="0"/>
              <a:t>        </a:t>
            </a:r>
            <a:r>
              <a:rPr lang="en-IN" sz="1400" dirty="0" err="1"/>
              <a:t>this.loadProducts</a:t>
            </a:r>
            <a:r>
              <a:rPr lang="en-IN" sz="1400" dirty="0"/>
              <a:t>();</a:t>
            </a:r>
          </a:p>
          <a:p>
            <a:pPr marL="0" indent="0">
              <a:buNone/>
            </a:pPr>
            <a:r>
              <a:rPr lang="en-IN" sz="1400" dirty="0"/>
              <a:t>      }</a:t>
            </a:r>
          </a:p>
          <a:p>
            <a:pPr marL="0" indent="0">
              <a:buNone/>
            </a:pPr>
            <a:r>
              <a:rPr lang="en-IN" sz="1400" dirty="0"/>
              <a:t>}</a:t>
            </a:r>
          </a:p>
          <a:p>
            <a:pPr marL="0" indent="0">
              <a:buNone/>
            </a:pPr>
            <a:endParaRPr lang="en-IN" sz="1400" dirty="0"/>
          </a:p>
        </p:txBody>
      </p:sp>
    </p:spTree>
    <p:extLst>
      <p:ext uri="{BB962C8B-B14F-4D97-AF65-F5344CB8AC3E}">
        <p14:creationId xmlns:p14="http://schemas.microsoft.com/office/powerpoint/2010/main" val="3464218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1A46F-AEC8-EB25-3C07-009C4CE32839}"/>
              </a:ext>
            </a:extLst>
          </p:cNvPr>
          <p:cNvSpPr>
            <a:spLocks noGrp="1"/>
          </p:cNvSpPr>
          <p:nvPr>
            <p:ph type="title"/>
          </p:nvPr>
        </p:nvSpPr>
        <p:spPr>
          <a:xfrm>
            <a:off x="838200" y="-274955"/>
            <a:ext cx="10515600" cy="1325563"/>
          </a:xfrm>
        </p:spPr>
        <p:txBody>
          <a:bodyPr/>
          <a:lstStyle/>
          <a:p>
            <a:r>
              <a:rPr lang="en-US" dirty="0"/>
              <a:t>Component  template</a:t>
            </a:r>
            <a:endParaRPr lang="en-IN" dirty="0"/>
          </a:p>
        </p:txBody>
      </p:sp>
      <p:sp>
        <p:nvSpPr>
          <p:cNvPr id="3" name="Content Placeholder 2">
            <a:extLst>
              <a:ext uri="{FF2B5EF4-FFF2-40B4-BE49-F238E27FC236}">
                <a16:creationId xmlns:a16="http://schemas.microsoft.com/office/drawing/2014/main" id="{A2096CF2-054C-054D-2935-A37C438C0138}"/>
              </a:ext>
            </a:extLst>
          </p:cNvPr>
          <p:cNvSpPr>
            <a:spLocks noGrp="1"/>
          </p:cNvSpPr>
          <p:nvPr>
            <p:ph sz="half" idx="1"/>
          </p:nvPr>
        </p:nvSpPr>
        <p:spPr>
          <a:xfrm>
            <a:off x="838200" y="758952"/>
            <a:ext cx="5181600" cy="5418011"/>
          </a:xfrm>
        </p:spPr>
        <p:txBody>
          <a:bodyPr>
            <a:noAutofit/>
          </a:bodyPr>
          <a:lstStyle/>
          <a:p>
            <a:pPr marL="0" indent="0">
              <a:buNone/>
            </a:pPr>
            <a:r>
              <a:rPr lang="en-IN" sz="1600" dirty="0"/>
              <a:t>    &lt;table class="table table-bordered p-5 m-5"&gt;</a:t>
            </a:r>
          </a:p>
          <a:p>
            <a:pPr marL="0" indent="0">
              <a:buNone/>
            </a:pPr>
            <a:r>
              <a:rPr lang="en-IN" sz="1600" dirty="0"/>
              <a:t>        &lt;tr&gt;</a:t>
            </a:r>
          </a:p>
          <a:p>
            <a:pPr marL="0" indent="0">
              <a:buNone/>
            </a:pPr>
            <a:r>
              <a:rPr lang="en-IN" sz="1600" dirty="0"/>
              <a:t>            &lt;</a:t>
            </a:r>
            <a:r>
              <a:rPr lang="en-IN" sz="1600" dirty="0" err="1"/>
              <a:t>th</a:t>
            </a:r>
            <a:r>
              <a:rPr lang="en-IN" sz="1600" dirty="0"/>
              <a:t>&gt;name&lt;/</a:t>
            </a:r>
            <a:r>
              <a:rPr lang="en-IN" sz="1600" dirty="0" err="1"/>
              <a:t>th</a:t>
            </a:r>
            <a:r>
              <a:rPr lang="en-IN" sz="1600" dirty="0"/>
              <a:t>&gt;</a:t>
            </a:r>
          </a:p>
          <a:p>
            <a:pPr marL="0" indent="0">
              <a:buNone/>
            </a:pPr>
            <a:r>
              <a:rPr lang="en-IN" sz="1600" dirty="0"/>
              <a:t>            &lt;</a:t>
            </a:r>
            <a:r>
              <a:rPr lang="en-IN" sz="1600" dirty="0" err="1"/>
              <a:t>th</a:t>
            </a:r>
            <a:r>
              <a:rPr lang="en-IN" sz="1600" dirty="0"/>
              <a:t>&gt;price&lt;/</a:t>
            </a:r>
            <a:r>
              <a:rPr lang="en-IN" sz="1600" dirty="0" err="1"/>
              <a:t>th</a:t>
            </a:r>
            <a:r>
              <a:rPr lang="en-IN" sz="1600" dirty="0"/>
              <a:t>&gt;</a:t>
            </a:r>
          </a:p>
          <a:p>
            <a:pPr marL="0" indent="0">
              <a:buNone/>
            </a:pPr>
            <a:r>
              <a:rPr lang="en-IN" sz="1600" dirty="0"/>
              <a:t>        &lt;/tr&gt;</a:t>
            </a:r>
          </a:p>
          <a:p>
            <a:pPr marL="0" indent="0">
              <a:buNone/>
            </a:pPr>
            <a:r>
              <a:rPr lang="en-IN" sz="1600" dirty="0"/>
              <a:t>        &lt;tr *</a:t>
            </a:r>
            <a:r>
              <a:rPr lang="en-IN" sz="1600" dirty="0" err="1"/>
              <a:t>ngFor</a:t>
            </a:r>
            <a:r>
              <a:rPr lang="en-IN" sz="1600" dirty="0"/>
              <a:t>="let item of items"&gt;</a:t>
            </a:r>
          </a:p>
          <a:p>
            <a:pPr marL="0" indent="0">
              <a:buNone/>
            </a:pPr>
            <a:r>
              <a:rPr lang="en-IN" sz="1600" dirty="0"/>
              <a:t>            &lt;td&gt; {{ item.name }}&lt;/td&gt;</a:t>
            </a:r>
          </a:p>
          <a:p>
            <a:pPr marL="0" indent="0">
              <a:buNone/>
            </a:pPr>
            <a:r>
              <a:rPr lang="en-IN" sz="1600" dirty="0"/>
              <a:t>            &lt;td&gt; {{ </a:t>
            </a:r>
            <a:r>
              <a:rPr lang="en-IN" sz="1600" dirty="0" err="1"/>
              <a:t>item.price</a:t>
            </a:r>
            <a:r>
              <a:rPr lang="en-IN" sz="1600" dirty="0"/>
              <a:t> }}&lt;/td&gt;    </a:t>
            </a:r>
          </a:p>
          <a:p>
            <a:pPr marL="0" indent="0">
              <a:buNone/>
            </a:pPr>
            <a:r>
              <a:rPr lang="en-IN" sz="1600" dirty="0"/>
              <a:t>        &lt;/tr&gt;</a:t>
            </a:r>
          </a:p>
          <a:p>
            <a:pPr marL="0" indent="0">
              <a:buNone/>
            </a:pPr>
            <a:r>
              <a:rPr lang="en-IN" sz="1600" dirty="0"/>
              <a:t>    &lt;/table&gt;</a:t>
            </a:r>
          </a:p>
          <a:p>
            <a:pPr marL="0" indent="0">
              <a:buNone/>
            </a:pPr>
            <a:r>
              <a:rPr lang="en-IN" sz="1600" dirty="0"/>
              <a:t>    </a:t>
            </a:r>
          </a:p>
        </p:txBody>
      </p:sp>
      <p:sp>
        <p:nvSpPr>
          <p:cNvPr id="4" name="Content Placeholder 3">
            <a:extLst>
              <a:ext uri="{FF2B5EF4-FFF2-40B4-BE49-F238E27FC236}">
                <a16:creationId xmlns:a16="http://schemas.microsoft.com/office/drawing/2014/main" id="{35CEC72A-00C0-CB9E-6E33-E87E7958152B}"/>
              </a:ext>
            </a:extLst>
          </p:cNvPr>
          <p:cNvSpPr>
            <a:spLocks noGrp="1"/>
          </p:cNvSpPr>
          <p:nvPr>
            <p:ph sz="half" idx="2"/>
          </p:nvPr>
        </p:nvSpPr>
        <p:spPr>
          <a:xfrm>
            <a:off x="4919472" y="758952"/>
            <a:ext cx="6434328" cy="5418011"/>
          </a:xfrm>
        </p:spPr>
        <p:txBody>
          <a:bodyPr>
            <a:normAutofit/>
          </a:bodyPr>
          <a:lstStyle/>
          <a:p>
            <a:pPr marL="0" indent="0">
              <a:buNone/>
            </a:pPr>
            <a:r>
              <a:rPr lang="en-IN" sz="1800" dirty="0"/>
              <a:t>&lt;button (click)="</a:t>
            </a:r>
            <a:r>
              <a:rPr lang="en-IN" sz="1800" dirty="0" err="1"/>
              <a:t>onPageChange</a:t>
            </a:r>
            <a:r>
              <a:rPr lang="en-IN" sz="1800" dirty="0"/>
              <a:t>(</a:t>
            </a:r>
            <a:r>
              <a:rPr lang="en-IN" sz="1800" dirty="0" err="1"/>
              <a:t>currentPage</a:t>
            </a:r>
            <a:r>
              <a:rPr lang="en-IN" sz="1800" dirty="0"/>
              <a:t> - 1)" [disabled]="</a:t>
            </a:r>
            <a:r>
              <a:rPr lang="en-IN" sz="1800" dirty="0" err="1"/>
              <a:t>currentPage</a:t>
            </a:r>
            <a:r>
              <a:rPr lang="en-IN" sz="1800" dirty="0"/>
              <a:t> === 0"&gt;Previous&lt;/button&gt;</a:t>
            </a:r>
          </a:p>
          <a:p>
            <a:pPr marL="0" indent="0">
              <a:buNone/>
            </a:pPr>
            <a:r>
              <a:rPr lang="en-IN" sz="1800" dirty="0"/>
              <a:t>    &lt;span&gt;Page {{ </a:t>
            </a:r>
            <a:r>
              <a:rPr lang="en-IN" sz="1800" dirty="0" err="1"/>
              <a:t>currentPage</a:t>
            </a:r>
            <a:r>
              <a:rPr lang="en-IN" sz="1800" dirty="0"/>
              <a:t> + 1 }} of {{ </a:t>
            </a:r>
            <a:r>
              <a:rPr lang="en-IN" sz="1800" dirty="0" err="1"/>
              <a:t>totalPages</a:t>
            </a:r>
            <a:r>
              <a:rPr lang="en-IN" sz="1800" dirty="0"/>
              <a:t> }}&lt;/span&gt;</a:t>
            </a:r>
          </a:p>
          <a:p>
            <a:pPr marL="0" indent="0">
              <a:buNone/>
            </a:pPr>
            <a:r>
              <a:rPr lang="en-IN" sz="1800" dirty="0"/>
              <a:t>    &lt;button (click)="</a:t>
            </a:r>
            <a:r>
              <a:rPr lang="en-IN" sz="1800" dirty="0" err="1"/>
              <a:t>onPageChange</a:t>
            </a:r>
            <a:r>
              <a:rPr lang="en-IN" sz="1800" dirty="0"/>
              <a:t>(</a:t>
            </a:r>
            <a:r>
              <a:rPr lang="en-IN" sz="1800" dirty="0" err="1"/>
              <a:t>currentPage</a:t>
            </a:r>
            <a:r>
              <a:rPr lang="en-IN" sz="1800" dirty="0"/>
              <a:t> + 1)" [disabled]="</a:t>
            </a:r>
            <a:r>
              <a:rPr lang="en-IN" sz="1800" dirty="0" err="1"/>
              <a:t>currentPage</a:t>
            </a:r>
            <a:r>
              <a:rPr lang="en-IN" sz="1800" dirty="0"/>
              <a:t> === </a:t>
            </a:r>
            <a:r>
              <a:rPr lang="en-IN" sz="1800" dirty="0" err="1"/>
              <a:t>totalPages</a:t>
            </a:r>
            <a:r>
              <a:rPr lang="en-IN" sz="1800" dirty="0"/>
              <a:t> - 1"&gt;Next&lt;/button&gt;</a:t>
            </a:r>
          </a:p>
          <a:p>
            <a:pPr marL="0" indent="0">
              <a:buNone/>
            </a:pPr>
            <a:endParaRPr lang="en-IN" sz="1800" dirty="0"/>
          </a:p>
          <a:p>
            <a:pPr marL="0" indent="0">
              <a:buNone/>
            </a:pPr>
            <a:r>
              <a:rPr lang="en-IN" sz="1800" b="1" dirty="0" err="1"/>
              <a:t>app.config.ts</a:t>
            </a:r>
            <a:endParaRPr lang="en-IN" sz="1800" b="1" dirty="0"/>
          </a:p>
          <a:p>
            <a:pPr marL="0" indent="0">
              <a:buNone/>
            </a:pPr>
            <a:r>
              <a:rPr lang="en-IN" sz="1800" dirty="0"/>
              <a:t>  providers: [</a:t>
            </a:r>
            <a:r>
              <a:rPr lang="en-IN" sz="1800" dirty="0" err="1"/>
              <a:t>provideZoneChangeDetection</a:t>
            </a:r>
            <a:r>
              <a:rPr lang="en-IN" sz="1800" dirty="0"/>
              <a:t>({ </a:t>
            </a:r>
            <a:r>
              <a:rPr lang="en-IN" sz="1800" dirty="0" err="1"/>
              <a:t>eventCoalescing</a:t>
            </a:r>
            <a:r>
              <a:rPr lang="en-IN" sz="1800" dirty="0"/>
              <a:t>: true }), </a:t>
            </a:r>
          </a:p>
          <a:p>
            <a:pPr marL="0" indent="0">
              <a:buNone/>
            </a:pPr>
            <a:r>
              <a:rPr lang="en-IN" sz="1800" dirty="0" err="1"/>
              <a:t>provideRouter</a:t>
            </a:r>
            <a:r>
              <a:rPr lang="en-IN" sz="1800" dirty="0"/>
              <a:t>(routes),</a:t>
            </a:r>
          </a:p>
          <a:p>
            <a:pPr marL="0" indent="0">
              <a:buNone/>
            </a:pPr>
            <a:r>
              <a:rPr lang="en-IN" sz="1800" dirty="0"/>
              <a:t>    </a:t>
            </a:r>
            <a:r>
              <a:rPr lang="en-IN" sz="1800" dirty="0" err="1"/>
              <a:t>provideHttpClient</a:t>
            </a:r>
            <a:r>
              <a:rPr lang="en-IN" sz="1800" dirty="0"/>
              <a:t>(), // Provide </a:t>
            </a:r>
            <a:r>
              <a:rPr lang="en-IN" sz="1800" dirty="0" err="1"/>
              <a:t>HttpClient</a:t>
            </a:r>
            <a:endParaRPr lang="en-IN" sz="1800" dirty="0"/>
          </a:p>
          <a:p>
            <a:pPr marL="0" indent="0">
              <a:buNone/>
            </a:pPr>
            <a:r>
              <a:rPr lang="en-IN" sz="1800" dirty="0"/>
              <a:t>  ]</a:t>
            </a:r>
          </a:p>
          <a:p>
            <a:pPr marL="0" indent="0">
              <a:buNone/>
            </a:pPr>
            <a:endParaRPr lang="en-IN" sz="1200" dirty="0"/>
          </a:p>
        </p:txBody>
      </p:sp>
    </p:spTree>
    <p:extLst>
      <p:ext uri="{BB962C8B-B14F-4D97-AF65-F5344CB8AC3E}">
        <p14:creationId xmlns:p14="http://schemas.microsoft.com/office/powerpoint/2010/main" val="3408879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1429</Words>
  <Application>Microsoft Office PowerPoint</Application>
  <PresentationFormat>Widescreen</PresentationFormat>
  <Paragraphs>172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Pagination</vt:lpstr>
      <vt:lpstr>Spring boot pagination</vt:lpstr>
      <vt:lpstr>PageRequest and Sort</vt:lpstr>
      <vt:lpstr>Example</vt:lpstr>
      <vt:lpstr>Service file</vt:lpstr>
      <vt:lpstr>controller</vt:lpstr>
      <vt:lpstr>main</vt:lpstr>
      <vt:lpstr>Pagination in angular</vt:lpstr>
      <vt:lpstr>Angular http params</vt:lpstr>
      <vt:lpstr>service</vt:lpstr>
      <vt:lpstr>Component  template</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Shankar (Contractor)</dc:creator>
  <cp:lastModifiedBy>Kumar, Shankar (Contractor)</cp:lastModifiedBy>
  <cp:revision>1</cp:revision>
  <dcterms:created xsi:type="dcterms:W3CDTF">2025-09-30T08:28:59Z</dcterms:created>
  <dcterms:modified xsi:type="dcterms:W3CDTF">2025-10-09T03:38:58Z</dcterms:modified>
</cp:coreProperties>
</file>