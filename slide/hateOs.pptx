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57" r:id="rId5"/>
    <p:sldId id="258" r:id="rId6"/>
    <p:sldId id="263" r:id="rId7"/>
    <p:sldId id="259" r:id="rId8"/>
    <p:sldId id="264" r:id="rId9"/>
    <p:sldId id="265" r:id="rId10"/>
    <p:sldId id="266" r:id="rId11"/>
    <p:sldId id="26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7697C69-83CD-49BA-801A-69869DA2B8B2}">
          <p14:sldIdLst>
            <p14:sldId id="256"/>
            <p14:sldId id="261"/>
            <p14:sldId id="262"/>
            <p14:sldId id="257"/>
            <p14:sldId id="258"/>
            <p14:sldId id="263"/>
            <p14:sldId id="259"/>
            <p14:sldId id="264"/>
            <p14:sldId id="265"/>
          </p14:sldIdLst>
        </p14:section>
        <p14:section name="Untitled Section" id="{91BD68E6-7FE1-4737-A35A-B8552355C44F}">
          <p14:sldIdLst>
            <p14:sldId id="266"/>
            <p14:sldId id="26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418616-4A55-47E4-9E61-208964035943}" v="19" dt="2025-10-14T09:27:10.0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mar, Shankar (Contractor)" userId="d7d2038c-4287-4a61-af48-330653fba828" providerId="ADAL" clId="{F5418616-4A55-47E4-9E61-208964035943}"/>
    <pc:docChg chg="undo custSel addSld modSld addSection">
      <pc:chgData name="Kumar, Shankar (Contractor)" userId="d7d2038c-4287-4a61-af48-330653fba828" providerId="ADAL" clId="{F5418616-4A55-47E4-9E61-208964035943}" dt="2025-10-14T09:28:00.694" v="274" actId="113"/>
      <pc:docMkLst>
        <pc:docMk/>
      </pc:docMkLst>
      <pc:sldChg chg="addSp delSp modSp mod modClrScheme chgLayout">
        <pc:chgData name="Kumar, Shankar (Contractor)" userId="d7d2038c-4287-4a61-af48-330653fba828" providerId="ADAL" clId="{F5418616-4A55-47E4-9E61-208964035943}" dt="2025-10-14T08:59:52.003" v="16" actId="20577"/>
        <pc:sldMkLst>
          <pc:docMk/>
          <pc:sldMk cId="3820293559" sldId="256"/>
        </pc:sldMkLst>
        <pc:spChg chg="del mod ord">
          <ac:chgData name="Kumar, Shankar (Contractor)" userId="d7d2038c-4287-4a61-af48-330653fba828" providerId="ADAL" clId="{F5418616-4A55-47E4-9E61-208964035943}" dt="2025-10-14T08:58:46.563" v="0" actId="700"/>
          <ac:spMkLst>
            <pc:docMk/>
            <pc:sldMk cId="3820293559" sldId="256"/>
            <ac:spMk id="2" creationId="{306B6B32-C6FF-ACEF-1794-CF3EC4572743}"/>
          </ac:spMkLst>
        </pc:spChg>
        <pc:spChg chg="del mod ord">
          <ac:chgData name="Kumar, Shankar (Contractor)" userId="d7d2038c-4287-4a61-af48-330653fba828" providerId="ADAL" clId="{F5418616-4A55-47E4-9E61-208964035943}" dt="2025-10-14T08:58:46.563" v="0" actId="700"/>
          <ac:spMkLst>
            <pc:docMk/>
            <pc:sldMk cId="3820293559" sldId="256"/>
            <ac:spMk id="3" creationId="{2DCEB656-A08C-EA46-413D-BB7329A3FFB4}"/>
          </ac:spMkLst>
        </pc:spChg>
        <pc:spChg chg="add mod ord">
          <ac:chgData name="Kumar, Shankar (Contractor)" userId="d7d2038c-4287-4a61-af48-330653fba828" providerId="ADAL" clId="{F5418616-4A55-47E4-9E61-208964035943}" dt="2025-10-14T08:59:44.681" v="14"/>
          <ac:spMkLst>
            <pc:docMk/>
            <pc:sldMk cId="3820293559" sldId="256"/>
            <ac:spMk id="4" creationId="{3DF9AC69-575D-7292-AB75-84CCCB627A6B}"/>
          </ac:spMkLst>
        </pc:spChg>
        <pc:spChg chg="add mod ord">
          <ac:chgData name="Kumar, Shankar (Contractor)" userId="d7d2038c-4287-4a61-af48-330653fba828" providerId="ADAL" clId="{F5418616-4A55-47E4-9E61-208964035943}" dt="2025-10-14T08:59:52.003" v="16" actId="20577"/>
          <ac:spMkLst>
            <pc:docMk/>
            <pc:sldMk cId="3820293559" sldId="256"/>
            <ac:spMk id="5" creationId="{92CF7923-B046-48E9-3F92-4AA26F8B367E}"/>
          </ac:spMkLst>
        </pc:spChg>
      </pc:sldChg>
      <pc:sldChg chg="addSp delSp modSp new mod">
        <pc:chgData name="Kumar, Shankar (Contractor)" userId="d7d2038c-4287-4a61-af48-330653fba828" providerId="ADAL" clId="{F5418616-4A55-47E4-9E61-208964035943}" dt="2025-10-14T09:14:25.602" v="67" actId="27636"/>
        <pc:sldMkLst>
          <pc:docMk/>
          <pc:sldMk cId="1364772315" sldId="257"/>
        </pc:sldMkLst>
        <pc:spChg chg="mod">
          <ac:chgData name="Kumar, Shankar (Contractor)" userId="d7d2038c-4287-4a61-af48-330653fba828" providerId="ADAL" clId="{F5418616-4A55-47E4-9E61-208964035943}" dt="2025-10-14T09:14:18.876" v="65" actId="14100"/>
          <ac:spMkLst>
            <pc:docMk/>
            <pc:sldMk cId="1364772315" sldId="257"/>
            <ac:spMk id="2" creationId="{C9DF51D8-E90F-9864-0036-72AA7AF305C9}"/>
          </ac:spMkLst>
        </pc:spChg>
        <pc:spChg chg="add del mod">
          <ac:chgData name="Kumar, Shankar (Contractor)" userId="d7d2038c-4287-4a61-af48-330653fba828" providerId="ADAL" clId="{F5418616-4A55-47E4-9E61-208964035943}" dt="2025-10-14T09:14:25.602" v="67" actId="27636"/>
          <ac:spMkLst>
            <pc:docMk/>
            <pc:sldMk cId="1364772315" sldId="257"/>
            <ac:spMk id="3" creationId="{407CE3A5-37B8-E6B2-D6E0-5FD294E131C9}"/>
          </ac:spMkLst>
        </pc:spChg>
        <pc:spChg chg="add mod">
          <ac:chgData name="Kumar, Shankar (Contractor)" userId="d7d2038c-4287-4a61-af48-330653fba828" providerId="ADAL" clId="{F5418616-4A55-47E4-9E61-208964035943}" dt="2025-10-14T09:00:12.903" v="21"/>
          <ac:spMkLst>
            <pc:docMk/>
            <pc:sldMk cId="1364772315" sldId="257"/>
            <ac:spMk id="4" creationId="{10E55199-D326-E33A-051E-D19F4AA1ACFB}"/>
          </ac:spMkLst>
        </pc:spChg>
      </pc:sldChg>
      <pc:sldChg chg="addSp delSp modSp new mod">
        <pc:chgData name="Kumar, Shankar (Contractor)" userId="d7d2038c-4287-4a61-af48-330653fba828" providerId="ADAL" clId="{F5418616-4A55-47E4-9E61-208964035943}" dt="2025-10-14T09:01:04.949" v="38"/>
        <pc:sldMkLst>
          <pc:docMk/>
          <pc:sldMk cId="2305137349" sldId="258"/>
        </pc:sldMkLst>
        <pc:spChg chg="add del mod">
          <ac:chgData name="Kumar, Shankar (Contractor)" userId="d7d2038c-4287-4a61-af48-330653fba828" providerId="ADAL" clId="{F5418616-4A55-47E4-9E61-208964035943}" dt="2025-10-14T09:00:45.779" v="32" actId="27636"/>
          <ac:spMkLst>
            <pc:docMk/>
            <pc:sldMk cId="2305137349" sldId="258"/>
            <ac:spMk id="2" creationId="{77BC507C-D4DB-0034-7B0C-AFC54ABBD59D}"/>
          </ac:spMkLst>
        </pc:spChg>
        <pc:spChg chg="mod">
          <ac:chgData name="Kumar, Shankar (Contractor)" userId="d7d2038c-4287-4a61-af48-330653fba828" providerId="ADAL" clId="{F5418616-4A55-47E4-9E61-208964035943}" dt="2025-10-14T09:01:04.949" v="38"/>
          <ac:spMkLst>
            <pc:docMk/>
            <pc:sldMk cId="2305137349" sldId="258"/>
            <ac:spMk id="3" creationId="{48B25179-A769-F4CD-85DD-A0E8D969E13F}"/>
          </ac:spMkLst>
        </pc:spChg>
        <pc:spChg chg="add mod">
          <ac:chgData name="Kumar, Shankar (Contractor)" userId="d7d2038c-4287-4a61-af48-330653fba828" providerId="ADAL" clId="{F5418616-4A55-47E4-9E61-208964035943}" dt="2025-10-14T09:00:36.079" v="27"/>
          <ac:spMkLst>
            <pc:docMk/>
            <pc:sldMk cId="2305137349" sldId="258"/>
            <ac:spMk id="4" creationId="{5C071C08-F567-DF3D-11F1-60D106491F87}"/>
          </ac:spMkLst>
        </pc:spChg>
      </pc:sldChg>
      <pc:sldChg chg="modSp new mod">
        <pc:chgData name="Kumar, Shankar (Contractor)" userId="d7d2038c-4287-4a61-af48-330653fba828" providerId="ADAL" clId="{F5418616-4A55-47E4-9E61-208964035943}" dt="2025-10-14T09:02:23.546" v="57" actId="27636"/>
        <pc:sldMkLst>
          <pc:docMk/>
          <pc:sldMk cId="1883561681" sldId="259"/>
        </pc:sldMkLst>
        <pc:spChg chg="mod">
          <ac:chgData name="Kumar, Shankar (Contractor)" userId="d7d2038c-4287-4a61-af48-330653fba828" providerId="ADAL" clId="{F5418616-4A55-47E4-9E61-208964035943}" dt="2025-10-14T09:01:41.636" v="47" actId="27636"/>
          <ac:spMkLst>
            <pc:docMk/>
            <pc:sldMk cId="1883561681" sldId="259"/>
            <ac:spMk id="2" creationId="{0F267E5F-E93D-F468-6B20-6C8EFCB267EF}"/>
          </ac:spMkLst>
        </pc:spChg>
        <pc:spChg chg="mod">
          <ac:chgData name="Kumar, Shankar (Contractor)" userId="d7d2038c-4287-4a61-af48-330653fba828" providerId="ADAL" clId="{F5418616-4A55-47E4-9E61-208964035943}" dt="2025-10-14T09:02:23.546" v="57" actId="27636"/>
          <ac:spMkLst>
            <pc:docMk/>
            <pc:sldMk cId="1883561681" sldId="259"/>
            <ac:spMk id="3" creationId="{DA14BDF9-2C8E-E133-3031-3D35B8F24437}"/>
          </ac:spMkLst>
        </pc:spChg>
      </pc:sldChg>
      <pc:sldChg chg="modSp new mod">
        <pc:chgData name="Kumar, Shankar (Contractor)" userId="d7d2038c-4287-4a61-af48-330653fba828" providerId="ADAL" clId="{F5418616-4A55-47E4-9E61-208964035943}" dt="2025-10-14T09:02:50.392" v="62"/>
        <pc:sldMkLst>
          <pc:docMk/>
          <pc:sldMk cId="1833540378" sldId="260"/>
        </pc:sldMkLst>
        <pc:spChg chg="mod">
          <ac:chgData name="Kumar, Shankar (Contractor)" userId="d7d2038c-4287-4a61-af48-330653fba828" providerId="ADAL" clId="{F5418616-4A55-47E4-9E61-208964035943}" dt="2025-10-14T09:02:40.335" v="60" actId="27636"/>
          <ac:spMkLst>
            <pc:docMk/>
            <pc:sldMk cId="1833540378" sldId="260"/>
            <ac:spMk id="2" creationId="{B1584049-3B44-D782-0C65-CD10604F5CC2}"/>
          </ac:spMkLst>
        </pc:spChg>
        <pc:spChg chg="mod">
          <ac:chgData name="Kumar, Shankar (Contractor)" userId="d7d2038c-4287-4a61-af48-330653fba828" providerId="ADAL" clId="{F5418616-4A55-47E4-9E61-208964035943}" dt="2025-10-14T09:02:50.392" v="62"/>
          <ac:spMkLst>
            <pc:docMk/>
            <pc:sldMk cId="1833540378" sldId="260"/>
            <ac:spMk id="3" creationId="{CF112A8F-7953-080E-E827-F94656633CA1}"/>
          </ac:spMkLst>
        </pc:spChg>
      </pc:sldChg>
      <pc:sldChg chg="modSp new mod">
        <pc:chgData name="Kumar, Shankar (Contractor)" userId="d7d2038c-4287-4a61-af48-330653fba828" providerId="ADAL" clId="{F5418616-4A55-47E4-9E61-208964035943}" dt="2025-10-14T09:14:47.867" v="72" actId="20577"/>
        <pc:sldMkLst>
          <pc:docMk/>
          <pc:sldMk cId="632105863" sldId="261"/>
        </pc:sldMkLst>
        <pc:spChg chg="mod">
          <ac:chgData name="Kumar, Shankar (Contractor)" userId="d7d2038c-4287-4a61-af48-330653fba828" providerId="ADAL" clId="{F5418616-4A55-47E4-9E61-208964035943}" dt="2025-10-14T09:14:47.867" v="72" actId="20577"/>
          <ac:spMkLst>
            <pc:docMk/>
            <pc:sldMk cId="632105863" sldId="261"/>
            <ac:spMk id="3" creationId="{647BB61B-5C05-AFC3-63D2-5D4F0CD0A925}"/>
          </ac:spMkLst>
        </pc:spChg>
      </pc:sldChg>
      <pc:sldChg chg="delSp modSp new mod">
        <pc:chgData name="Kumar, Shankar (Contractor)" userId="d7d2038c-4287-4a61-af48-330653fba828" providerId="ADAL" clId="{F5418616-4A55-47E4-9E61-208964035943}" dt="2025-10-14T09:15:40.190" v="85" actId="27636"/>
        <pc:sldMkLst>
          <pc:docMk/>
          <pc:sldMk cId="4148916032" sldId="262"/>
        </pc:sldMkLst>
        <pc:spChg chg="del">
          <ac:chgData name="Kumar, Shankar (Contractor)" userId="d7d2038c-4287-4a61-af48-330653fba828" providerId="ADAL" clId="{F5418616-4A55-47E4-9E61-208964035943}" dt="2025-10-14T09:15:29.289" v="80" actId="478"/>
          <ac:spMkLst>
            <pc:docMk/>
            <pc:sldMk cId="4148916032" sldId="262"/>
            <ac:spMk id="2" creationId="{B393CDC3-9C11-DF67-E814-F237289FF579}"/>
          </ac:spMkLst>
        </pc:spChg>
        <pc:spChg chg="mod">
          <ac:chgData name="Kumar, Shankar (Contractor)" userId="d7d2038c-4287-4a61-af48-330653fba828" providerId="ADAL" clId="{F5418616-4A55-47E4-9E61-208964035943}" dt="2025-10-14T09:15:40.190" v="85" actId="27636"/>
          <ac:spMkLst>
            <pc:docMk/>
            <pc:sldMk cId="4148916032" sldId="262"/>
            <ac:spMk id="3" creationId="{767B713E-CA02-8035-6457-864DE9F4E0DA}"/>
          </ac:spMkLst>
        </pc:spChg>
      </pc:sldChg>
      <pc:sldChg chg="modSp new mod">
        <pc:chgData name="Kumar, Shankar (Contractor)" userId="d7d2038c-4287-4a61-af48-330653fba828" providerId="ADAL" clId="{F5418616-4A55-47E4-9E61-208964035943}" dt="2025-10-14T09:16:28.599" v="91" actId="27636"/>
        <pc:sldMkLst>
          <pc:docMk/>
          <pc:sldMk cId="609941052" sldId="263"/>
        </pc:sldMkLst>
        <pc:spChg chg="mod">
          <ac:chgData name="Kumar, Shankar (Contractor)" userId="d7d2038c-4287-4a61-af48-330653fba828" providerId="ADAL" clId="{F5418616-4A55-47E4-9E61-208964035943}" dt="2025-10-14T09:16:28.599" v="91" actId="27636"/>
          <ac:spMkLst>
            <pc:docMk/>
            <pc:sldMk cId="609941052" sldId="263"/>
            <ac:spMk id="3" creationId="{04918D2B-5BEE-CF40-241E-1888EF8C0890}"/>
          </ac:spMkLst>
        </pc:spChg>
      </pc:sldChg>
      <pc:sldChg chg="addSp delSp modSp new mod modClrScheme chgLayout">
        <pc:chgData name="Kumar, Shankar (Contractor)" userId="d7d2038c-4287-4a61-af48-330653fba828" providerId="ADAL" clId="{F5418616-4A55-47E4-9E61-208964035943}" dt="2025-10-14T09:20:32.966" v="195" actId="14100"/>
        <pc:sldMkLst>
          <pc:docMk/>
          <pc:sldMk cId="3991468299" sldId="264"/>
        </pc:sldMkLst>
        <pc:spChg chg="del mod ord">
          <ac:chgData name="Kumar, Shankar (Contractor)" userId="d7d2038c-4287-4a61-af48-330653fba828" providerId="ADAL" clId="{F5418616-4A55-47E4-9E61-208964035943}" dt="2025-10-14T09:19:44.632" v="176" actId="478"/>
          <ac:spMkLst>
            <pc:docMk/>
            <pc:sldMk cId="3991468299" sldId="264"/>
            <ac:spMk id="2" creationId="{C32BE5BA-B003-6BCA-61F2-5E0124EB3E1A}"/>
          </ac:spMkLst>
        </pc:spChg>
        <pc:spChg chg="del mod ord">
          <ac:chgData name="Kumar, Shankar (Contractor)" userId="d7d2038c-4287-4a61-af48-330653fba828" providerId="ADAL" clId="{F5418616-4A55-47E4-9E61-208964035943}" dt="2025-10-14T09:18:14.982" v="100" actId="700"/>
          <ac:spMkLst>
            <pc:docMk/>
            <pc:sldMk cId="3991468299" sldId="264"/>
            <ac:spMk id="3" creationId="{A444C51E-0A17-6B7B-165B-3D62332FCAD5}"/>
          </ac:spMkLst>
        </pc:spChg>
        <pc:spChg chg="add mod ord">
          <ac:chgData name="Kumar, Shankar (Contractor)" userId="d7d2038c-4287-4a61-af48-330653fba828" providerId="ADAL" clId="{F5418616-4A55-47E4-9E61-208964035943}" dt="2025-10-14T09:20:23.698" v="192" actId="27636"/>
          <ac:spMkLst>
            <pc:docMk/>
            <pc:sldMk cId="3991468299" sldId="264"/>
            <ac:spMk id="4" creationId="{C09F77DE-3A1C-D47B-FE33-7E1579F16F79}"/>
          </ac:spMkLst>
        </pc:spChg>
        <pc:spChg chg="add mod ord">
          <ac:chgData name="Kumar, Shankar (Contractor)" userId="d7d2038c-4287-4a61-af48-330653fba828" providerId="ADAL" clId="{F5418616-4A55-47E4-9E61-208964035943}" dt="2025-10-14T09:20:32.966" v="195" actId="14100"/>
          <ac:spMkLst>
            <pc:docMk/>
            <pc:sldMk cId="3991468299" sldId="264"/>
            <ac:spMk id="5" creationId="{7E31CF80-E5F0-DDD2-AF24-FB8812773672}"/>
          </ac:spMkLst>
        </pc:spChg>
      </pc:sldChg>
      <pc:sldChg chg="delSp modSp new mod">
        <pc:chgData name="Kumar, Shankar (Contractor)" userId="d7d2038c-4287-4a61-af48-330653fba828" providerId="ADAL" clId="{F5418616-4A55-47E4-9E61-208964035943}" dt="2025-10-14T09:24:33.748" v="224" actId="404"/>
        <pc:sldMkLst>
          <pc:docMk/>
          <pc:sldMk cId="108043658" sldId="265"/>
        </pc:sldMkLst>
        <pc:spChg chg="del">
          <ac:chgData name="Kumar, Shankar (Contractor)" userId="d7d2038c-4287-4a61-af48-330653fba828" providerId="ADAL" clId="{F5418616-4A55-47E4-9E61-208964035943}" dt="2025-10-14T09:21:04.061" v="197" actId="478"/>
          <ac:spMkLst>
            <pc:docMk/>
            <pc:sldMk cId="108043658" sldId="265"/>
            <ac:spMk id="2" creationId="{95FC6B22-B7EF-41B4-D625-B5339D22C0A6}"/>
          </ac:spMkLst>
        </pc:spChg>
        <pc:spChg chg="mod">
          <ac:chgData name="Kumar, Shankar (Contractor)" userId="d7d2038c-4287-4a61-af48-330653fba828" providerId="ADAL" clId="{F5418616-4A55-47E4-9E61-208964035943}" dt="2025-10-14T09:24:33.409" v="222" actId="27636"/>
          <ac:spMkLst>
            <pc:docMk/>
            <pc:sldMk cId="108043658" sldId="265"/>
            <ac:spMk id="3" creationId="{DBD3D2C3-6E9A-C5DB-7EB8-8D4DF2C6ECC5}"/>
          </ac:spMkLst>
        </pc:spChg>
        <pc:spChg chg="mod">
          <ac:chgData name="Kumar, Shankar (Contractor)" userId="d7d2038c-4287-4a61-af48-330653fba828" providerId="ADAL" clId="{F5418616-4A55-47E4-9E61-208964035943}" dt="2025-10-14T09:24:33.748" v="224" actId="404"/>
          <ac:spMkLst>
            <pc:docMk/>
            <pc:sldMk cId="108043658" sldId="265"/>
            <ac:spMk id="4" creationId="{71EE82F8-F004-F4A8-45C5-AF7787A782EC}"/>
          </ac:spMkLst>
        </pc:spChg>
      </pc:sldChg>
      <pc:sldChg chg="modSp new mod">
        <pc:chgData name="Kumar, Shankar (Contractor)" userId="d7d2038c-4287-4a61-af48-330653fba828" providerId="ADAL" clId="{F5418616-4A55-47E4-9E61-208964035943}" dt="2025-10-14T09:28:00.694" v="274" actId="113"/>
        <pc:sldMkLst>
          <pc:docMk/>
          <pc:sldMk cId="2212207368" sldId="266"/>
        </pc:sldMkLst>
        <pc:spChg chg="mod">
          <ac:chgData name="Kumar, Shankar (Contractor)" userId="d7d2038c-4287-4a61-af48-330653fba828" providerId="ADAL" clId="{F5418616-4A55-47E4-9E61-208964035943}" dt="2025-10-14T09:26:16.275" v="252" actId="27636"/>
          <ac:spMkLst>
            <pc:docMk/>
            <pc:sldMk cId="2212207368" sldId="266"/>
            <ac:spMk id="2" creationId="{6BF8E3F6-7F70-8D5C-A2A7-A36D857FC7F8}"/>
          </ac:spMkLst>
        </pc:spChg>
        <pc:spChg chg="mod">
          <ac:chgData name="Kumar, Shankar (Contractor)" userId="d7d2038c-4287-4a61-af48-330653fba828" providerId="ADAL" clId="{F5418616-4A55-47E4-9E61-208964035943}" dt="2025-10-14T09:28:00.694" v="274" actId="113"/>
          <ac:spMkLst>
            <pc:docMk/>
            <pc:sldMk cId="2212207368" sldId="266"/>
            <ac:spMk id="3" creationId="{DBC3ECE7-E243-CB66-591A-D98B38759CB1}"/>
          </ac:spMkLst>
        </pc:spChg>
        <pc:spChg chg="mod">
          <ac:chgData name="Kumar, Shankar (Contractor)" userId="d7d2038c-4287-4a61-af48-330653fba828" providerId="ADAL" clId="{F5418616-4A55-47E4-9E61-208964035943}" dt="2025-10-14T09:27:36.052" v="273" actId="255"/>
          <ac:spMkLst>
            <pc:docMk/>
            <pc:sldMk cId="2212207368" sldId="266"/>
            <ac:spMk id="4" creationId="{B4DC7871-F707-7ACB-6AFE-61B5150EC70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4FB41-2A2E-53F4-BC4C-3D0C9A363A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B8521A1-1919-4326-5EDC-6DDEF3E4F5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A6520F6-ABFD-582E-BABF-4ACCD21BB6FF}"/>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5" name="Footer Placeholder 4">
            <a:extLst>
              <a:ext uri="{FF2B5EF4-FFF2-40B4-BE49-F238E27FC236}">
                <a16:creationId xmlns:a16="http://schemas.microsoft.com/office/drawing/2014/main" id="{480497BD-3DF7-4BC4-8C97-904BB44754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1E9E4E-BEEE-F0CA-E7C2-6FA94E0D9B79}"/>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3735092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5C51E-CFB1-9A10-7FC4-FB7B3694A2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B10B0B-7DF1-C305-15E6-E5EC8D7033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C4A1AC-B3EA-F05D-DDB9-424E9CE4DAD2}"/>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5" name="Footer Placeholder 4">
            <a:extLst>
              <a:ext uri="{FF2B5EF4-FFF2-40B4-BE49-F238E27FC236}">
                <a16:creationId xmlns:a16="http://schemas.microsoft.com/office/drawing/2014/main" id="{F7C35C28-C36D-CCEB-C870-61056493F8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B1933F-A526-1C8A-A4AD-45E1C6F964BC}"/>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31296887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96EFC-B505-FA41-CFF7-A27D677159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659FC6A-B7B5-1C1D-981A-0E203F5FCA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70111E-4B50-4CFE-E0C6-C2F5F79A1C57}"/>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5" name="Footer Placeholder 4">
            <a:extLst>
              <a:ext uri="{FF2B5EF4-FFF2-40B4-BE49-F238E27FC236}">
                <a16:creationId xmlns:a16="http://schemas.microsoft.com/office/drawing/2014/main" id="{66EF6867-0DC1-0038-8CAC-0E0B76C6FE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C654EC-C167-1F44-4A77-D59011C7EA81}"/>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3779631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C55CD-FB14-A0C6-59C2-9F81F58771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0629D8-6815-FADD-A5FC-7784404FED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E235569-D08D-71E4-508C-66B3882D1C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6790AC4-2E4E-03A8-68D9-2CC1D6C07245}"/>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6" name="Footer Placeholder 5">
            <a:extLst>
              <a:ext uri="{FF2B5EF4-FFF2-40B4-BE49-F238E27FC236}">
                <a16:creationId xmlns:a16="http://schemas.microsoft.com/office/drawing/2014/main" id="{0CC88727-5120-CE3C-6005-2CCCF481E8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5A2B8D-1D97-4C39-D4FE-35D52F695581}"/>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3954302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397B0-9DCA-E45C-9C3A-0A7EE9F845B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8C9151-76E3-B892-5E09-96FC0E459D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C13FE5-08ED-2FF1-AB6E-F5F14EC57F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1E2F58-4E72-980A-BF56-6CCB6C72F6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81BCFD0-4FF9-0368-6523-C78EBF6792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503ACDE-0A40-1877-146F-BD4114CA2ACA}"/>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8" name="Footer Placeholder 7">
            <a:extLst>
              <a:ext uri="{FF2B5EF4-FFF2-40B4-BE49-F238E27FC236}">
                <a16:creationId xmlns:a16="http://schemas.microsoft.com/office/drawing/2014/main" id="{7036B1BD-3CF2-6EA4-9324-DD3DA242DE3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744B5F0-D087-45EF-6481-DEA669E307DA}"/>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4234960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01032-CCC0-6426-DF98-7F71656006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85F465-3266-45EE-3A5C-89043CEB882D}"/>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4" name="Footer Placeholder 3">
            <a:extLst>
              <a:ext uri="{FF2B5EF4-FFF2-40B4-BE49-F238E27FC236}">
                <a16:creationId xmlns:a16="http://schemas.microsoft.com/office/drawing/2014/main" id="{4120304B-5F4B-6397-CFDB-6B9E721DB80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641D960-39DD-D028-10B9-1F6D343DD988}"/>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224048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1F8499-E581-318F-FEA6-D1771E691980}"/>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3" name="Footer Placeholder 2">
            <a:extLst>
              <a:ext uri="{FF2B5EF4-FFF2-40B4-BE49-F238E27FC236}">
                <a16:creationId xmlns:a16="http://schemas.microsoft.com/office/drawing/2014/main" id="{C0231623-40AE-2EAA-84F5-8B1CD9CF5E0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C3443DD-68EB-5DAA-3FC0-7BB4AEF620F2}"/>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1204331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184E8-30A4-CB55-F70E-87A6F42C02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E7E2BB1-85C7-05FC-66FD-4CD90491EB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17AAEF-9127-9984-8F43-6BC87B0FD5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9343B2-7A93-248F-F39E-ADDEED16EA81}"/>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6" name="Footer Placeholder 5">
            <a:extLst>
              <a:ext uri="{FF2B5EF4-FFF2-40B4-BE49-F238E27FC236}">
                <a16:creationId xmlns:a16="http://schemas.microsoft.com/office/drawing/2014/main" id="{C1018571-EB3F-AFEE-BFD1-D53B752136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DDEB38-2586-F974-2673-9A7E8FCF5A4B}"/>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143557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BEE51-D119-FC5D-4961-1E451E5958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56F7935-3822-9852-F0DD-65CC514CB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DCDE8F3-6718-14A7-0340-F8EB4B6464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779540-B8BC-D7A6-3F79-5E9F9FAFA088}"/>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6" name="Footer Placeholder 5">
            <a:extLst>
              <a:ext uri="{FF2B5EF4-FFF2-40B4-BE49-F238E27FC236}">
                <a16:creationId xmlns:a16="http://schemas.microsoft.com/office/drawing/2014/main" id="{B0759831-D3A7-7608-D27D-7B92D8650B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85A5B0-9ACD-4101-6517-FE56ACB6FC0A}"/>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1657665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F59E-CE7B-EC3D-986D-FC4A7801207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D7A8C29-312E-2501-8BC4-77767D32DD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1D17CD-D66D-01E1-51A0-332BF9B081BA}"/>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5" name="Footer Placeholder 4">
            <a:extLst>
              <a:ext uri="{FF2B5EF4-FFF2-40B4-BE49-F238E27FC236}">
                <a16:creationId xmlns:a16="http://schemas.microsoft.com/office/drawing/2014/main" id="{AD5C1C3E-D5FC-B04C-78F9-E3026C0D36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4A45ED-300B-ADC0-930D-F2163079B369}"/>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461684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315DBE-FD11-EF39-8F29-68C2D4628F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4399694-9D4C-5CE9-BAC2-AE590A9FE4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EFE42E1-B4BF-2107-FAEA-72D09BC757BE}"/>
              </a:ext>
            </a:extLst>
          </p:cNvPr>
          <p:cNvSpPr>
            <a:spLocks noGrp="1"/>
          </p:cNvSpPr>
          <p:nvPr>
            <p:ph type="dt" sz="half" idx="10"/>
          </p:nvPr>
        </p:nvSpPr>
        <p:spPr/>
        <p:txBody>
          <a:bodyPr/>
          <a:lstStyle/>
          <a:p>
            <a:fld id="{A1EB273F-FE29-4988-8FE1-9F36BCC9005C}" type="datetimeFigureOut">
              <a:rPr lang="en-IN" smtClean="0"/>
              <a:t>14-10-2025</a:t>
            </a:fld>
            <a:endParaRPr lang="en-IN"/>
          </a:p>
        </p:txBody>
      </p:sp>
      <p:sp>
        <p:nvSpPr>
          <p:cNvPr id="5" name="Footer Placeholder 4">
            <a:extLst>
              <a:ext uri="{FF2B5EF4-FFF2-40B4-BE49-F238E27FC236}">
                <a16:creationId xmlns:a16="http://schemas.microsoft.com/office/drawing/2014/main" id="{7862A6C1-9D18-6A45-FBF0-C604886A7E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BC3F73-46F8-438C-EB01-1126FFBB512B}"/>
              </a:ext>
            </a:extLst>
          </p:cNvPr>
          <p:cNvSpPr>
            <a:spLocks noGrp="1"/>
          </p:cNvSpPr>
          <p:nvPr>
            <p:ph type="sldNum" sz="quarter" idx="12"/>
          </p:nvPr>
        </p:nvSpPr>
        <p:spPr/>
        <p:txBody>
          <a:bodyPr/>
          <a:lstStyle/>
          <a:p>
            <a:fld id="{117C92CC-43EA-48D5-ADE4-FA184E3413E6}" type="slidenum">
              <a:rPr lang="en-IN" smtClean="0"/>
              <a:t>‹#›</a:t>
            </a:fld>
            <a:endParaRPr lang="en-IN"/>
          </a:p>
        </p:txBody>
      </p:sp>
    </p:spTree>
    <p:extLst>
      <p:ext uri="{BB962C8B-B14F-4D97-AF65-F5344CB8AC3E}">
        <p14:creationId xmlns:p14="http://schemas.microsoft.com/office/powerpoint/2010/main" val="3855886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02EDE-4A7C-8333-A740-7E728711A6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E7F9BE-0C2E-9EAA-1086-8F13D484F2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56E3C7-A46B-D23A-E9DC-47FC3C2BB9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EB273F-FE29-4988-8FE1-9F36BCC9005C}" type="datetimeFigureOut">
              <a:rPr lang="en-IN" smtClean="0"/>
              <a:t>14-10-2025</a:t>
            </a:fld>
            <a:endParaRPr lang="en-IN"/>
          </a:p>
        </p:txBody>
      </p:sp>
      <p:sp>
        <p:nvSpPr>
          <p:cNvPr id="5" name="Footer Placeholder 4">
            <a:extLst>
              <a:ext uri="{FF2B5EF4-FFF2-40B4-BE49-F238E27FC236}">
                <a16:creationId xmlns:a16="http://schemas.microsoft.com/office/drawing/2014/main" id="{7FA49921-D1FA-BE44-0C03-FA9B5D6222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9EBF306-6C1B-3900-8AB6-4B092D6037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17C92CC-43EA-48D5-ADE4-FA184E3413E6}" type="slidenum">
              <a:rPr lang="en-IN" smtClean="0"/>
              <a:t>‹#›</a:t>
            </a:fld>
            <a:endParaRPr lang="en-IN"/>
          </a:p>
        </p:txBody>
      </p:sp>
    </p:spTree>
    <p:extLst>
      <p:ext uri="{BB962C8B-B14F-4D97-AF65-F5344CB8AC3E}">
        <p14:creationId xmlns:p14="http://schemas.microsoft.com/office/powerpoint/2010/main" val="2904587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localhost:8080/customer/1" TargetMode="External"/><Relationship Id="rId2" Type="http://schemas.openxmlformats.org/officeDocument/2006/relationships/hyperlink" Target="http://localhost:8080/customer" TargetMode="Externa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F9AC69-575D-7292-AB75-84CCCB627A6B}"/>
              </a:ext>
            </a:extLst>
          </p:cNvPr>
          <p:cNvSpPr>
            <a:spLocks noGrp="1"/>
          </p:cNvSpPr>
          <p:nvPr>
            <p:ph type="title"/>
          </p:nvPr>
        </p:nvSpPr>
        <p:spPr/>
        <p:txBody>
          <a:bodyPr/>
          <a:lstStyle/>
          <a:p>
            <a:r>
              <a:rPr lang="en-US" dirty="0"/>
              <a:t>HATEOAS</a:t>
            </a:r>
            <a:endParaRPr lang="en-IN" dirty="0"/>
          </a:p>
        </p:txBody>
      </p:sp>
      <p:sp>
        <p:nvSpPr>
          <p:cNvPr id="5" name="Content Placeholder 4">
            <a:extLst>
              <a:ext uri="{FF2B5EF4-FFF2-40B4-BE49-F238E27FC236}">
                <a16:creationId xmlns:a16="http://schemas.microsoft.com/office/drawing/2014/main" id="{92CF7923-B046-48E9-3F92-4AA26F8B367E}"/>
              </a:ext>
            </a:extLst>
          </p:cNvPr>
          <p:cNvSpPr>
            <a:spLocks noGrp="1"/>
          </p:cNvSpPr>
          <p:nvPr>
            <p:ph idx="1"/>
          </p:nvPr>
        </p:nvSpPr>
        <p:spPr/>
        <p:txBody>
          <a:bodyPr/>
          <a:lstStyle/>
          <a:p>
            <a:r>
              <a:rPr lang="en-US" dirty="0"/>
              <a:t>HATEOAS (Hypermedia As The Engine Of Application State) .</a:t>
            </a:r>
          </a:p>
          <a:p>
            <a:endParaRPr lang="en-US" dirty="0"/>
          </a:p>
          <a:p>
            <a:r>
              <a:rPr lang="en-US" dirty="0"/>
              <a:t>In Spring Boot it enables the creation of RESTful APIs where clients interact with the application through hypermedia links embedded in API responses, rather than relying on hardcoded URLs. </a:t>
            </a:r>
          </a:p>
          <a:p>
            <a:endParaRPr lang="en-US" dirty="0"/>
          </a:p>
          <a:p>
            <a:r>
              <a:rPr lang="en-US" dirty="0"/>
              <a:t>This approach promotes discoverability and reduces coupling between the client and server.</a:t>
            </a:r>
          </a:p>
          <a:p>
            <a:endParaRPr lang="en-IN" dirty="0"/>
          </a:p>
        </p:txBody>
      </p:sp>
    </p:spTree>
    <p:extLst>
      <p:ext uri="{BB962C8B-B14F-4D97-AF65-F5344CB8AC3E}">
        <p14:creationId xmlns:p14="http://schemas.microsoft.com/office/powerpoint/2010/main" val="382029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24A0A-D3E8-F52B-E69B-4040DA88B7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7BB61B-5C05-AFC3-63D2-5D4F0CD0A925}"/>
              </a:ext>
            </a:extLst>
          </p:cNvPr>
          <p:cNvSpPr>
            <a:spLocks noGrp="1"/>
          </p:cNvSpPr>
          <p:nvPr>
            <p:ph idx="1"/>
          </p:nvPr>
        </p:nvSpPr>
        <p:spPr/>
        <p:txBody>
          <a:bodyPr/>
          <a:lstStyle/>
          <a:p>
            <a:r>
              <a:rPr lang="en-US" dirty="0"/>
              <a:t>HATEOAS stands for Hypermedia as the Engine of Application State. It is a key constraint of REST that makes APIs self-explanatory by including links inside responses.</a:t>
            </a:r>
          </a:p>
          <a:p>
            <a:endParaRPr lang="en-US" dirty="0"/>
          </a:p>
          <a:p>
            <a:r>
              <a:rPr lang="en-US" dirty="0"/>
              <a:t>Without HATEOAS: The client needs hardcoded endpoints to know how to interact with the API.</a:t>
            </a:r>
          </a:p>
          <a:p>
            <a:endParaRPr lang="en-US" dirty="0"/>
          </a:p>
          <a:p>
            <a:r>
              <a:rPr lang="en-US" dirty="0"/>
              <a:t>With HATEOAS: The API guides the client on what actions are available dynamically</a:t>
            </a:r>
            <a:endParaRPr lang="en-IN" dirty="0"/>
          </a:p>
        </p:txBody>
      </p:sp>
    </p:spTree>
    <p:extLst>
      <p:ext uri="{BB962C8B-B14F-4D97-AF65-F5344CB8AC3E}">
        <p14:creationId xmlns:p14="http://schemas.microsoft.com/office/powerpoint/2010/main" val="632105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7B713E-CA02-8035-6457-864DE9F4E0DA}"/>
              </a:ext>
            </a:extLst>
          </p:cNvPr>
          <p:cNvSpPr>
            <a:spLocks noGrp="1"/>
          </p:cNvSpPr>
          <p:nvPr>
            <p:ph idx="1"/>
          </p:nvPr>
        </p:nvSpPr>
        <p:spPr>
          <a:xfrm>
            <a:off x="838200" y="82296"/>
            <a:ext cx="10515600" cy="6094667"/>
          </a:xfrm>
        </p:spPr>
        <p:txBody>
          <a:bodyPr>
            <a:normAutofit fontScale="70000" lnSpcReduction="20000"/>
          </a:bodyPr>
          <a:lstStyle/>
          <a:p>
            <a:pPr marL="0" indent="0">
              <a:buNone/>
            </a:pPr>
            <a:r>
              <a:rPr lang="en-IN" dirty="0"/>
              <a:t>📌 Example: Traditional REST API (Without HATEOAS)</a:t>
            </a:r>
          </a:p>
          <a:p>
            <a:pPr marL="0" indent="0">
              <a:buNone/>
            </a:pPr>
            <a:r>
              <a:rPr lang="en-IN" dirty="0"/>
              <a:t>{</a:t>
            </a:r>
          </a:p>
          <a:p>
            <a:pPr marL="0" indent="0">
              <a:buNone/>
            </a:pPr>
            <a:r>
              <a:rPr lang="en-IN" dirty="0"/>
              <a:t>  "id": 1,</a:t>
            </a:r>
          </a:p>
          <a:p>
            <a:pPr marL="0" indent="0">
              <a:buNone/>
            </a:pPr>
            <a:r>
              <a:rPr lang="en-IN" dirty="0"/>
              <a:t>  "name": "John Doe",</a:t>
            </a:r>
          </a:p>
          <a:p>
            <a:pPr marL="0" indent="0">
              <a:buNone/>
            </a:pPr>
            <a:r>
              <a:rPr lang="en-IN" dirty="0"/>
              <a:t>  "email": "john@example.com"</a:t>
            </a:r>
          </a:p>
          <a:p>
            <a:pPr marL="0" indent="0">
              <a:buNone/>
            </a:pPr>
            <a:r>
              <a:rPr lang="en-IN" dirty="0"/>
              <a:t>}</a:t>
            </a:r>
          </a:p>
          <a:p>
            <a:pPr marL="0" indent="0">
              <a:buNone/>
            </a:pPr>
            <a:r>
              <a:rPr lang="en-IN" dirty="0"/>
              <a:t>📌 Example: HATEOAS-Driven API (With Links)</a:t>
            </a:r>
          </a:p>
          <a:p>
            <a:pPr marL="0" indent="0">
              <a:buNone/>
            </a:pPr>
            <a:r>
              <a:rPr lang="en-IN" dirty="0"/>
              <a:t>{</a:t>
            </a:r>
          </a:p>
          <a:p>
            <a:pPr marL="0" indent="0">
              <a:buNone/>
            </a:pPr>
            <a:r>
              <a:rPr lang="en-IN" dirty="0"/>
              <a:t>  "id": 1,</a:t>
            </a:r>
          </a:p>
          <a:p>
            <a:pPr marL="0" indent="0">
              <a:buNone/>
            </a:pPr>
            <a:r>
              <a:rPr lang="en-IN" dirty="0"/>
              <a:t>  "name": "John Doe",</a:t>
            </a:r>
          </a:p>
          <a:p>
            <a:pPr marL="0" indent="0">
              <a:buNone/>
            </a:pPr>
            <a:r>
              <a:rPr lang="en-IN" dirty="0"/>
              <a:t>  "email": "john@example.com",</a:t>
            </a:r>
          </a:p>
          <a:p>
            <a:pPr marL="0" indent="0">
              <a:buNone/>
            </a:pPr>
            <a:r>
              <a:rPr lang="en-IN" dirty="0"/>
              <a:t>  "links": [</a:t>
            </a:r>
          </a:p>
          <a:p>
            <a:pPr marL="0" indent="0">
              <a:buNone/>
            </a:pPr>
            <a:r>
              <a:rPr lang="en-IN" dirty="0"/>
              <a:t>    {"</a:t>
            </a:r>
            <a:r>
              <a:rPr lang="en-IN" dirty="0" err="1"/>
              <a:t>rel</a:t>
            </a:r>
            <a:r>
              <a:rPr lang="en-IN" dirty="0"/>
              <a:t>": "self", "</a:t>
            </a:r>
            <a:r>
              <a:rPr lang="en-IN" dirty="0" err="1"/>
              <a:t>href</a:t>
            </a:r>
            <a:r>
              <a:rPr lang="en-IN" dirty="0"/>
              <a:t>": "/users/1"},</a:t>
            </a:r>
          </a:p>
          <a:p>
            <a:pPr marL="0" indent="0">
              <a:buNone/>
            </a:pPr>
            <a:r>
              <a:rPr lang="en-IN" dirty="0"/>
              <a:t>    {"</a:t>
            </a:r>
            <a:r>
              <a:rPr lang="en-IN" dirty="0" err="1"/>
              <a:t>rel</a:t>
            </a:r>
            <a:r>
              <a:rPr lang="en-IN" dirty="0"/>
              <a:t>": "update", "</a:t>
            </a:r>
            <a:r>
              <a:rPr lang="en-IN" dirty="0" err="1"/>
              <a:t>href</a:t>
            </a:r>
            <a:r>
              <a:rPr lang="en-IN" dirty="0"/>
              <a:t>": "/users/1/update"},</a:t>
            </a:r>
          </a:p>
          <a:p>
            <a:pPr marL="0" indent="0">
              <a:buNone/>
            </a:pPr>
            <a:r>
              <a:rPr lang="en-IN" dirty="0"/>
              <a:t>    {"</a:t>
            </a:r>
            <a:r>
              <a:rPr lang="en-IN" dirty="0" err="1"/>
              <a:t>rel</a:t>
            </a:r>
            <a:r>
              <a:rPr lang="en-IN" dirty="0"/>
              <a:t>": "delete", "</a:t>
            </a:r>
            <a:r>
              <a:rPr lang="en-IN" dirty="0" err="1"/>
              <a:t>href</a:t>
            </a:r>
            <a:r>
              <a:rPr lang="en-IN" dirty="0"/>
              <a:t>": "/users/1/delete"}</a:t>
            </a:r>
          </a:p>
          <a:p>
            <a:pPr marL="0" indent="0">
              <a:buNone/>
            </a:pPr>
            <a:r>
              <a:rPr lang="en-IN" dirty="0"/>
              <a:t>  ]</a:t>
            </a:r>
          </a:p>
          <a:p>
            <a:pPr marL="0" indent="0">
              <a:buNone/>
            </a:pPr>
            <a:r>
              <a:rPr lang="en-IN" dirty="0"/>
              <a:t>}</a:t>
            </a:r>
          </a:p>
        </p:txBody>
      </p:sp>
    </p:spTree>
    <p:extLst>
      <p:ext uri="{BB962C8B-B14F-4D97-AF65-F5344CB8AC3E}">
        <p14:creationId xmlns:p14="http://schemas.microsoft.com/office/powerpoint/2010/main" val="4148916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F51D8-E90F-9864-0036-72AA7AF305C9}"/>
              </a:ext>
            </a:extLst>
          </p:cNvPr>
          <p:cNvSpPr>
            <a:spLocks noGrp="1"/>
          </p:cNvSpPr>
          <p:nvPr>
            <p:ph type="title"/>
          </p:nvPr>
        </p:nvSpPr>
        <p:spPr>
          <a:xfrm>
            <a:off x="838200" y="365125"/>
            <a:ext cx="10515600" cy="878459"/>
          </a:xfrm>
        </p:spPr>
        <p:txBody>
          <a:bodyPr>
            <a:normAutofit fontScale="90000"/>
          </a:bodyPr>
          <a:lstStyle/>
          <a:p>
            <a:r>
              <a:rPr lang="en-IN" dirty="0"/>
              <a:t>Key Concepts:</a:t>
            </a:r>
            <a:br>
              <a:rPr lang="en-IN" dirty="0"/>
            </a:br>
            <a:br>
              <a:rPr lang="en-IN" dirty="0"/>
            </a:br>
            <a:endParaRPr lang="en-IN" dirty="0"/>
          </a:p>
        </p:txBody>
      </p:sp>
      <p:sp>
        <p:nvSpPr>
          <p:cNvPr id="3" name="Content Placeholder 2">
            <a:extLst>
              <a:ext uri="{FF2B5EF4-FFF2-40B4-BE49-F238E27FC236}">
                <a16:creationId xmlns:a16="http://schemas.microsoft.com/office/drawing/2014/main" id="{407CE3A5-37B8-E6B2-D6E0-5FD294E131C9}"/>
              </a:ext>
            </a:extLst>
          </p:cNvPr>
          <p:cNvSpPr>
            <a:spLocks noGrp="1"/>
          </p:cNvSpPr>
          <p:nvPr>
            <p:ph idx="1"/>
          </p:nvPr>
        </p:nvSpPr>
        <p:spPr>
          <a:xfrm>
            <a:off x="838200" y="758952"/>
            <a:ext cx="10515600" cy="5418011"/>
          </a:xfrm>
        </p:spPr>
        <p:txBody>
          <a:bodyPr>
            <a:normAutofit/>
          </a:bodyPr>
          <a:lstStyle/>
          <a:p>
            <a:r>
              <a:rPr lang="en-US" dirty="0"/>
              <a:t>Hypermedia Links: API responses include links to related resources or actions that the client can follow. These links specify the URI, HTTP method, and the relation (e.g., "self," "next," "delete").</a:t>
            </a:r>
          </a:p>
          <a:p>
            <a:r>
              <a:rPr lang="en-US" dirty="0"/>
              <a:t>Discoverability: Clients can discover available actions and navigate through the application state by following the provided links, eliminating the need for prior knowledge of the API's structure beyond an initial entry point.</a:t>
            </a:r>
          </a:p>
          <a:p>
            <a:r>
              <a:rPr lang="en-US" dirty="0"/>
              <a:t>Reduced Coupling: HATEOAS minimizes the tight coupling between client and server by allowing the server to dynamically provide relevant actions, making the API more flexible and maintainable. </a:t>
            </a:r>
          </a:p>
          <a:p>
            <a:endParaRPr lang="en-IN" dirty="0"/>
          </a:p>
        </p:txBody>
      </p:sp>
    </p:spTree>
    <p:extLst>
      <p:ext uri="{BB962C8B-B14F-4D97-AF65-F5344CB8AC3E}">
        <p14:creationId xmlns:p14="http://schemas.microsoft.com/office/powerpoint/2010/main" val="1364772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C507C-D4DB-0034-7B0C-AFC54ABBD59D}"/>
              </a:ext>
            </a:extLst>
          </p:cNvPr>
          <p:cNvSpPr>
            <a:spLocks noGrp="1"/>
          </p:cNvSpPr>
          <p:nvPr>
            <p:ph type="title"/>
          </p:nvPr>
        </p:nvSpPr>
        <p:spPr/>
        <p:txBody>
          <a:bodyPr>
            <a:normAutofit/>
          </a:bodyPr>
          <a:lstStyle/>
          <a:p>
            <a:r>
              <a:rPr lang="en-US" dirty="0"/>
              <a:t>Dependency:</a:t>
            </a:r>
            <a:br>
              <a:rPr lang="en-US" dirty="0"/>
            </a:br>
            <a:endParaRPr lang="en-IN" dirty="0"/>
          </a:p>
        </p:txBody>
      </p:sp>
      <p:sp>
        <p:nvSpPr>
          <p:cNvPr id="3" name="Content Placeholder 2">
            <a:extLst>
              <a:ext uri="{FF2B5EF4-FFF2-40B4-BE49-F238E27FC236}">
                <a16:creationId xmlns:a16="http://schemas.microsoft.com/office/drawing/2014/main" id="{48B25179-A769-F4CD-85DD-A0E8D969E13F}"/>
              </a:ext>
            </a:extLst>
          </p:cNvPr>
          <p:cNvSpPr>
            <a:spLocks noGrp="1"/>
          </p:cNvSpPr>
          <p:nvPr>
            <p:ph idx="1"/>
          </p:nvPr>
        </p:nvSpPr>
        <p:spPr/>
        <p:txBody>
          <a:bodyPr/>
          <a:lstStyle/>
          <a:p>
            <a:r>
              <a:rPr lang="en-US" dirty="0"/>
              <a:t>Include the spring-boot-starter-</a:t>
            </a:r>
            <a:r>
              <a:rPr lang="en-US" dirty="0" err="1"/>
              <a:t>hateoas</a:t>
            </a:r>
            <a:r>
              <a:rPr lang="en-US" dirty="0"/>
              <a:t> dependency in your pom.xml or </a:t>
            </a:r>
            <a:r>
              <a:rPr lang="en-US" dirty="0" err="1"/>
              <a:t>build.gradle</a:t>
            </a:r>
            <a:r>
              <a:rPr lang="en-US" dirty="0"/>
              <a:t>.</a:t>
            </a:r>
          </a:p>
          <a:p>
            <a:endParaRPr lang="en-US" dirty="0"/>
          </a:p>
          <a:p>
            <a:pPr marL="0" indent="0">
              <a:buNone/>
            </a:pPr>
            <a:r>
              <a:rPr lang="en-IN" dirty="0"/>
              <a:t> &lt;dependency&gt;</a:t>
            </a:r>
          </a:p>
          <a:p>
            <a:pPr marL="0" indent="0">
              <a:buNone/>
            </a:pPr>
            <a:r>
              <a:rPr lang="en-IN" dirty="0"/>
              <a:t>        &lt;</a:t>
            </a:r>
            <a:r>
              <a:rPr lang="en-IN" dirty="0" err="1"/>
              <a:t>groupId</a:t>
            </a:r>
            <a:r>
              <a:rPr lang="en-IN" dirty="0"/>
              <a:t>&gt;</a:t>
            </a:r>
            <a:r>
              <a:rPr lang="en-IN" dirty="0" err="1"/>
              <a:t>org.springframework.boot</a:t>
            </a:r>
            <a:r>
              <a:rPr lang="en-IN" dirty="0"/>
              <a:t>&lt;/</a:t>
            </a:r>
            <a:r>
              <a:rPr lang="en-IN" dirty="0" err="1"/>
              <a:t>groupId</a:t>
            </a:r>
            <a:r>
              <a:rPr lang="en-IN" dirty="0"/>
              <a:t>&gt;</a:t>
            </a:r>
          </a:p>
          <a:p>
            <a:pPr marL="0" indent="0">
              <a:buNone/>
            </a:pPr>
            <a:r>
              <a:rPr lang="en-IN" dirty="0"/>
              <a:t>        &lt;</a:t>
            </a:r>
            <a:r>
              <a:rPr lang="en-IN" dirty="0" err="1"/>
              <a:t>artifactId</a:t>
            </a:r>
            <a:r>
              <a:rPr lang="en-IN" dirty="0"/>
              <a:t>&gt;spring-boot-starter-</a:t>
            </a:r>
            <a:r>
              <a:rPr lang="en-IN" dirty="0" err="1"/>
              <a:t>hateoas</a:t>
            </a:r>
            <a:r>
              <a:rPr lang="en-IN" dirty="0"/>
              <a:t>&lt;/</a:t>
            </a:r>
            <a:r>
              <a:rPr lang="en-IN" dirty="0" err="1"/>
              <a:t>artifactId</a:t>
            </a:r>
            <a:r>
              <a:rPr lang="en-IN" dirty="0"/>
              <a:t>&gt;</a:t>
            </a:r>
          </a:p>
          <a:p>
            <a:pPr marL="0" indent="0">
              <a:buNone/>
            </a:pPr>
            <a:r>
              <a:rPr lang="en-IN" dirty="0"/>
              <a:t>    &lt;/dependency&gt;</a:t>
            </a:r>
          </a:p>
        </p:txBody>
      </p:sp>
    </p:spTree>
    <p:extLst>
      <p:ext uri="{BB962C8B-B14F-4D97-AF65-F5344CB8AC3E}">
        <p14:creationId xmlns:p14="http://schemas.microsoft.com/office/powerpoint/2010/main" val="2305137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131FE-EB71-2EA6-A86D-68BEDFA32D4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918D2B-5BEE-CF40-241E-1888EF8C0890}"/>
              </a:ext>
            </a:extLst>
          </p:cNvPr>
          <p:cNvSpPr>
            <a:spLocks noGrp="1"/>
          </p:cNvSpPr>
          <p:nvPr>
            <p:ph idx="1"/>
          </p:nvPr>
        </p:nvSpPr>
        <p:spPr/>
        <p:txBody>
          <a:bodyPr>
            <a:normAutofit lnSpcReduction="10000"/>
          </a:bodyPr>
          <a:lstStyle/>
          <a:p>
            <a:endParaRPr lang="en-US" dirty="0"/>
          </a:p>
          <a:p>
            <a:r>
              <a:rPr lang="en-US" dirty="0"/>
              <a:t>The API provides links (</a:t>
            </a:r>
            <a:r>
              <a:rPr lang="en-US" dirty="0" err="1"/>
              <a:t>href</a:t>
            </a:r>
            <a:r>
              <a:rPr lang="en-US" dirty="0"/>
              <a:t>) inside the response.</a:t>
            </a:r>
          </a:p>
          <a:p>
            <a:r>
              <a:rPr lang="en-US" dirty="0"/>
              <a:t>The client doesn’t need hardcoded endpoints — it follows the links dynamically.</a:t>
            </a:r>
          </a:p>
          <a:p>
            <a:r>
              <a:rPr lang="en-US" dirty="0"/>
              <a:t>The client knows what actions are possible (self, update, delete).</a:t>
            </a:r>
          </a:p>
          <a:p>
            <a:r>
              <a:rPr lang="en-US" dirty="0"/>
              <a:t>🔹 Why Use HATEOAS in REST APIs?</a:t>
            </a:r>
          </a:p>
          <a:p>
            <a:pPr marL="457200" lvl="1" indent="0">
              <a:buNone/>
            </a:pPr>
            <a:r>
              <a:rPr lang="en-US" dirty="0"/>
              <a:t>✅ Self-Descriptive API Responses — The API tells clients what actions are available.</a:t>
            </a:r>
          </a:p>
          <a:p>
            <a:pPr marL="457200" lvl="1" indent="0">
              <a:buNone/>
            </a:pPr>
            <a:r>
              <a:rPr lang="en-US" dirty="0"/>
              <a:t>✅ Reduces Hardcoding — Clients don’t need to memorize API URLs.</a:t>
            </a:r>
          </a:p>
          <a:p>
            <a:pPr marL="457200" lvl="1" indent="0">
              <a:buNone/>
            </a:pPr>
            <a:r>
              <a:rPr lang="en-US" dirty="0"/>
              <a:t>✅ Improves API…</a:t>
            </a:r>
          </a:p>
          <a:p>
            <a:endParaRPr lang="en-IN" dirty="0"/>
          </a:p>
        </p:txBody>
      </p:sp>
    </p:spTree>
    <p:extLst>
      <p:ext uri="{BB962C8B-B14F-4D97-AF65-F5344CB8AC3E}">
        <p14:creationId xmlns:p14="http://schemas.microsoft.com/office/powerpoint/2010/main" val="609941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67E5F-E93D-F468-6B20-6C8EFCB267EF}"/>
              </a:ext>
            </a:extLst>
          </p:cNvPr>
          <p:cNvSpPr>
            <a:spLocks noGrp="1"/>
          </p:cNvSpPr>
          <p:nvPr>
            <p:ph type="title"/>
          </p:nvPr>
        </p:nvSpPr>
        <p:spPr/>
        <p:txBody>
          <a:bodyPr>
            <a:normAutofit/>
          </a:bodyPr>
          <a:lstStyle/>
          <a:p>
            <a:r>
              <a:rPr lang="en-US" dirty="0"/>
              <a:t>Link Creation</a:t>
            </a:r>
            <a:endParaRPr lang="en-IN" dirty="0"/>
          </a:p>
        </p:txBody>
      </p:sp>
      <p:sp>
        <p:nvSpPr>
          <p:cNvPr id="3" name="Content Placeholder 2">
            <a:extLst>
              <a:ext uri="{FF2B5EF4-FFF2-40B4-BE49-F238E27FC236}">
                <a16:creationId xmlns:a16="http://schemas.microsoft.com/office/drawing/2014/main" id="{DA14BDF9-2C8E-E133-3031-3D35B8F24437}"/>
              </a:ext>
            </a:extLst>
          </p:cNvPr>
          <p:cNvSpPr>
            <a:spLocks noGrp="1"/>
          </p:cNvSpPr>
          <p:nvPr>
            <p:ph idx="1"/>
          </p:nvPr>
        </p:nvSpPr>
        <p:spPr/>
        <p:txBody>
          <a:bodyPr>
            <a:normAutofit fontScale="92500" lnSpcReduction="10000"/>
          </a:bodyPr>
          <a:lstStyle/>
          <a:p>
            <a:r>
              <a:rPr lang="en-US" dirty="0" err="1"/>
              <a:t>WebMvcLinkBuilder</a:t>
            </a:r>
            <a:r>
              <a:rPr lang="en-US" dirty="0"/>
              <a:t> simplifies the creation of links by avoiding hardcoded URIs and leveraging Spring MVC controller methods.</a:t>
            </a:r>
          </a:p>
          <a:p>
            <a:endParaRPr lang="en-US" dirty="0"/>
          </a:p>
          <a:p>
            <a:pPr marL="0" indent="0">
              <a:buNone/>
            </a:pPr>
            <a:r>
              <a:rPr lang="en-US" sz="2600" dirty="0"/>
              <a:t>import static </a:t>
            </a:r>
            <a:r>
              <a:rPr lang="en-US" sz="2600" dirty="0" err="1"/>
              <a:t>org.springframework.hateoas.server.mvc.WebMvcLinkBuilder</a:t>
            </a:r>
            <a:r>
              <a:rPr lang="en-US" sz="2600" dirty="0"/>
              <a:t>.*;</a:t>
            </a:r>
          </a:p>
          <a:p>
            <a:pPr marL="0" indent="0">
              <a:buNone/>
            </a:pPr>
            <a:endParaRPr lang="en-US" sz="2600" dirty="0"/>
          </a:p>
          <a:p>
            <a:pPr marL="0" indent="0">
              <a:buNone/>
            </a:pPr>
            <a:r>
              <a:rPr lang="en-US" sz="2600" dirty="0"/>
              <a:t>    Link </a:t>
            </a:r>
            <a:r>
              <a:rPr lang="en-US" sz="2600" dirty="0" err="1"/>
              <a:t>selfLink</a:t>
            </a:r>
            <a:r>
              <a:rPr lang="en-US" sz="2600" dirty="0"/>
              <a:t> = </a:t>
            </a:r>
            <a:r>
              <a:rPr lang="en-US" sz="2600" dirty="0" err="1"/>
              <a:t>linkTo</a:t>
            </a:r>
            <a:r>
              <a:rPr lang="en-US" sz="2600" dirty="0"/>
              <a:t>(</a:t>
            </a:r>
            <a:r>
              <a:rPr lang="en-US" sz="2600" dirty="0" err="1"/>
              <a:t>methodOn</a:t>
            </a:r>
            <a:r>
              <a:rPr lang="en-US" sz="2600" dirty="0"/>
              <a:t>(</a:t>
            </a:r>
            <a:r>
              <a:rPr lang="en-US" sz="2600" dirty="0" err="1"/>
              <a:t>MyController.class</a:t>
            </a:r>
            <a:r>
              <a:rPr lang="en-US" sz="2600" dirty="0"/>
              <a:t>).</a:t>
            </a:r>
            <a:r>
              <a:rPr lang="en-US" sz="2600" dirty="0" err="1"/>
              <a:t>getResource</a:t>
            </a:r>
            <a:r>
              <a:rPr lang="en-US" sz="2600" dirty="0"/>
              <a:t>(id)).</a:t>
            </a:r>
            <a:r>
              <a:rPr lang="en-US" sz="2600" dirty="0" err="1"/>
              <a:t>withSelfRel</a:t>
            </a:r>
            <a:r>
              <a:rPr lang="en-US" sz="2600" dirty="0"/>
              <a:t>();</a:t>
            </a:r>
          </a:p>
          <a:p>
            <a:pPr marL="0" indent="0">
              <a:buNone/>
            </a:pPr>
            <a:r>
              <a:rPr lang="en-US" sz="2600" dirty="0"/>
              <a:t>    Link </a:t>
            </a:r>
            <a:r>
              <a:rPr lang="en-US" sz="2600" dirty="0" err="1"/>
              <a:t>relatedLink</a:t>
            </a:r>
            <a:r>
              <a:rPr lang="en-US" sz="2600" dirty="0"/>
              <a:t> = </a:t>
            </a:r>
            <a:r>
              <a:rPr lang="en-US" sz="2600" dirty="0" err="1"/>
              <a:t>linkTo</a:t>
            </a:r>
            <a:r>
              <a:rPr lang="en-US" sz="2600" dirty="0"/>
              <a:t>(</a:t>
            </a:r>
            <a:r>
              <a:rPr lang="en-US" sz="2600" dirty="0" err="1"/>
              <a:t>methodOn</a:t>
            </a:r>
            <a:r>
              <a:rPr lang="en-US" sz="2600" dirty="0"/>
              <a:t>(</a:t>
            </a:r>
            <a:r>
              <a:rPr lang="en-US" sz="2600" dirty="0" err="1"/>
              <a:t>MyController.class</a:t>
            </a:r>
            <a:r>
              <a:rPr lang="en-US" sz="2600" dirty="0"/>
              <a:t>).</a:t>
            </a:r>
            <a:r>
              <a:rPr lang="en-US" sz="2600" dirty="0" err="1"/>
              <a:t>getRelatedResource</a:t>
            </a:r>
            <a:r>
              <a:rPr lang="en-US" sz="2600" dirty="0"/>
              <a:t>(id)).</a:t>
            </a:r>
            <a:r>
              <a:rPr lang="en-US" sz="2600" dirty="0" err="1"/>
              <a:t>withRel</a:t>
            </a:r>
            <a:r>
              <a:rPr lang="en-US" sz="2600" dirty="0"/>
              <a:t>("related");</a:t>
            </a:r>
            <a:br>
              <a:rPr lang="en-US" sz="2600" dirty="0"/>
            </a:br>
            <a:endParaRPr lang="en-IN" sz="2600" dirty="0"/>
          </a:p>
        </p:txBody>
      </p:sp>
    </p:spTree>
    <p:extLst>
      <p:ext uri="{BB962C8B-B14F-4D97-AF65-F5344CB8AC3E}">
        <p14:creationId xmlns:p14="http://schemas.microsoft.com/office/powerpoint/2010/main" val="1883561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09F77DE-3A1C-D47B-FE33-7E1579F16F79}"/>
              </a:ext>
            </a:extLst>
          </p:cNvPr>
          <p:cNvSpPr>
            <a:spLocks noGrp="1"/>
          </p:cNvSpPr>
          <p:nvPr>
            <p:ph sz="half" idx="1"/>
          </p:nvPr>
        </p:nvSpPr>
        <p:spPr>
          <a:xfrm>
            <a:off x="838200" y="1251857"/>
            <a:ext cx="5181600" cy="4925106"/>
          </a:xfrm>
        </p:spPr>
        <p:txBody>
          <a:bodyPr>
            <a:normAutofit/>
          </a:bodyPr>
          <a:lstStyle/>
          <a:p>
            <a:pPr marL="0" indent="0">
              <a:buNone/>
            </a:pPr>
            <a:r>
              <a:rPr lang="en-US" dirty="0"/>
              <a:t>Without </a:t>
            </a:r>
            <a:r>
              <a:rPr lang="en-US" dirty="0" err="1"/>
              <a:t>hateos</a:t>
            </a:r>
            <a:br>
              <a:rPr lang="en-US" dirty="0"/>
            </a:br>
            <a:r>
              <a:rPr lang="en-US" sz="2000" dirty="0"/>
              <a:t>@GetMapping("/customer")</a:t>
            </a:r>
          </a:p>
          <a:p>
            <a:pPr marL="0" indent="0">
              <a:buNone/>
            </a:pPr>
            <a:r>
              <a:rPr lang="en-US" sz="2000" dirty="0"/>
              <a:t>   public List&lt;Customer&gt; </a:t>
            </a:r>
            <a:r>
              <a:rPr lang="en-US" sz="2000" dirty="0" err="1"/>
              <a:t>getAll</a:t>
            </a:r>
            <a:r>
              <a:rPr lang="en-US" sz="2000" dirty="0"/>
              <a:t>() {</a:t>
            </a:r>
          </a:p>
          <a:p>
            <a:pPr marL="0" indent="0">
              <a:buNone/>
            </a:pPr>
            <a:r>
              <a:rPr lang="en-US" sz="2000" dirty="0"/>
              <a:t>        return </a:t>
            </a:r>
            <a:r>
              <a:rPr lang="en-US" sz="2000" dirty="0" err="1"/>
              <a:t>customerService.getAll</a:t>
            </a:r>
            <a:r>
              <a:rPr lang="en-US" sz="2000" dirty="0"/>
              <a:t>();</a:t>
            </a:r>
          </a:p>
          <a:p>
            <a:pPr marL="0" indent="0">
              <a:buNone/>
            </a:pPr>
            <a:r>
              <a:rPr lang="en-US" sz="2000" dirty="0"/>
              <a:t>    }</a:t>
            </a:r>
          </a:p>
          <a:p>
            <a:pPr marL="0" indent="0">
              <a:buNone/>
            </a:pPr>
            <a:endParaRPr lang="en-US" sz="2000" dirty="0"/>
          </a:p>
          <a:p>
            <a:pPr marL="0" indent="0">
              <a:buNone/>
            </a:pPr>
            <a:r>
              <a:rPr lang="en-US" sz="2000" dirty="0"/>
              <a:t>No link will be generated</a:t>
            </a:r>
            <a:endParaRPr lang="en-IN" sz="2000" dirty="0"/>
          </a:p>
        </p:txBody>
      </p:sp>
      <p:sp>
        <p:nvSpPr>
          <p:cNvPr id="5" name="Content Placeholder 4">
            <a:extLst>
              <a:ext uri="{FF2B5EF4-FFF2-40B4-BE49-F238E27FC236}">
                <a16:creationId xmlns:a16="http://schemas.microsoft.com/office/drawing/2014/main" id="{7E31CF80-E5F0-DDD2-AF24-FB8812773672}"/>
              </a:ext>
            </a:extLst>
          </p:cNvPr>
          <p:cNvSpPr>
            <a:spLocks noGrp="1"/>
          </p:cNvSpPr>
          <p:nvPr>
            <p:ph sz="half" idx="2"/>
          </p:nvPr>
        </p:nvSpPr>
        <p:spPr>
          <a:xfrm>
            <a:off x="5047488" y="223610"/>
            <a:ext cx="6306312" cy="6524661"/>
          </a:xfrm>
        </p:spPr>
        <p:txBody>
          <a:bodyPr>
            <a:normAutofit/>
          </a:bodyPr>
          <a:lstStyle/>
          <a:p>
            <a:r>
              <a:rPr lang="en-US" dirty="0"/>
              <a:t>With </a:t>
            </a:r>
            <a:r>
              <a:rPr lang="en-US" dirty="0" err="1"/>
              <a:t>hateos</a:t>
            </a:r>
            <a:endParaRPr lang="en-US" dirty="0"/>
          </a:p>
          <a:p>
            <a:pPr marL="0" indent="0">
              <a:buNone/>
            </a:pPr>
            <a:r>
              <a:rPr lang="en-US" sz="2000" dirty="0"/>
              <a:t>public </a:t>
            </a:r>
            <a:r>
              <a:rPr lang="en-US" sz="2000" dirty="0" err="1"/>
              <a:t>CollectionModel</a:t>
            </a:r>
            <a:r>
              <a:rPr lang="en-US" sz="2000" dirty="0"/>
              <a:t>&lt;</a:t>
            </a:r>
            <a:r>
              <a:rPr lang="en-US" sz="2000" dirty="0" err="1"/>
              <a:t>EntityModel</a:t>
            </a:r>
            <a:r>
              <a:rPr lang="en-US" sz="2000" dirty="0"/>
              <a:t>&lt;Customer&gt;&gt; </a:t>
            </a:r>
            <a:r>
              <a:rPr lang="en-US" sz="2000" dirty="0" err="1"/>
              <a:t>getAll</a:t>
            </a:r>
            <a:r>
              <a:rPr lang="en-US" sz="2000" dirty="0"/>
              <a:t>() {</a:t>
            </a:r>
          </a:p>
          <a:p>
            <a:pPr marL="0" indent="0">
              <a:buNone/>
            </a:pPr>
            <a:r>
              <a:rPr lang="en-US" sz="2000" dirty="0"/>
              <a:t>        List&lt;</a:t>
            </a:r>
            <a:r>
              <a:rPr lang="en-US" sz="2000" dirty="0" err="1"/>
              <a:t>EntityModel</a:t>
            </a:r>
            <a:r>
              <a:rPr lang="en-US" sz="2000" dirty="0"/>
              <a:t>&lt;</a:t>
            </a:r>
            <a:r>
              <a:rPr lang="en-US" sz="2000" dirty="0" err="1"/>
              <a:t>com.cts.model.Customer</a:t>
            </a:r>
            <a:r>
              <a:rPr lang="en-US" sz="2000" dirty="0"/>
              <a:t>&gt;&gt; customers = </a:t>
            </a:r>
            <a:r>
              <a:rPr lang="en-US" sz="2000" dirty="0" err="1"/>
              <a:t>customerService.getAll</a:t>
            </a:r>
            <a:r>
              <a:rPr lang="en-US" sz="2000" dirty="0"/>
              <a:t>().stream()</a:t>
            </a:r>
          </a:p>
          <a:p>
            <a:pPr marL="0" indent="0">
              <a:buNone/>
            </a:pPr>
            <a:r>
              <a:rPr lang="en-US" sz="2000" dirty="0"/>
              <a:t>                .map(customer -&gt; </a:t>
            </a:r>
            <a:r>
              <a:rPr lang="en-US" sz="2000" dirty="0" err="1"/>
              <a:t>EntityModel.of</a:t>
            </a:r>
            <a:r>
              <a:rPr lang="en-US" sz="2000" dirty="0"/>
              <a:t>(customer,</a:t>
            </a:r>
          </a:p>
          <a:p>
            <a:pPr marL="0" indent="0">
              <a:buNone/>
            </a:pPr>
            <a:r>
              <a:rPr lang="en-US" sz="2000" dirty="0"/>
              <a:t>                        </a:t>
            </a:r>
            <a:r>
              <a:rPr lang="en-US" sz="2000" dirty="0" err="1"/>
              <a:t>linkTo</a:t>
            </a:r>
            <a:r>
              <a:rPr lang="en-US" sz="2000" dirty="0"/>
              <a:t>(</a:t>
            </a:r>
            <a:r>
              <a:rPr lang="en-US" sz="2000" dirty="0" err="1"/>
              <a:t>methodOn</a:t>
            </a:r>
            <a:r>
              <a:rPr lang="en-US" sz="2000" dirty="0"/>
              <a:t>(</a:t>
            </a:r>
            <a:r>
              <a:rPr lang="en-US" sz="2000" dirty="0" err="1"/>
              <a:t>CustomerController.class</a:t>
            </a:r>
            <a:r>
              <a:rPr lang="en-US" sz="2000" dirty="0"/>
              <a:t>).</a:t>
            </a:r>
            <a:r>
              <a:rPr lang="en-US" sz="2000" dirty="0" err="1"/>
              <a:t>searchCustomerById</a:t>
            </a:r>
            <a:r>
              <a:rPr lang="en-US" sz="2000" dirty="0"/>
              <a:t>(</a:t>
            </a:r>
            <a:r>
              <a:rPr lang="en-US" sz="2000" dirty="0" err="1"/>
              <a:t>customer.getId</a:t>
            </a:r>
            <a:r>
              <a:rPr lang="en-US" sz="2000" dirty="0"/>
              <a:t>())).</a:t>
            </a:r>
            <a:r>
              <a:rPr lang="en-US" sz="2000" dirty="0" err="1"/>
              <a:t>withSelfRel</a:t>
            </a:r>
            <a:r>
              <a:rPr lang="en-US" sz="2000" dirty="0"/>
              <a:t>()</a:t>
            </a:r>
          </a:p>
          <a:p>
            <a:pPr marL="0" indent="0">
              <a:buNone/>
            </a:pPr>
            <a:r>
              <a:rPr lang="en-US" sz="2000" dirty="0"/>
              <a:t>                ))</a:t>
            </a:r>
          </a:p>
          <a:p>
            <a:pPr marL="0" indent="0">
              <a:buNone/>
            </a:pPr>
            <a:r>
              <a:rPr lang="en-US" sz="2000" dirty="0"/>
              <a:t>                .collect(</a:t>
            </a:r>
            <a:r>
              <a:rPr lang="en-US" sz="2000" dirty="0" err="1"/>
              <a:t>Collectors.toList</a:t>
            </a:r>
            <a:r>
              <a:rPr lang="en-US" sz="2000" dirty="0"/>
              <a:t>());</a:t>
            </a:r>
          </a:p>
          <a:p>
            <a:pPr marL="0" indent="0">
              <a:buNone/>
            </a:pPr>
            <a:endParaRPr lang="en-US" sz="2000" dirty="0"/>
          </a:p>
          <a:p>
            <a:pPr marL="0" indent="0">
              <a:buNone/>
            </a:pPr>
            <a:r>
              <a:rPr lang="en-US" sz="2000" dirty="0"/>
              <a:t>        return </a:t>
            </a:r>
            <a:r>
              <a:rPr lang="en-US" sz="2000" dirty="0" err="1"/>
              <a:t>CollectionModel.of</a:t>
            </a:r>
            <a:r>
              <a:rPr lang="en-US" sz="2000" dirty="0"/>
              <a:t>(customers, </a:t>
            </a:r>
            <a:r>
              <a:rPr lang="en-US" sz="2000" dirty="0" err="1"/>
              <a:t>linkTo</a:t>
            </a:r>
            <a:r>
              <a:rPr lang="en-US" sz="2000" dirty="0"/>
              <a:t>(</a:t>
            </a:r>
            <a:r>
              <a:rPr lang="en-US" sz="2000" dirty="0" err="1"/>
              <a:t>methodOn</a:t>
            </a:r>
            <a:r>
              <a:rPr lang="en-US" sz="2000" dirty="0"/>
              <a:t>(</a:t>
            </a:r>
            <a:r>
              <a:rPr lang="en-US" sz="2000" dirty="0" err="1"/>
              <a:t>CustomerController.class</a:t>
            </a:r>
            <a:r>
              <a:rPr lang="en-US" sz="2000" dirty="0"/>
              <a:t>).</a:t>
            </a:r>
            <a:r>
              <a:rPr lang="en-US" sz="2000" dirty="0" err="1"/>
              <a:t>getAll</a:t>
            </a:r>
            <a:r>
              <a:rPr lang="en-US" sz="2000" dirty="0"/>
              <a:t>()).</a:t>
            </a:r>
            <a:r>
              <a:rPr lang="en-US" sz="2000" dirty="0" err="1"/>
              <a:t>withSelfRel</a:t>
            </a:r>
            <a:r>
              <a:rPr lang="en-US" sz="2000" dirty="0"/>
              <a:t>());</a:t>
            </a:r>
          </a:p>
          <a:p>
            <a:pPr marL="0" indent="0">
              <a:buNone/>
            </a:pPr>
            <a:r>
              <a:rPr lang="en-US" sz="2000" dirty="0"/>
              <a:t>    }</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991468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D3D2C3-6E9A-C5DB-7EB8-8D4DF2C6ECC5}"/>
              </a:ext>
            </a:extLst>
          </p:cNvPr>
          <p:cNvSpPr>
            <a:spLocks noGrp="1"/>
          </p:cNvSpPr>
          <p:nvPr>
            <p:ph sz="half" idx="1"/>
          </p:nvPr>
        </p:nvSpPr>
        <p:spPr>
          <a:xfrm>
            <a:off x="838200" y="438912"/>
            <a:ext cx="5181600" cy="5738051"/>
          </a:xfrm>
        </p:spPr>
        <p:txBody>
          <a:bodyPr>
            <a:normAutofit/>
          </a:bodyPr>
          <a:lstStyle/>
          <a:p>
            <a:pPr marL="0" indent="0">
              <a:buNone/>
            </a:pPr>
            <a:r>
              <a:rPr lang="en-US" sz="2000" dirty="0"/>
              <a:t>  @GetMapping("/customer/{id}")</a:t>
            </a:r>
          </a:p>
          <a:p>
            <a:pPr marL="0" indent="0">
              <a:buNone/>
            </a:pPr>
            <a:r>
              <a:rPr lang="en-US" sz="2000" dirty="0"/>
              <a:t>    public Customer </a:t>
            </a:r>
            <a:r>
              <a:rPr lang="en-US" sz="2000" dirty="0" err="1"/>
              <a:t>searchCustomerById</a:t>
            </a:r>
            <a:r>
              <a:rPr lang="en-US" sz="2000" dirty="0"/>
              <a:t>(@PathVariable Integer id) {</a:t>
            </a:r>
          </a:p>
          <a:p>
            <a:pPr marL="0" indent="0">
              <a:buNone/>
            </a:pPr>
            <a:r>
              <a:rPr lang="en-US" sz="2000" dirty="0"/>
              <a:t>        return </a:t>
            </a:r>
            <a:r>
              <a:rPr lang="en-US" sz="2000" dirty="0" err="1"/>
              <a:t>customerService.searchCustomerById</a:t>
            </a:r>
            <a:r>
              <a:rPr lang="en-US" sz="2000" dirty="0"/>
              <a:t>(id);</a:t>
            </a:r>
          </a:p>
          <a:p>
            <a:pPr marL="0" indent="0">
              <a:buNone/>
            </a:pPr>
            <a:r>
              <a:rPr lang="en-US" sz="2000" dirty="0"/>
              <a:t>    }</a:t>
            </a:r>
          </a:p>
          <a:p>
            <a:pPr marL="0" indent="0">
              <a:buNone/>
            </a:pPr>
            <a:endParaRPr lang="en-IN" sz="2000" dirty="0"/>
          </a:p>
        </p:txBody>
      </p:sp>
      <p:sp>
        <p:nvSpPr>
          <p:cNvPr id="4" name="Content Placeholder 3">
            <a:extLst>
              <a:ext uri="{FF2B5EF4-FFF2-40B4-BE49-F238E27FC236}">
                <a16:creationId xmlns:a16="http://schemas.microsoft.com/office/drawing/2014/main" id="{71EE82F8-F004-F4A8-45C5-AF7787A782EC}"/>
              </a:ext>
            </a:extLst>
          </p:cNvPr>
          <p:cNvSpPr>
            <a:spLocks noGrp="1"/>
          </p:cNvSpPr>
          <p:nvPr>
            <p:ph sz="half" idx="2"/>
          </p:nvPr>
        </p:nvSpPr>
        <p:spPr>
          <a:xfrm>
            <a:off x="6172200" y="612648"/>
            <a:ext cx="5181600" cy="5564315"/>
          </a:xfrm>
        </p:spPr>
        <p:txBody>
          <a:bodyPr>
            <a:normAutofit/>
          </a:bodyPr>
          <a:lstStyle/>
          <a:p>
            <a:pPr marL="0" indent="0">
              <a:buNone/>
            </a:pPr>
            <a:r>
              <a:rPr lang="en-IN" sz="1800" dirty="0"/>
              <a:t> @GetMapping("/customer/{id}")</a:t>
            </a:r>
          </a:p>
          <a:p>
            <a:pPr marL="0" indent="0">
              <a:buNone/>
            </a:pPr>
            <a:r>
              <a:rPr lang="en-IN" sz="1800" dirty="0"/>
              <a:t>    public </a:t>
            </a:r>
            <a:r>
              <a:rPr lang="en-IN" sz="1800" dirty="0" err="1"/>
              <a:t>EntityModel</a:t>
            </a:r>
            <a:r>
              <a:rPr lang="en-IN" sz="1800" dirty="0"/>
              <a:t>&lt;Customer&gt; </a:t>
            </a:r>
            <a:r>
              <a:rPr lang="en-IN" sz="1800" dirty="0" err="1"/>
              <a:t>searchCustomerById</a:t>
            </a:r>
            <a:r>
              <a:rPr lang="en-IN" sz="1800" dirty="0"/>
              <a:t>(@PathVariable Integer id) {</a:t>
            </a:r>
          </a:p>
          <a:p>
            <a:pPr marL="0" indent="0">
              <a:buNone/>
            </a:pPr>
            <a:r>
              <a:rPr lang="en-IN" sz="1800" dirty="0"/>
              <a:t>        var customer = </a:t>
            </a:r>
            <a:r>
              <a:rPr lang="en-IN" sz="1800" dirty="0" err="1"/>
              <a:t>customerService.searchCustomerById</a:t>
            </a:r>
            <a:r>
              <a:rPr lang="en-IN" sz="1800" dirty="0"/>
              <a:t>(id);</a:t>
            </a:r>
          </a:p>
          <a:p>
            <a:pPr marL="0" indent="0">
              <a:buNone/>
            </a:pPr>
            <a:r>
              <a:rPr lang="en-IN" sz="1800" dirty="0"/>
              <a:t>        return </a:t>
            </a:r>
            <a:r>
              <a:rPr lang="en-IN" sz="1800" dirty="0" err="1"/>
              <a:t>EntityModel.of</a:t>
            </a:r>
            <a:r>
              <a:rPr lang="en-IN" sz="1800" dirty="0"/>
              <a:t>(customer,</a:t>
            </a:r>
          </a:p>
          <a:p>
            <a:pPr marL="0" indent="0">
              <a:buNone/>
            </a:pPr>
            <a:r>
              <a:rPr lang="en-IN" sz="1800" dirty="0" err="1"/>
              <a:t>linkTo</a:t>
            </a:r>
            <a:r>
              <a:rPr lang="en-IN" sz="1800" dirty="0"/>
              <a:t>(</a:t>
            </a:r>
            <a:r>
              <a:rPr lang="en-IN" sz="1800" dirty="0" err="1"/>
              <a:t>methodOn</a:t>
            </a:r>
            <a:r>
              <a:rPr lang="en-IN" sz="1800" dirty="0"/>
              <a:t>(</a:t>
            </a:r>
            <a:r>
              <a:rPr lang="en-IN" sz="1800" dirty="0" err="1"/>
              <a:t>CustomerController.class</a:t>
            </a:r>
            <a:r>
              <a:rPr lang="en-IN" sz="1800" dirty="0"/>
              <a:t>).</a:t>
            </a:r>
            <a:r>
              <a:rPr lang="en-IN" sz="1800" dirty="0" err="1"/>
              <a:t>searchCustomerById</a:t>
            </a:r>
            <a:r>
              <a:rPr lang="en-IN" sz="1800" dirty="0"/>
              <a:t>(id)).</a:t>
            </a:r>
            <a:r>
              <a:rPr lang="en-IN" sz="1800" dirty="0" err="1"/>
              <a:t>withSelfRel</a:t>
            </a:r>
            <a:r>
              <a:rPr lang="en-IN" sz="1800" dirty="0"/>
              <a:t>(),</a:t>
            </a:r>
          </a:p>
          <a:p>
            <a:pPr marL="0" indent="0">
              <a:buNone/>
            </a:pPr>
            <a:r>
              <a:rPr lang="en-IN" sz="1800" dirty="0"/>
              <a:t>                </a:t>
            </a:r>
            <a:r>
              <a:rPr lang="en-IN" sz="1800" dirty="0" err="1"/>
              <a:t>linkTo</a:t>
            </a:r>
            <a:r>
              <a:rPr lang="en-IN" sz="1800" dirty="0"/>
              <a:t>(</a:t>
            </a:r>
            <a:r>
              <a:rPr lang="en-IN" sz="1800" dirty="0" err="1"/>
              <a:t>methodOn</a:t>
            </a:r>
            <a:r>
              <a:rPr lang="en-IN" sz="1800" dirty="0"/>
              <a:t>(</a:t>
            </a:r>
            <a:r>
              <a:rPr lang="en-IN" sz="1800" dirty="0" err="1"/>
              <a:t>CustomerController.class</a:t>
            </a:r>
            <a:r>
              <a:rPr lang="en-IN" sz="1800" dirty="0"/>
              <a:t>).</a:t>
            </a:r>
            <a:r>
              <a:rPr lang="en-IN" sz="1800" dirty="0" err="1"/>
              <a:t>getAll</a:t>
            </a:r>
            <a:r>
              <a:rPr lang="en-IN" sz="1800" dirty="0"/>
              <a:t>()).</a:t>
            </a:r>
            <a:r>
              <a:rPr lang="en-IN" sz="1800" dirty="0" err="1"/>
              <a:t>withRel</a:t>
            </a:r>
            <a:r>
              <a:rPr lang="en-IN" sz="1800" dirty="0"/>
              <a:t>("customers"));</a:t>
            </a:r>
          </a:p>
          <a:p>
            <a:pPr marL="0" indent="0">
              <a:buNone/>
            </a:pPr>
            <a:endParaRPr lang="en-IN" sz="1800" dirty="0"/>
          </a:p>
          <a:p>
            <a:pPr marL="0" indent="0">
              <a:buNone/>
            </a:pPr>
            <a:r>
              <a:rPr lang="en-IN" sz="1800" dirty="0"/>
              <a:t>    }</a:t>
            </a:r>
          </a:p>
        </p:txBody>
      </p:sp>
    </p:spTree>
    <p:extLst>
      <p:ext uri="{BB962C8B-B14F-4D97-AF65-F5344CB8AC3E}">
        <p14:creationId xmlns:p14="http://schemas.microsoft.com/office/powerpoint/2010/main" val="108043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8E3F6-7F70-8D5C-A2A7-A36D857FC7F8}"/>
              </a:ext>
            </a:extLst>
          </p:cNvPr>
          <p:cNvSpPr>
            <a:spLocks noGrp="1"/>
          </p:cNvSpPr>
          <p:nvPr>
            <p:ph type="title"/>
          </p:nvPr>
        </p:nvSpPr>
        <p:spPr>
          <a:xfrm>
            <a:off x="609600" y="274320"/>
            <a:ext cx="10515600" cy="338328"/>
          </a:xfrm>
        </p:spPr>
        <p:txBody>
          <a:bodyPr>
            <a:normAutofit fontScale="90000"/>
          </a:bodyPr>
          <a:lstStyle/>
          <a:p>
            <a:r>
              <a:rPr lang="en-US" dirty="0"/>
              <a:t>output</a:t>
            </a:r>
            <a:endParaRPr lang="en-IN" dirty="0"/>
          </a:p>
        </p:txBody>
      </p:sp>
      <p:sp>
        <p:nvSpPr>
          <p:cNvPr id="3" name="Content Placeholder 2">
            <a:extLst>
              <a:ext uri="{FF2B5EF4-FFF2-40B4-BE49-F238E27FC236}">
                <a16:creationId xmlns:a16="http://schemas.microsoft.com/office/drawing/2014/main" id="{DBC3ECE7-E243-CB66-591A-D98B38759CB1}"/>
              </a:ext>
            </a:extLst>
          </p:cNvPr>
          <p:cNvSpPr>
            <a:spLocks noGrp="1"/>
          </p:cNvSpPr>
          <p:nvPr>
            <p:ph sz="half" idx="1"/>
          </p:nvPr>
        </p:nvSpPr>
        <p:spPr>
          <a:xfrm>
            <a:off x="838200" y="749808"/>
            <a:ext cx="5181600" cy="6108192"/>
          </a:xfrm>
        </p:spPr>
        <p:txBody>
          <a:bodyPr>
            <a:normAutofit fontScale="25000" lnSpcReduction="20000"/>
          </a:bodyPr>
          <a:lstStyle/>
          <a:p>
            <a:pPr marL="0" indent="0">
              <a:buNone/>
            </a:pPr>
            <a:r>
              <a:rPr lang="en-IN" b="1" dirty="0">
                <a:hlinkClick r:id="rId2"/>
              </a:rPr>
              <a:t>http://localhost:8080/customer</a:t>
            </a:r>
            <a:br>
              <a:rPr lang="en-IN" b="1" dirty="0"/>
            </a:br>
            <a:br>
              <a:rPr lang="en-IN" b="1" dirty="0"/>
            </a:br>
            <a:r>
              <a:rPr lang="en-IN" b="1" dirty="0"/>
              <a:t>{</a:t>
            </a:r>
          </a:p>
          <a:p>
            <a:pPr marL="0" indent="0">
              <a:buNone/>
            </a:pPr>
            <a:r>
              <a:rPr lang="en-IN" b="1" dirty="0"/>
              <a:t>  "_embedded": {</a:t>
            </a:r>
          </a:p>
          <a:p>
            <a:pPr marL="0" indent="0">
              <a:buNone/>
            </a:pPr>
            <a:r>
              <a:rPr lang="en-IN" b="1" dirty="0"/>
              <a:t>    "</a:t>
            </a:r>
            <a:r>
              <a:rPr lang="en-IN" b="1" dirty="0" err="1"/>
              <a:t>customerList</a:t>
            </a:r>
            <a:r>
              <a:rPr lang="en-IN" b="1" dirty="0"/>
              <a:t>": [</a:t>
            </a:r>
          </a:p>
          <a:p>
            <a:pPr marL="0" indent="0">
              <a:buNone/>
            </a:pPr>
            <a:r>
              <a:rPr lang="en-IN" b="1" dirty="0"/>
              <a:t>      {</a:t>
            </a:r>
          </a:p>
          <a:p>
            <a:pPr marL="0" indent="0">
              <a:buNone/>
            </a:pPr>
            <a:r>
              <a:rPr lang="en-IN" b="1" dirty="0"/>
              <a:t>        "id": 1,</a:t>
            </a:r>
          </a:p>
          <a:p>
            <a:pPr marL="0" indent="0">
              <a:buNone/>
            </a:pPr>
            <a:r>
              <a:rPr lang="en-IN" b="1" dirty="0"/>
              <a:t>        "name": "string",</a:t>
            </a:r>
          </a:p>
          <a:p>
            <a:pPr marL="0" indent="0">
              <a:buNone/>
            </a:pPr>
            <a:r>
              <a:rPr lang="en-IN" b="1" dirty="0"/>
              <a:t>        "salary": 0.1,</a:t>
            </a:r>
          </a:p>
          <a:p>
            <a:pPr marL="0" indent="0">
              <a:buNone/>
            </a:pPr>
            <a:r>
              <a:rPr lang="en-IN" b="1" dirty="0"/>
              <a:t>        "dob": "2025-10-14",</a:t>
            </a:r>
          </a:p>
          <a:p>
            <a:pPr marL="0" indent="0">
              <a:buNone/>
            </a:pPr>
            <a:r>
              <a:rPr lang="en-IN" b="1" dirty="0"/>
              <a:t>        "address": {</a:t>
            </a:r>
          </a:p>
          <a:p>
            <a:pPr marL="0" indent="0">
              <a:buNone/>
            </a:pPr>
            <a:r>
              <a:rPr lang="en-IN" b="1" dirty="0"/>
              <a:t>          "</a:t>
            </a:r>
            <a:r>
              <a:rPr lang="en-IN" b="1" dirty="0" err="1"/>
              <a:t>addrId</a:t>
            </a:r>
            <a:r>
              <a:rPr lang="en-IN" b="1" dirty="0"/>
              <a:t>": 1,</a:t>
            </a:r>
          </a:p>
          <a:p>
            <a:pPr marL="0" indent="0">
              <a:buNone/>
            </a:pPr>
            <a:r>
              <a:rPr lang="en-IN" b="1" dirty="0"/>
              <a:t>          "street": "string",</a:t>
            </a:r>
          </a:p>
          <a:p>
            <a:pPr marL="0" indent="0">
              <a:buNone/>
            </a:pPr>
            <a:r>
              <a:rPr lang="en-IN" b="1" dirty="0"/>
              <a:t>          "city": "string",</a:t>
            </a:r>
          </a:p>
          <a:p>
            <a:pPr marL="0" indent="0">
              <a:buNone/>
            </a:pPr>
            <a:r>
              <a:rPr lang="en-IN" b="1" dirty="0"/>
              <a:t>          "state": "string"</a:t>
            </a:r>
          </a:p>
          <a:p>
            <a:pPr marL="0" indent="0">
              <a:buNone/>
            </a:pPr>
            <a:r>
              <a:rPr lang="en-IN" b="1" dirty="0"/>
              <a:t>        },</a:t>
            </a:r>
          </a:p>
          <a:p>
            <a:pPr marL="0" indent="0">
              <a:buNone/>
            </a:pPr>
            <a:r>
              <a:rPr lang="en-IN" b="1" dirty="0"/>
              <a:t>        "</a:t>
            </a:r>
            <a:r>
              <a:rPr lang="en-IN" b="1" dirty="0" err="1"/>
              <a:t>carSet</a:t>
            </a:r>
            <a:r>
              <a:rPr lang="en-IN" b="1" dirty="0"/>
              <a:t>": [],</a:t>
            </a:r>
          </a:p>
          <a:p>
            <a:pPr marL="0" indent="0">
              <a:buNone/>
            </a:pPr>
            <a:r>
              <a:rPr lang="en-IN" b="1" dirty="0"/>
              <a:t>        "_links": {</a:t>
            </a:r>
          </a:p>
          <a:p>
            <a:pPr marL="0" indent="0">
              <a:buNone/>
            </a:pPr>
            <a:r>
              <a:rPr lang="en-IN" b="1" dirty="0"/>
              <a:t>          "self": {</a:t>
            </a:r>
          </a:p>
          <a:p>
            <a:pPr marL="0" indent="0">
              <a:buNone/>
            </a:pPr>
            <a:r>
              <a:rPr lang="en-IN" b="1" dirty="0"/>
              <a:t>            "</a:t>
            </a:r>
            <a:r>
              <a:rPr lang="en-IN" b="1" dirty="0" err="1"/>
              <a:t>href</a:t>
            </a:r>
            <a:r>
              <a:rPr lang="en-IN" b="1" dirty="0"/>
              <a:t>": "http://localhost:8080/customer/1"</a:t>
            </a:r>
          </a:p>
          <a:p>
            <a:pPr marL="0" indent="0">
              <a:buNone/>
            </a:pPr>
            <a:r>
              <a:rPr lang="en-IN" b="1" dirty="0"/>
              <a:t>          }</a:t>
            </a:r>
          </a:p>
          <a:p>
            <a:pPr marL="0" indent="0">
              <a:buNone/>
            </a:pPr>
            <a:r>
              <a:rPr lang="en-IN" b="1" dirty="0"/>
              <a:t>        }</a:t>
            </a:r>
          </a:p>
          <a:p>
            <a:pPr marL="0" indent="0">
              <a:buNone/>
            </a:pPr>
            <a:r>
              <a:rPr lang="en-IN" b="1" dirty="0"/>
              <a:t>      }</a:t>
            </a:r>
          </a:p>
          <a:p>
            <a:pPr marL="0" indent="0">
              <a:buNone/>
            </a:pPr>
            <a:r>
              <a:rPr lang="en-IN" b="1" dirty="0"/>
              <a:t>    ]</a:t>
            </a:r>
          </a:p>
          <a:p>
            <a:pPr marL="0" indent="0">
              <a:buNone/>
            </a:pPr>
            <a:r>
              <a:rPr lang="en-IN" b="1" dirty="0"/>
              <a:t>  },</a:t>
            </a:r>
          </a:p>
          <a:p>
            <a:pPr marL="0" indent="0">
              <a:buNone/>
            </a:pPr>
            <a:r>
              <a:rPr lang="en-IN" b="1" dirty="0"/>
              <a:t>  "_links": {</a:t>
            </a:r>
          </a:p>
          <a:p>
            <a:pPr marL="0" indent="0">
              <a:buNone/>
            </a:pPr>
            <a:r>
              <a:rPr lang="en-IN" b="1" dirty="0"/>
              <a:t>    "self": {</a:t>
            </a:r>
          </a:p>
          <a:p>
            <a:pPr marL="0" indent="0">
              <a:buNone/>
            </a:pPr>
            <a:r>
              <a:rPr lang="en-IN" b="1" dirty="0"/>
              <a:t>      "</a:t>
            </a:r>
            <a:r>
              <a:rPr lang="en-IN" b="1" dirty="0" err="1"/>
              <a:t>href</a:t>
            </a:r>
            <a:r>
              <a:rPr lang="en-IN" b="1" dirty="0"/>
              <a:t>": "http://localhost:8080/customer"</a:t>
            </a:r>
          </a:p>
          <a:p>
            <a:pPr marL="0" indent="0">
              <a:buNone/>
            </a:pPr>
            <a:r>
              <a:rPr lang="en-IN" b="1" dirty="0"/>
              <a:t>    }</a:t>
            </a:r>
          </a:p>
          <a:p>
            <a:pPr marL="0" indent="0">
              <a:buNone/>
            </a:pPr>
            <a:r>
              <a:rPr lang="en-IN" b="1" dirty="0"/>
              <a:t>  }</a:t>
            </a:r>
          </a:p>
          <a:p>
            <a:pPr marL="0" indent="0">
              <a:buNone/>
            </a:pPr>
            <a:r>
              <a:rPr lang="en-IN" b="1" dirty="0"/>
              <a:t>}</a:t>
            </a:r>
          </a:p>
          <a:p>
            <a:pPr marL="0" indent="0">
              <a:buNone/>
            </a:pPr>
            <a:endParaRPr lang="en-IN" b="1" dirty="0"/>
          </a:p>
          <a:p>
            <a:pPr marL="0" indent="0">
              <a:buNone/>
            </a:pPr>
            <a:endParaRPr lang="en-IN" b="1" dirty="0"/>
          </a:p>
        </p:txBody>
      </p:sp>
      <p:sp>
        <p:nvSpPr>
          <p:cNvPr id="4" name="Content Placeholder 3">
            <a:extLst>
              <a:ext uri="{FF2B5EF4-FFF2-40B4-BE49-F238E27FC236}">
                <a16:creationId xmlns:a16="http://schemas.microsoft.com/office/drawing/2014/main" id="{B4DC7871-F707-7ACB-6AFE-61B5150EC709}"/>
              </a:ext>
            </a:extLst>
          </p:cNvPr>
          <p:cNvSpPr>
            <a:spLocks noGrp="1"/>
          </p:cNvSpPr>
          <p:nvPr>
            <p:ph sz="half" idx="2"/>
          </p:nvPr>
        </p:nvSpPr>
        <p:spPr>
          <a:xfrm>
            <a:off x="6172200" y="68771"/>
            <a:ext cx="5181600" cy="6108192"/>
          </a:xfrm>
        </p:spPr>
        <p:txBody>
          <a:bodyPr>
            <a:noAutofit/>
          </a:bodyPr>
          <a:lstStyle/>
          <a:p>
            <a:pPr marL="0" indent="0">
              <a:buNone/>
            </a:pPr>
            <a:r>
              <a:rPr lang="en-IN" sz="1400" dirty="0">
                <a:hlinkClick r:id="rId3"/>
              </a:rPr>
              <a:t>http://localhost:8080/customer/1</a:t>
            </a:r>
            <a:br>
              <a:rPr lang="en-IN" sz="1400" dirty="0"/>
            </a:br>
            <a:br>
              <a:rPr lang="en-IN" sz="1400" dirty="0"/>
            </a:br>
            <a:br>
              <a:rPr lang="en-IN" sz="1400" dirty="0"/>
            </a:br>
            <a:r>
              <a:rPr lang="en-IN" sz="1400" dirty="0"/>
              <a:t>{</a:t>
            </a:r>
          </a:p>
          <a:p>
            <a:pPr marL="0" indent="0">
              <a:buNone/>
            </a:pPr>
            <a:r>
              <a:rPr lang="en-IN" sz="1400" dirty="0"/>
              <a:t>  "id": 1,</a:t>
            </a:r>
          </a:p>
          <a:p>
            <a:pPr marL="0" indent="0">
              <a:buNone/>
            </a:pPr>
            <a:r>
              <a:rPr lang="en-IN" sz="1400" dirty="0"/>
              <a:t>  "name": "string",</a:t>
            </a:r>
          </a:p>
          <a:p>
            <a:pPr marL="0" indent="0">
              <a:buNone/>
            </a:pPr>
            <a:r>
              <a:rPr lang="en-IN" sz="1400" dirty="0"/>
              <a:t>  "salary": 0.1,</a:t>
            </a:r>
          </a:p>
          <a:p>
            <a:pPr marL="0" indent="0">
              <a:buNone/>
            </a:pPr>
            <a:r>
              <a:rPr lang="en-IN" sz="1400" dirty="0"/>
              <a:t>  "dob": "2025-10-14",</a:t>
            </a:r>
          </a:p>
          <a:p>
            <a:pPr marL="0" indent="0">
              <a:buNone/>
            </a:pPr>
            <a:r>
              <a:rPr lang="en-IN" sz="1400" dirty="0"/>
              <a:t>  "address": {</a:t>
            </a:r>
          </a:p>
          <a:p>
            <a:pPr marL="0" indent="0">
              <a:buNone/>
            </a:pPr>
            <a:r>
              <a:rPr lang="en-IN" sz="1400" dirty="0"/>
              <a:t>    "</a:t>
            </a:r>
            <a:r>
              <a:rPr lang="en-IN" sz="1400" dirty="0" err="1"/>
              <a:t>addrId</a:t>
            </a:r>
            <a:r>
              <a:rPr lang="en-IN" sz="1400" dirty="0"/>
              <a:t>": 1,</a:t>
            </a:r>
          </a:p>
          <a:p>
            <a:pPr marL="0" indent="0">
              <a:buNone/>
            </a:pPr>
            <a:r>
              <a:rPr lang="en-IN" sz="1400" dirty="0"/>
              <a:t>    "street": "string",</a:t>
            </a:r>
          </a:p>
          <a:p>
            <a:pPr marL="0" indent="0">
              <a:buNone/>
            </a:pPr>
            <a:r>
              <a:rPr lang="en-IN" sz="1400" dirty="0"/>
              <a:t>    "city": "string",</a:t>
            </a:r>
          </a:p>
          <a:p>
            <a:pPr marL="0" indent="0">
              <a:buNone/>
            </a:pPr>
            <a:r>
              <a:rPr lang="en-IN" sz="1400" dirty="0"/>
              <a:t>    "state": "string"</a:t>
            </a:r>
          </a:p>
          <a:p>
            <a:pPr marL="0" indent="0">
              <a:buNone/>
            </a:pPr>
            <a:r>
              <a:rPr lang="en-IN" sz="1400" dirty="0"/>
              <a:t>  },</a:t>
            </a:r>
          </a:p>
          <a:p>
            <a:pPr marL="0" indent="0">
              <a:buNone/>
            </a:pPr>
            <a:r>
              <a:rPr lang="en-IN" sz="1400" dirty="0"/>
              <a:t>  "</a:t>
            </a:r>
            <a:r>
              <a:rPr lang="en-IN" sz="1400" dirty="0" err="1"/>
              <a:t>carSet</a:t>
            </a:r>
            <a:r>
              <a:rPr lang="en-IN" sz="1400" dirty="0"/>
              <a:t>": [],</a:t>
            </a:r>
          </a:p>
          <a:p>
            <a:pPr marL="0" indent="0">
              <a:buNone/>
            </a:pPr>
            <a:r>
              <a:rPr lang="en-IN" sz="1400" dirty="0"/>
              <a:t>  "_links": {</a:t>
            </a:r>
          </a:p>
          <a:p>
            <a:pPr marL="0" indent="0">
              <a:buNone/>
            </a:pPr>
            <a:r>
              <a:rPr lang="en-IN" sz="1400" dirty="0"/>
              <a:t>    "self": {</a:t>
            </a:r>
          </a:p>
          <a:p>
            <a:pPr marL="0" indent="0">
              <a:buNone/>
            </a:pPr>
            <a:r>
              <a:rPr lang="en-IN" sz="1400" dirty="0"/>
              <a:t>      "</a:t>
            </a:r>
            <a:r>
              <a:rPr lang="en-IN" sz="1400" dirty="0" err="1"/>
              <a:t>href</a:t>
            </a:r>
            <a:r>
              <a:rPr lang="en-IN" sz="1400" dirty="0"/>
              <a:t>": "http://localhost:8080/customer/1"</a:t>
            </a:r>
          </a:p>
          <a:p>
            <a:pPr marL="0" indent="0">
              <a:buNone/>
            </a:pPr>
            <a:r>
              <a:rPr lang="en-IN" sz="1400" dirty="0"/>
              <a:t>    },</a:t>
            </a:r>
          </a:p>
          <a:p>
            <a:pPr marL="0" indent="0">
              <a:buNone/>
            </a:pPr>
            <a:r>
              <a:rPr lang="en-IN" sz="1400" dirty="0"/>
              <a:t>    "customers": {</a:t>
            </a:r>
          </a:p>
          <a:p>
            <a:pPr marL="0" indent="0">
              <a:buNone/>
            </a:pPr>
            <a:r>
              <a:rPr lang="en-IN" sz="1400" dirty="0"/>
              <a:t>      "</a:t>
            </a:r>
            <a:r>
              <a:rPr lang="en-IN" sz="1400" dirty="0" err="1"/>
              <a:t>href</a:t>
            </a:r>
            <a:r>
              <a:rPr lang="en-IN" sz="1400" dirty="0"/>
              <a:t>": "http://localhost:8080/customer"</a:t>
            </a:r>
          </a:p>
          <a:p>
            <a:pPr marL="0" indent="0">
              <a:buNone/>
            </a:pPr>
            <a:r>
              <a:rPr lang="en-IN" sz="1400" dirty="0"/>
              <a:t>    }</a:t>
            </a:r>
          </a:p>
          <a:p>
            <a:pPr marL="0" indent="0">
              <a:buNone/>
            </a:pPr>
            <a:r>
              <a:rPr lang="en-IN" sz="1400" dirty="0"/>
              <a:t>  }</a:t>
            </a:r>
          </a:p>
          <a:p>
            <a:pPr marL="0" indent="0">
              <a:buNone/>
            </a:pPr>
            <a:r>
              <a:rPr lang="en-IN" sz="1400" dirty="0"/>
              <a:t>}</a:t>
            </a:r>
          </a:p>
        </p:txBody>
      </p:sp>
    </p:spTree>
    <p:extLst>
      <p:ext uri="{BB962C8B-B14F-4D97-AF65-F5344CB8AC3E}">
        <p14:creationId xmlns:p14="http://schemas.microsoft.com/office/powerpoint/2010/main" val="2212207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84049-3B44-D782-0C65-CD10604F5CC2}"/>
              </a:ext>
            </a:extLst>
          </p:cNvPr>
          <p:cNvSpPr>
            <a:spLocks noGrp="1"/>
          </p:cNvSpPr>
          <p:nvPr>
            <p:ph type="title"/>
          </p:nvPr>
        </p:nvSpPr>
        <p:spPr/>
        <p:txBody>
          <a:bodyPr>
            <a:normAutofit fontScale="90000"/>
          </a:bodyPr>
          <a:lstStyle/>
          <a:p>
            <a:r>
              <a:rPr lang="en-IN" dirty="0"/>
              <a:t>Benefits:</a:t>
            </a:r>
            <a:br>
              <a:rPr lang="en-IN" dirty="0"/>
            </a:br>
            <a:br>
              <a:rPr lang="en-IN" dirty="0"/>
            </a:br>
            <a:endParaRPr lang="en-IN" dirty="0"/>
          </a:p>
        </p:txBody>
      </p:sp>
      <p:sp>
        <p:nvSpPr>
          <p:cNvPr id="3" name="Content Placeholder 2">
            <a:extLst>
              <a:ext uri="{FF2B5EF4-FFF2-40B4-BE49-F238E27FC236}">
                <a16:creationId xmlns:a16="http://schemas.microsoft.com/office/drawing/2014/main" id="{CF112A8F-7953-080E-E827-F94656633CA1}"/>
              </a:ext>
            </a:extLst>
          </p:cNvPr>
          <p:cNvSpPr>
            <a:spLocks noGrp="1"/>
          </p:cNvSpPr>
          <p:nvPr>
            <p:ph idx="1"/>
          </p:nvPr>
        </p:nvSpPr>
        <p:spPr/>
        <p:txBody>
          <a:bodyPr/>
          <a:lstStyle/>
          <a:p>
            <a:r>
              <a:rPr lang="en-US" dirty="0"/>
              <a:t>Improved API Design: Promotes a more robust and self-documenting API.</a:t>
            </a:r>
          </a:p>
          <a:p>
            <a:r>
              <a:rPr lang="en-US" dirty="0"/>
              <a:t>Enhanced Client-Side Flexibility: Clients can adapt to API changes more easily without requiring code modifications.</a:t>
            </a:r>
          </a:p>
          <a:p>
            <a:r>
              <a:rPr lang="en-US" dirty="0"/>
              <a:t>Better Maintainability: Reduces the impact of changes to resource URIs on client applications.</a:t>
            </a:r>
          </a:p>
          <a:p>
            <a:endParaRPr lang="en-IN" dirty="0"/>
          </a:p>
        </p:txBody>
      </p:sp>
    </p:spTree>
    <p:extLst>
      <p:ext uri="{BB962C8B-B14F-4D97-AF65-F5344CB8AC3E}">
        <p14:creationId xmlns:p14="http://schemas.microsoft.com/office/powerpoint/2010/main" val="1833540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1100</Words>
  <Application>Microsoft Office PowerPoint</Application>
  <PresentationFormat>Widescreen</PresentationFormat>
  <Paragraphs>137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HATEOAS</vt:lpstr>
      <vt:lpstr>PowerPoint Presentation</vt:lpstr>
      <vt:lpstr>PowerPoint Presentation</vt:lpstr>
      <vt:lpstr>Key Concepts:  </vt:lpstr>
      <vt:lpstr>Dependency: </vt:lpstr>
      <vt:lpstr>PowerPoint Presentation</vt:lpstr>
      <vt:lpstr>Link Creation</vt:lpstr>
      <vt:lpstr>PowerPoint Presentation</vt:lpstr>
      <vt:lpstr>PowerPoint Presentation</vt:lpstr>
      <vt:lpstr>output</vt:lpstr>
      <vt:lpstr>Benefits:  </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Shankar (Contractor)</dc:creator>
  <cp:lastModifiedBy>Kumar, Shankar (Contractor)</cp:lastModifiedBy>
  <cp:revision>1</cp:revision>
  <dcterms:created xsi:type="dcterms:W3CDTF">2025-10-14T08:58:05Z</dcterms:created>
  <dcterms:modified xsi:type="dcterms:W3CDTF">2025-10-14T09:28:03Z</dcterms:modified>
</cp:coreProperties>
</file>