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3184D71-9BA8-45D3-A5E7-539CAFFBB698}" v="32" dt="2025-10-16T08:45:52.4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umar, Shankar (Contractor)" userId="d7d2038c-4287-4a61-af48-330653fba828" providerId="ADAL" clId="{83184D71-9BA8-45D3-A5E7-539CAFFBB698}"/>
    <pc:docChg chg="undo custSel addSld modSld">
      <pc:chgData name="Kumar, Shankar (Contractor)" userId="d7d2038c-4287-4a61-af48-330653fba828" providerId="ADAL" clId="{83184D71-9BA8-45D3-A5E7-539CAFFBB698}" dt="2025-10-16T08:46:55.013" v="193" actId="6549"/>
      <pc:docMkLst>
        <pc:docMk/>
      </pc:docMkLst>
      <pc:sldChg chg="modSp mod">
        <pc:chgData name="Kumar, Shankar (Contractor)" userId="d7d2038c-4287-4a61-af48-330653fba828" providerId="ADAL" clId="{83184D71-9BA8-45D3-A5E7-539CAFFBB698}" dt="2025-10-16T08:22:25.743" v="119"/>
        <pc:sldMkLst>
          <pc:docMk/>
          <pc:sldMk cId="4017575583" sldId="256"/>
        </pc:sldMkLst>
        <pc:spChg chg="mod">
          <ac:chgData name="Kumar, Shankar (Contractor)" userId="d7d2038c-4287-4a61-af48-330653fba828" providerId="ADAL" clId="{83184D71-9BA8-45D3-A5E7-539CAFFBB698}" dt="2025-10-16T08:22:25.743" v="119"/>
          <ac:spMkLst>
            <pc:docMk/>
            <pc:sldMk cId="4017575583" sldId="256"/>
            <ac:spMk id="4" creationId="{528B6B95-A002-EB96-4936-BFF54F951AEE}"/>
          </ac:spMkLst>
        </pc:spChg>
      </pc:sldChg>
      <pc:sldChg chg="modSp mod">
        <pc:chgData name="Kumar, Shankar (Contractor)" userId="d7d2038c-4287-4a61-af48-330653fba828" providerId="ADAL" clId="{83184D71-9BA8-45D3-A5E7-539CAFFBB698}" dt="2025-10-16T08:22:04.396" v="116" actId="20577"/>
        <pc:sldMkLst>
          <pc:docMk/>
          <pc:sldMk cId="2199219448" sldId="258"/>
        </pc:sldMkLst>
        <pc:spChg chg="mod">
          <ac:chgData name="Kumar, Shankar (Contractor)" userId="d7d2038c-4287-4a61-af48-330653fba828" providerId="ADAL" clId="{83184D71-9BA8-45D3-A5E7-539CAFFBB698}" dt="2025-10-16T08:22:04.396" v="116" actId="20577"/>
          <ac:spMkLst>
            <pc:docMk/>
            <pc:sldMk cId="2199219448" sldId="258"/>
            <ac:spMk id="3" creationId="{F7D7DFAC-DA91-AB09-994D-51721A806329}"/>
          </ac:spMkLst>
        </pc:spChg>
      </pc:sldChg>
      <pc:sldChg chg="modSp new mod">
        <pc:chgData name="Kumar, Shankar (Contractor)" userId="d7d2038c-4287-4a61-af48-330653fba828" providerId="ADAL" clId="{83184D71-9BA8-45D3-A5E7-539CAFFBB698}" dt="2025-10-16T08:14:21.755" v="9" actId="27636"/>
        <pc:sldMkLst>
          <pc:docMk/>
          <pc:sldMk cId="46618350" sldId="260"/>
        </pc:sldMkLst>
        <pc:spChg chg="mod">
          <ac:chgData name="Kumar, Shankar (Contractor)" userId="d7d2038c-4287-4a61-af48-330653fba828" providerId="ADAL" clId="{83184D71-9BA8-45D3-A5E7-539CAFFBB698}" dt="2025-10-16T08:13:59.412" v="2" actId="27636"/>
          <ac:spMkLst>
            <pc:docMk/>
            <pc:sldMk cId="46618350" sldId="260"/>
            <ac:spMk id="2" creationId="{247AB2B3-827F-02A9-550C-808AB93FCAFB}"/>
          </ac:spMkLst>
        </pc:spChg>
        <pc:spChg chg="mod">
          <ac:chgData name="Kumar, Shankar (Contractor)" userId="d7d2038c-4287-4a61-af48-330653fba828" providerId="ADAL" clId="{83184D71-9BA8-45D3-A5E7-539CAFFBB698}" dt="2025-10-16T08:14:21.755" v="9" actId="27636"/>
          <ac:spMkLst>
            <pc:docMk/>
            <pc:sldMk cId="46618350" sldId="260"/>
            <ac:spMk id="3" creationId="{998E4F52-358F-D0AF-C233-B25669E0B75A}"/>
          </ac:spMkLst>
        </pc:spChg>
      </pc:sldChg>
      <pc:sldChg chg="addSp delSp modSp new mod">
        <pc:chgData name="Kumar, Shankar (Contractor)" userId="d7d2038c-4287-4a61-af48-330653fba828" providerId="ADAL" clId="{83184D71-9BA8-45D3-A5E7-539CAFFBB698}" dt="2025-10-16T08:16:53.660" v="53" actId="27636"/>
        <pc:sldMkLst>
          <pc:docMk/>
          <pc:sldMk cId="1337565427" sldId="261"/>
        </pc:sldMkLst>
        <pc:spChg chg="mod">
          <ac:chgData name="Kumar, Shankar (Contractor)" userId="d7d2038c-4287-4a61-af48-330653fba828" providerId="ADAL" clId="{83184D71-9BA8-45D3-A5E7-539CAFFBB698}" dt="2025-10-16T08:14:40.224" v="12" actId="27636"/>
          <ac:spMkLst>
            <pc:docMk/>
            <pc:sldMk cId="1337565427" sldId="261"/>
            <ac:spMk id="2" creationId="{C6BB24DE-A67B-C73A-E17B-0E76F64908CC}"/>
          </ac:spMkLst>
        </pc:spChg>
        <pc:spChg chg="add del mod">
          <ac:chgData name="Kumar, Shankar (Contractor)" userId="d7d2038c-4287-4a61-af48-330653fba828" providerId="ADAL" clId="{83184D71-9BA8-45D3-A5E7-539CAFFBB698}" dt="2025-10-16T08:16:53.660" v="53" actId="27636"/>
          <ac:spMkLst>
            <pc:docMk/>
            <pc:sldMk cId="1337565427" sldId="261"/>
            <ac:spMk id="3" creationId="{876B5C0A-F939-21FE-DA89-4F5C5E994984}"/>
          </ac:spMkLst>
        </pc:spChg>
        <pc:spChg chg="add mod">
          <ac:chgData name="Kumar, Shankar (Contractor)" userId="d7d2038c-4287-4a61-af48-330653fba828" providerId="ADAL" clId="{83184D71-9BA8-45D3-A5E7-539CAFFBB698}" dt="2025-10-16T08:14:48.515" v="14"/>
          <ac:spMkLst>
            <pc:docMk/>
            <pc:sldMk cId="1337565427" sldId="261"/>
            <ac:spMk id="4" creationId="{B022ADB6-2BA2-12E9-333B-C2C502DEBC91}"/>
          </ac:spMkLst>
        </pc:spChg>
        <pc:spChg chg="add mod">
          <ac:chgData name="Kumar, Shankar (Contractor)" userId="d7d2038c-4287-4a61-af48-330653fba828" providerId="ADAL" clId="{83184D71-9BA8-45D3-A5E7-539CAFFBB698}" dt="2025-10-16T08:14:57.383" v="20"/>
          <ac:spMkLst>
            <pc:docMk/>
            <pc:sldMk cId="1337565427" sldId="261"/>
            <ac:spMk id="5" creationId="{36AB249F-B00D-6DB9-46B5-1280ECB152DB}"/>
          </ac:spMkLst>
        </pc:spChg>
        <pc:spChg chg="add">
          <ac:chgData name="Kumar, Shankar (Contractor)" userId="d7d2038c-4287-4a61-af48-330653fba828" providerId="ADAL" clId="{83184D71-9BA8-45D3-A5E7-539CAFFBB698}" dt="2025-10-16T08:15:38.899" v="33"/>
          <ac:spMkLst>
            <pc:docMk/>
            <pc:sldMk cId="1337565427" sldId="261"/>
            <ac:spMk id="6" creationId="{4F0BD154-ED87-CC6E-60C9-FF0629BD43BA}"/>
          </ac:spMkLst>
        </pc:spChg>
      </pc:sldChg>
      <pc:sldChg chg="modSp new mod">
        <pc:chgData name="Kumar, Shankar (Contractor)" userId="d7d2038c-4287-4a61-af48-330653fba828" providerId="ADAL" clId="{83184D71-9BA8-45D3-A5E7-539CAFFBB698}" dt="2025-10-16T08:18:11.392" v="80"/>
        <pc:sldMkLst>
          <pc:docMk/>
          <pc:sldMk cId="242934679" sldId="262"/>
        </pc:sldMkLst>
        <pc:spChg chg="mod">
          <ac:chgData name="Kumar, Shankar (Contractor)" userId="d7d2038c-4287-4a61-af48-330653fba828" providerId="ADAL" clId="{83184D71-9BA8-45D3-A5E7-539CAFFBB698}" dt="2025-10-16T08:18:11.392" v="80"/>
          <ac:spMkLst>
            <pc:docMk/>
            <pc:sldMk cId="242934679" sldId="262"/>
            <ac:spMk id="3" creationId="{929FD06E-44DD-EF21-4B30-CECF86CC01C3}"/>
          </ac:spMkLst>
        </pc:spChg>
      </pc:sldChg>
      <pc:sldChg chg="addSp new">
        <pc:chgData name="Kumar, Shankar (Contractor)" userId="d7d2038c-4287-4a61-af48-330653fba828" providerId="ADAL" clId="{83184D71-9BA8-45D3-A5E7-539CAFFBB698}" dt="2025-10-16T08:18:34.009" v="82"/>
        <pc:sldMkLst>
          <pc:docMk/>
          <pc:sldMk cId="3403240621" sldId="263"/>
        </pc:sldMkLst>
        <pc:picChg chg="add">
          <ac:chgData name="Kumar, Shankar (Contractor)" userId="d7d2038c-4287-4a61-af48-330653fba828" providerId="ADAL" clId="{83184D71-9BA8-45D3-A5E7-539CAFFBB698}" dt="2025-10-16T08:18:34.009" v="82"/>
          <ac:picMkLst>
            <pc:docMk/>
            <pc:sldMk cId="3403240621" sldId="263"/>
            <ac:picMk id="4098" creationId="{F9902607-9D5E-DF64-4242-492526C8D41C}"/>
          </ac:picMkLst>
        </pc:picChg>
      </pc:sldChg>
      <pc:sldChg chg="addSp delSp modSp new mod modClrScheme chgLayout">
        <pc:chgData name="Kumar, Shankar (Contractor)" userId="d7d2038c-4287-4a61-af48-330653fba828" providerId="ADAL" clId="{83184D71-9BA8-45D3-A5E7-539CAFFBB698}" dt="2025-10-16T08:22:54.977" v="121" actId="6549"/>
        <pc:sldMkLst>
          <pc:docMk/>
          <pc:sldMk cId="3659226698" sldId="264"/>
        </pc:sldMkLst>
        <pc:spChg chg="del">
          <ac:chgData name="Kumar, Shankar (Contractor)" userId="d7d2038c-4287-4a61-af48-330653fba828" providerId="ADAL" clId="{83184D71-9BA8-45D3-A5E7-539CAFFBB698}" dt="2025-10-16T08:19:01.823" v="84" actId="478"/>
          <ac:spMkLst>
            <pc:docMk/>
            <pc:sldMk cId="3659226698" sldId="264"/>
            <ac:spMk id="2" creationId="{AF48C7E8-9857-E212-7FC5-F82CF9E901AB}"/>
          </ac:spMkLst>
        </pc:spChg>
        <pc:spChg chg="mod ord">
          <ac:chgData name="Kumar, Shankar (Contractor)" userId="d7d2038c-4287-4a61-af48-330653fba828" providerId="ADAL" clId="{83184D71-9BA8-45D3-A5E7-539CAFFBB698}" dt="2025-10-16T08:22:54.977" v="121" actId="6549"/>
          <ac:spMkLst>
            <pc:docMk/>
            <pc:sldMk cId="3659226698" sldId="264"/>
            <ac:spMk id="3" creationId="{B2BB692B-BC3F-4BC1-8BDB-C4F2E7F0DAEC}"/>
          </ac:spMkLst>
        </pc:spChg>
        <pc:spChg chg="add del mod ord">
          <ac:chgData name="Kumar, Shankar (Contractor)" userId="d7d2038c-4287-4a61-af48-330653fba828" providerId="ADAL" clId="{83184D71-9BA8-45D3-A5E7-539CAFFBB698}" dt="2025-10-16T08:19:21.482" v="91" actId="478"/>
          <ac:spMkLst>
            <pc:docMk/>
            <pc:sldMk cId="3659226698" sldId="264"/>
            <ac:spMk id="4" creationId="{7CC3811E-80AA-BC3F-61D2-B89AB6914086}"/>
          </ac:spMkLst>
        </pc:spChg>
        <pc:spChg chg="add del mod ord">
          <ac:chgData name="Kumar, Shankar (Contractor)" userId="d7d2038c-4287-4a61-af48-330653fba828" providerId="ADAL" clId="{83184D71-9BA8-45D3-A5E7-539CAFFBB698}" dt="2025-10-16T08:20:11.278" v="111" actId="478"/>
          <ac:spMkLst>
            <pc:docMk/>
            <pc:sldMk cId="3659226698" sldId="264"/>
            <ac:spMk id="5" creationId="{F850DD90-C3A2-0000-BBBD-3CAA37429353}"/>
          </ac:spMkLst>
        </pc:spChg>
        <pc:spChg chg="add mod ord">
          <ac:chgData name="Kumar, Shankar (Contractor)" userId="d7d2038c-4287-4a61-af48-330653fba828" providerId="ADAL" clId="{83184D71-9BA8-45D3-A5E7-539CAFFBB698}" dt="2025-10-16T08:20:23.063" v="114" actId="14100"/>
          <ac:spMkLst>
            <pc:docMk/>
            <pc:sldMk cId="3659226698" sldId="264"/>
            <ac:spMk id="6" creationId="{B7F7843F-0CD1-66F2-ED2C-A333E1432CAD}"/>
          </ac:spMkLst>
        </pc:spChg>
      </pc:sldChg>
      <pc:sldChg chg="addSp delSp modSp new mod modClrScheme chgLayout">
        <pc:chgData name="Kumar, Shankar (Contractor)" userId="d7d2038c-4287-4a61-af48-330653fba828" providerId="ADAL" clId="{83184D71-9BA8-45D3-A5E7-539CAFFBB698}" dt="2025-10-16T08:24:01.988" v="138"/>
        <pc:sldMkLst>
          <pc:docMk/>
          <pc:sldMk cId="382929586" sldId="265"/>
        </pc:sldMkLst>
        <pc:spChg chg="del mod ord">
          <ac:chgData name="Kumar, Shankar (Contractor)" userId="d7d2038c-4287-4a61-af48-330653fba828" providerId="ADAL" clId="{83184D71-9BA8-45D3-A5E7-539CAFFBB698}" dt="2025-10-16T08:23:03.487" v="123" actId="700"/>
          <ac:spMkLst>
            <pc:docMk/>
            <pc:sldMk cId="382929586" sldId="265"/>
            <ac:spMk id="2" creationId="{D4F48F08-4595-15AE-2AD7-BBB77E088819}"/>
          </ac:spMkLst>
        </pc:spChg>
        <pc:spChg chg="del mod ord">
          <ac:chgData name="Kumar, Shankar (Contractor)" userId="d7d2038c-4287-4a61-af48-330653fba828" providerId="ADAL" clId="{83184D71-9BA8-45D3-A5E7-539CAFFBB698}" dt="2025-10-16T08:23:03.487" v="123" actId="700"/>
          <ac:spMkLst>
            <pc:docMk/>
            <pc:sldMk cId="382929586" sldId="265"/>
            <ac:spMk id="3" creationId="{779EF171-6BB9-EC83-0F7A-F598990B490C}"/>
          </ac:spMkLst>
        </pc:spChg>
        <pc:spChg chg="del">
          <ac:chgData name="Kumar, Shankar (Contractor)" userId="d7d2038c-4287-4a61-af48-330653fba828" providerId="ADAL" clId="{83184D71-9BA8-45D3-A5E7-539CAFFBB698}" dt="2025-10-16T08:23:03.487" v="123" actId="700"/>
          <ac:spMkLst>
            <pc:docMk/>
            <pc:sldMk cId="382929586" sldId="265"/>
            <ac:spMk id="4" creationId="{1C7DE1AD-94CE-4AB4-0E61-9A1658136549}"/>
          </ac:spMkLst>
        </pc:spChg>
        <pc:spChg chg="add mod ord">
          <ac:chgData name="Kumar, Shankar (Contractor)" userId="d7d2038c-4287-4a61-af48-330653fba828" providerId="ADAL" clId="{83184D71-9BA8-45D3-A5E7-539CAFFBB698}" dt="2025-10-16T08:23:03.487" v="123" actId="700"/>
          <ac:spMkLst>
            <pc:docMk/>
            <pc:sldMk cId="382929586" sldId="265"/>
            <ac:spMk id="5" creationId="{A321ACC6-99EA-58CB-7EBA-E9ECE84C229C}"/>
          </ac:spMkLst>
        </pc:spChg>
        <pc:spChg chg="add mod ord">
          <ac:chgData name="Kumar, Shankar (Contractor)" userId="d7d2038c-4287-4a61-af48-330653fba828" providerId="ADAL" clId="{83184D71-9BA8-45D3-A5E7-539CAFFBB698}" dt="2025-10-16T08:24:01.988" v="138"/>
          <ac:spMkLst>
            <pc:docMk/>
            <pc:sldMk cId="382929586" sldId="265"/>
            <ac:spMk id="6" creationId="{4D12E775-29DA-E43F-70A4-02DD629E88A7}"/>
          </ac:spMkLst>
        </pc:spChg>
      </pc:sldChg>
      <pc:sldChg chg="modSp new mod">
        <pc:chgData name="Kumar, Shankar (Contractor)" userId="d7d2038c-4287-4a61-af48-330653fba828" providerId="ADAL" clId="{83184D71-9BA8-45D3-A5E7-539CAFFBB698}" dt="2025-10-16T08:26:22.113" v="151"/>
        <pc:sldMkLst>
          <pc:docMk/>
          <pc:sldMk cId="3507983392" sldId="266"/>
        </pc:sldMkLst>
        <pc:spChg chg="mod">
          <ac:chgData name="Kumar, Shankar (Contractor)" userId="d7d2038c-4287-4a61-af48-330653fba828" providerId="ADAL" clId="{83184D71-9BA8-45D3-A5E7-539CAFFBB698}" dt="2025-10-16T08:24:35.865" v="142" actId="27636"/>
          <ac:spMkLst>
            <pc:docMk/>
            <pc:sldMk cId="3507983392" sldId="266"/>
            <ac:spMk id="2" creationId="{0A5EB5EB-B75B-38C2-E639-DD8DED0021F5}"/>
          </ac:spMkLst>
        </pc:spChg>
        <pc:spChg chg="mod">
          <ac:chgData name="Kumar, Shankar (Contractor)" userId="d7d2038c-4287-4a61-af48-330653fba828" providerId="ADAL" clId="{83184D71-9BA8-45D3-A5E7-539CAFFBB698}" dt="2025-10-16T08:26:22.113" v="151"/>
          <ac:spMkLst>
            <pc:docMk/>
            <pc:sldMk cId="3507983392" sldId="266"/>
            <ac:spMk id="3" creationId="{98FB54D9-14A8-8450-B554-A03A9AE4E501}"/>
          </ac:spMkLst>
        </pc:spChg>
      </pc:sldChg>
      <pc:sldChg chg="addSp delSp modSp new mod modClrScheme chgLayout">
        <pc:chgData name="Kumar, Shankar (Contractor)" userId="d7d2038c-4287-4a61-af48-330653fba828" providerId="ADAL" clId="{83184D71-9BA8-45D3-A5E7-539CAFFBB698}" dt="2025-10-16T08:46:55.013" v="193" actId="6549"/>
        <pc:sldMkLst>
          <pc:docMk/>
          <pc:sldMk cId="4005921338" sldId="267"/>
        </pc:sldMkLst>
        <pc:spChg chg="del mod ord">
          <ac:chgData name="Kumar, Shankar (Contractor)" userId="d7d2038c-4287-4a61-af48-330653fba828" providerId="ADAL" clId="{83184D71-9BA8-45D3-A5E7-539CAFFBB698}" dt="2025-10-16T08:27:34.454" v="153" actId="700"/>
          <ac:spMkLst>
            <pc:docMk/>
            <pc:sldMk cId="4005921338" sldId="267"/>
            <ac:spMk id="2" creationId="{2553B033-BCB3-838A-6C74-58B7F5DD2DEA}"/>
          </ac:spMkLst>
        </pc:spChg>
        <pc:spChg chg="del mod ord">
          <ac:chgData name="Kumar, Shankar (Contractor)" userId="d7d2038c-4287-4a61-af48-330653fba828" providerId="ADAL" clId="{83184D71-9BA8-45D3-A5E7-539CAFFBB698}" dt="2025-10-16T08:27:34.454" v="153" actId="700"/>
          <ac:spMkLst>
            <pc:docMk/>
            <pc:sldMk cId="4005921338" sldId="267"/>
            <ac:spMk id="3" creationId="{C11C6A1E-2724-410B-7BC5-5947B23D684C}"/>
          </ac:spMkLst>
        </pc:spChg>
        <pc:spChg chg="add del mod ord">
          <ac:chgData name="Kumar, Shankar (Contractor)" userId="d7d2038c-4287-4a61-af48-330653fba828" providerId="ADAL" clId="{83184D71-9BA8-45D3-A5E7-539CAFFBB698}" dt="2025-10-16T08:27:38.072" v="154" actId="478"/>
          <ac:spMkLst>
            <pc:docMk/>
            <pc:sldMk cId="4005921338" sldId="267"/>
            <ac:spMk id="4" creationId="{AF7BCE02-0F8F-2EDF-37A3-F33DDAC96D72}"/>
          </ac:spMkLst>
        </pc:spChg>
        <pc:spChg chg="add mod ord">
          <ac:chgData name="Kumar, Shankar (Contractor)" userId="d7d2038c-4287-4a61-af48-330653fba828" providerId="ADAL" clId="{83184D71-9BA8-45D3-A5E7-539CAFFBB698}" dt="2025-10-16T08:45:52.554" v="180" actId="27636"/>
          <ac:spMkLst>
            <pc:docMk/>
            <pc:sldMk cId="4005921338" sldId="267"/>
            <ac:spMk id="5" creationId="{AD3D7CFD-2871-AA94-5E13-C2B6A5C744D1}"/>
          </ac:spMkLst>
        </pc:spChg>
        <pc:spChg chg="add mod ord">
          <ac:chgData name="Kumar, Shankar (Contractor)" userId="d7d2038c-4287-4a61-af48-330653fba828" providerId="ADAL" clId="{83184D71-9BA8-45D3-A5E7-539CAFFBB698}" dt="2025-10-16T08:46:55.013" v="193" actId="6549"/>
          <ac:spMkLst>
            <pc:docMk/>
            <pc:sldMk cId="4005921338" sldId="267"/>
            <ac:spMk id="6" creationId="{8A5D4319-37F0-75BE-2ACF-41D85716398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CAA4D-BE98-02C3-D4FD-333135A782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2CD11E-967B-6BF3-C61F-2EABD57B11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08E7EB-7F58-F180-62A2-04B0AF495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94BAF-A73B-443B-B92A-DACEEAC25630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308339-8981-6034-F992-7BE72922C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EDC2B8-1CD8-DD2B-CCBE-C3A4EA21A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C89ED-B514-46D0-A3C3-C9DF268657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70271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DCA7E-F7E7-03ED-A23F-DD1D53288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C8B783-A23D-4AE7-D597-32750028D8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155BD3-EE84-D4A9-91CB-9885285B8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94BAF-A73B-443B-B92A-DACEEAC25630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BB0055-051E-08B7-AD6F-087B01B16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C8B589-1E06-2A46-4B47-C0B72A5D9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C89ED-B514-46D0-A3C3-C9DF268657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56940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30A4C-B629-59F1-E07F-4E3273492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8F261B-1FA6-97EB-EEA4-33B3CCE40E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06C97F-8FAF-7666-8604-B234FD85C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94BAF-A73B-443B-B92A-DACEEAC25630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CEEDEE-D413-44EE-9520-7085FEB3F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0D1F5E-C107-3EE5-D842-4B934476E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C89ED-B514-46D0-A3C3-C9DF268657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66282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78190-AD2D-9138-20FC-D9D60B373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E0C13E-8E0F-9BEC-40F5-78985EA6AA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F3A291-3B7E-F8CB-27D1-BA43057665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093A55-C3AB-2488-0455-525312122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94BAF-A73B-443B-B92A-DACEEAC25630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03D611-D9AA-2CAA-5E38-1D183CF79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4F567E-6D0E-5AAC-2FE2-72D5E747B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C89ED-B514-46D0-A3C3-C9DF268657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95468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2450A-5887-C2E6-7175-A0548EBE4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B3C539-5A71-CAE6-297D-D6F14B60FC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219C3B-BEE7-3771-5C8C-4A612A1F35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3BBFCD-7194-092B-6B15-EA74E0A4ED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21CF43-69D5-03C6-E7FD-43637A4D91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F77F34-2178-B66F-F4E2-9BE82A97FC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94BAF-A73B-443B-B92A-DACEEAC25630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83A521B-CB41-E795-0595-1841C72DD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6E371B-3C48-74C7-DBD8-727EA4892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C89ED-B514-46D0-A3C3-C9DF268657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4479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6854F-0CEF-4367-7275-142A2A455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C1EFA4-ADA7-2677-57C0-6E4E5ED6C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94BAF-A73B-443B-B92A-DACEEAC25630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071D76-CAAF-7F01-39CF-A3A52D554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8C606F-1540-9AA4-113F-45DC125C7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C89ED-B514-46D0-A3C3-C9DF268657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969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A3C1C8-D0FB-039F-043A-5FC0B3961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94BAF-A73B-443B-B92A-DACEEAC25630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EB8EEB-C2B1-FC13-5336-E7846DD81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D6C749-C8E6-23BD-DEF1-8C0687AAF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C89ED-B514-46D0-A3C3-C9DF268657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40685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7D544-802E-583F-EAB2-710DF3DCF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458F42-AE7D-06C5-B1AF-E53E11AF7D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85179C-C026-3A8A-DCF5-52803127D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A6E574-1CE3-A8B7-D0C5-E6C467D4D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94BAF-A73B-443B-B92A-DACEEAC25630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F0F1F1-2643-3306-45A9-CDD64111A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93C0BD-8895-426F-A37C-AD79F06C1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C89ED-B514-46D0-A3C3-C9DF268657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86632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B0416-A23F-13F5-BB80-497BAA2BE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A19776B-E78F-3D2D-E87B-7EFFD575A5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A600AB-FBEE-9317-4D37-8911A65B67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5C045A-CB4E-884A-166D-096DDD004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94BAF-A73B-443B-B92A-DACEEAC25630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9787B4-41CA-231E-D7EF-8798F6CB4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9EA2F5-C504-2895-56A2-E6065BC37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C89ED-B514-46D0-A3C3-C9DF268657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96882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30C52-C748-235C-2D58-CB5CC2831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4E326-C9E2-BD57-CF57-B473C7AF4A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D35BC8-A9DB-1449-63D8-C83E79EE6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94BAF-A73B-443B-B92A-DACEEAC25630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8A44E8-966D-3C0F-0F07-20440B687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D930DE-52D4-EE41-50E0-1FD024704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C89ED-B514-46D0-A3C3-C9DF268657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26933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53BE49E-ADCC-624E-5427-F489E07B3C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D37C99-F46E-135A-A019-4AADAC51F9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4C2E8A-3684-BCFF-DF67-E570377FD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94BAF-A73B-443B-B92A-DACEEAC25630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397F6C-E9CE-6D8B-263D-D125A8E02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BE3FBD-97E6-B4B7-BCF9-BF1E13D8B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C89ED-B514-46D0-A3C3-C9DF268657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87054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D134B2-EE5E-6052-B389-5EF2D20C4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2D115E-6639-78FA-C90D-950CBC2AD7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2FC484-4968-BE7B-5626-96EC4FA52B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794BAF-A73B-443B-B92A-DACEEAC25630}" type="datetimeFigureOut">
              <a:rPr lang="en-IN" smtClean="0"/>
              <a:t>16-10-2025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69227A-9947-B1FC-A821-5928160DA9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609012-429B-7B2C-3585-59317EB0C7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9C89ED-B514-46D0-A3C3-C9DF268657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74994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013D5-80C3-384F-DFE3-9D4667451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Mockito</a:t>
            </a:r>
            <a:br>
              <a:rPr lang="en-IN" b="1" dirty="0"/>
            </a:br>
            <a:br>
              <a:rPr lang="en-IN" dirty="0"/>
            </a:b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8B6B95-A002-EB96-4936-BFF54F951A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Mockito is a popular mocking framework for Java that is widely used for unit/component testing. </a:t>
            </a:r>
          </a:p>
          <a:p>
            <a:r>
              <a:rPr lang="en-US" dirty="0"/>
              <a:t>It integrates seamlessly with Java Spring Boot and JUnit 5 to facilitate the creation of mock objects and simplifies the testing process by isolating dependencies.</a:t>
            </a:r>
          </a:p>
          <a:p>
            <a:endParaRPr lang="en-US" dirty="0"/>
          </a:p>
          <a:p>
            <a:r>
              <a:rPr lang="en-US" dirty="0"/>
              <a:t>It enables the creation of "mock" objects, which are simulated versions of real dependencies, allowing for isolated testing of individual components.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17575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9C2A0-126F-1054-DDE1-A3A1BDF8D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FBC020-2E0A-B727-6F33-2E407F904B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5DCCFA7-7BE9-ADB9-2F5B-BE556D3C9F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375" y="352425"/>
            <a:ext cx="10001250" cy="6153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61391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67444-1C00-F7EC-BE83-820216AF1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7DFAC-DA91-AB09-994D-51721A8063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Expect: Set up the behavior of mock objects (using when and </a:t>
            </a:r>
            <a:r>
              <a:rPr lang="en-US" dirty="0" err="1"/>
              <a:t>thenReturn</a:t>
            </a:r>
            <a:r>
              <a:rPr lang="en-US" dirty="0"/>
              <a:t>).</a:t>
            </a:r>
          </a:p>
          <a:p>
            <a:endParaRPr lang="en-US" dirty="0"/>
          </a:p>
          <a:p>
            <a:r>
              <a:rPr lang="en-US" dirty="0"/>
              <a:t>Use: Execute the component under test and use the mock objects during the process.</a:t>
            </a:r>
          </a:p>
          <a:p>
            <a:endParaRPr lang="en-US" dirty="0"/>
          </a:p>
          <a:p>
            <a:r>
              <a:rPr lang="en-US" dirty="0"/>
              <a:t>Verify: Check that the desired interactions occurred and validate the results.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992194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2CBBC-B7A3-A887-2F54-6BA26B390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0A9ED-C144-D112-EC65-4681B4C6F3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43CC0326-DEC7-C2D4-1C71-AC14B26DF9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00" y="0"/>
            <a:ext cx="965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5165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AB2B3-827F-02A9-550C-808AB93FC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Key Features of Mockito</a:t>
            </a:r>
            <a:br>
              <a:rPr lang="en-IN" b="1" dirty="0"/>
            </a:b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8E4F52-358F-D0AF-C233-B25669E0B7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1800" b="1" dirty="0"/>
              <a:t>Integration with JUnit 5</a:t>
            </a:r>
            <a:r>
              <a:rPr lang="en-US" sz="1800" dirty="0"/>
              <a:t>: Works seamlessly with JUnit 5 annotations and lifecycle methods.</a:t>
            </a:r>
          </a:p>
          <a:p>
            <a:r>
              <a:rPr lang="en-US" sz="1800" b="1" dirty="0"/>
              <a:t>Support for Annotations</a:t>
            </a:r>
            <a:r>
              <a:rPr lang="en-US" sz="1800" dirty="0"/>
              <a:t>: Simplifies setup and reduces boilerplate code using annotations like</a:t>
            </a:r>
            <a:r>
              <a:rPr lang="en-US" sz="1800" b="1" dirty="0"/>
              <a:t> @Mock, @Spy, @InjectMocks</a:t>
            </a:r>
            <a:r>
              <a:rPr lang="en-US" sz="1800" dirty="0"/>
              <a:t>, etc.</a:t>
            </a:r>
          </a:p>
          <a:p>
            <a:r>
              <a:rPr lang="en-US" sz="1800" b="1" dirty="0"/>
              <a:t>Mocking Dependencies</a:t>
            </a:r>
            <a:r>
              <a:rPr lang="en-US" sz="1800" dirty="0"/>
              <a:t>: Create mock objects for dependencies, allowing you to isolate the system under test (SUT) without relying on actual implementations.</a:t>
            </a:r>
          </a:p>
          <a:p>
            <a:r>
              <a:rPr lang="en-US" sz="1800" b="1" dirty="0"/>
              <a:t>Spy</a:t>
            </a:r>
            <a:r>
              <a:rPr lang="en-US" sz="1800" dirty="0"/>
              <a:t>: Partial mocking for real objects, allowing some methods to be stubbed while others behave as normal.</a:t>
            </a:r>
          </a:p>
          <a:p>
            <a:r>
              <a:rPr lang="en-US" sz="1800" b="1" dirty="0"/>
              <a:t>Stubbing</a:t>
            </a:r>
            <a:r>
              <a:rPr lang="en-US" sz="1800" dirty="0"/>
              <a:t>: Predefine the </a:t>
            </a:r>
            <a:r>
              <a:rPr lang="en-US" sz="1800" b="1" dirty="0" err="1"/>
              <a:t>behaviour</a:t>
            </a:r>
            <a:r>
              <a:rPr lang="en-US" sz="1800" b="1" dirty="0"/>
              <a:t> of methods on mocked objects</a:t>
            </a:r>
            <a:r>
              <a:rPr lang="en-US" sz="1800" dirty="0"/>
              <a:t> (e.g., return specific values when certain methods are called).</a:t>
            </a:r>
          </a:p>
          <a:p>
            <a:r>
              <a:rPr lang="en-US" sz="1800" b="1" dirty="0" err="1"/>
              <a:t>Behaviour</a:t>
            </a:r>
            <a:r>
              <a:rPr lang="en-US" sz="1800" b="1" dirty="0"/>
              <a:t> Verification</a:t>
            </a:r>
            <a:r>
              <a:rPr lang="en-US" sz="1800" dirty="0"/>
              <a:t>: Verify if a particular method was called on a mock object with specific arguments.</a:t>
            </a:r>
          </a:p>
          <a:p>
            <a:r>
              <a:rPr lang="en-US" sz="1800" b="1" dirty="0"/>
              <a:t>Argument Matchers</a:t>
            </a:r>
            <a:r>
              <a:rPr lang="en-US" sz="1800" dirty="0"/>
              <a:t>: Use </a:t>
            </a:r>
            <a:r>
              <a:rPr lang="en-US" sz="1800" b="1" dirty="0"/>
              <a:t>flexible matchers (like any(), eq(), etc.)</a:t>
            </a:r>
            <a:r>
              <a:rPr lang="en-US" sz="1800" dirty="0"/>
              <a:t> to match arguments while verifying or stubbing.</a:t>
            </a:r>
          </a:p>
          <a:p>
            <a:r>
              <a:rPr lang="en-US" sz="1800" b="1" dirty="0" err="1"/>
              <a:t>Behaviour</a:t>
            </a:r>
            <a:r>
              <a:rPr lang="en-US" sz="1800" b="1" dirty="0"/>
              <a:t> Verification Order</a:t>
            </a:r>
            <a:r>
              <a:rPr lang="en-US" sz="1800" dirty="0"/>
              <a:t>: Ensure methods are called in a specific order using </a:t>
            </a:r>
            <a:r>
              <a:rPr lang="en-US" sz="1800" dirty="0" err="1"/>
              <a:t>InOrder</a:t>
            </a:r>
            <a:r>
              <a:rPr lang="en-US" sz="1800" dirty="0"/>
              <a:t>.</a:t>
            </a:r>
          </a:p>
          <a:p>
            <a:r>
              <a:rPr lang="en-US" sz="1800" b="1" dirty="0"/>
              <a:t>Exception Handling</a:t>
            </a:r>
            <a:r>
              <a:rPr lang="en-US" sz="1800" dirty="0"/>
              <a:t>: Simulate exception-throwing scenarios to test error handling.</a:t>
            </a:r>
          </a:p>
          <a:p>
            <a:r>
              <a:rPr lang="en-US" sz="1800" b="1" dirty="0"/>
              <a:t>Mock Static Methods</a:t>
            </a:r>
            <a:r>
              <a:rPr lang="en-US" sz="1800" dirty="0"/>
              <a:t> (with </a:t>
            </a:r>
            <a:r>
              <a:rPr lang="en-US" sz="1800" dirty="0" err="1"/>
              <a:t>mockito</a:t>
            </a:r>
            <a:r>
              <a:rPr lang="en-US" sz="1800" dirty="0"/>
              <a:t>-inline or third-party libraries): Support for mocking static methods. </a:t>
            </a:r>
          </a:p>
          <a:p>
            <a:pPr marL="0" indent="0">
              <a:buNone/>
            </a:pP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466183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B24DE-A67B-C73A-E17B-0E76F6490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Key Annotations</a:t>
            </a:r>
            <a:br>
              <a:rPr lang="en-IN" b="1" dirty="0"/>
            </a:b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6B5C0A-F939-21FE-DA89-4F5C5E9949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0704"/>
            <a:ext cx="10515600" cy="5116259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@ExtendWith(MockitoExtension.class):</a:t>
            </a:r>
          </a:p>
          <a:p>
            <a:pPr lvl="1"/>
            <a:r>
              <a:rPr lang="en-US" dirty="0"/>
              <a:t> A JUnit 5 extension that enables Mockito annotations (@Mock, @InjectMocks, etc.) and simplifies test setup.</a:t>
            </a:r>
          </a:p>
          <a:p>
            <a:pPr marL="0" indent="0">
              <a:buNone/>
            </a:pPr>
            <a:r>
              <a:rPr lang="en-US" sz="1800" dirty="0"/>
              <a:t>@ExtendWith(MockitoExtension.class)</a:t>
            </a:r>
          </a:p>
          <a:p>
            <a:pPr marL="0" indent="0">
              <a:buNone/>
            </a:pPr>
            <a:r>
              <a:rPr lang="en-US" sz="1800" dirty="0"/>
              <a:t>public class </a:t>
            </a:r>
            <a:r>
              <a:rPr lang="en-US" sz="1800" dirty="0" err="1"/>
              <a:t>MyTest</a:t>
            </a:r>
            <a:r>
              <a:rPr lang="en-US" sz="1800" dirty="0"/>
              <a:t> {</a:t>
            </a:r>
          </a:p>
          <a:p>
            <a:pPr marL="0" indent="0">
              <a:buNone/>
            </a:pPr>
            <a:r>
              <a:rPr lang="en-US" sz="1800" dirty="0"/>
              <a:t>    // Mock and </a:t>
            </a:r>
            <a:r>
              <a:rPr lang="en-US" sz="1800" dirty="0" err="1"/>
              <a:t>InjectMocks</a:t>
            </a:r>
            <a:r>
              <a:rPr lang="en-US" sz="1800" dirty="0"/>
              <a:t> annotations work seamlessly here</a:t>
            </a:r>
          </a:p>
          <a:p>
            <a:pPr marL="0" indent="0">
              <a:buNone/>
            </a:pPr>
            <a:r>
              <a:rPr lang="en-US" sz="1800" dirty="0"/>
              <a:t>}</a:t>
            </a:r>
          </a:p>
          <a:p>
            <a:r>
              <a:rPr lang="en-US" sz="2400" dirty="0"/>
              <a:t>@Mock: Creates a mock instance of a class or interface.</a:t>
            </a:r>
          </a:p>
          <a:p>
            <a:pPr marL="0" indent="0">
              <a:buNone/>
            </a:pPr>
            <a:r>
              <a:rPr lang="en-US" sz="2400" dirty="0"/>
              <a:t>	@Mock</a:t>
            </a:r>
          </a:p>
          <a:p>
            <a:pPr marL="0" indent="0">
              <a:buNone/>
            </a:pPr>
            <a:r>
              <a:rPr lang="en-US" sz="2400" dirty="0"/>
              <a:t>private </a:t>
            </a:r>
            <a:r>
              <a:rPr lang="en-US" sz="2400" dirty="0" err="1"/>
              <a:t>PaymentService</a:t>
            </a:r>
            <a:r>
              <a:rPr lang="en-US" sz="2400" dirty="0"/>
              <a:t> </a:t>
            </a:r>
            <a:r>
              <a:rPr lang="en-US" sz="2400" dirty="0" err="1"/>
              <a:t>paymentService</a:t>
            </a:r>
            <a:r>
              <a:rPr lang="en-US" sz="2400" dirty="0"/>
              <a:t>;</a:t>
            </a:r>
          </a:p>
          <a:p>
            <a:r>
              <a:rPr lang="en-US" sz="2400" dirty="0"/>
              <a:t>@Spy: Creates a partial mock, allowing some real methods to be called while others can be stubbed.</a:t>
            </a:r>
          </a:p>
          <a:p>
            <a:pPr marL="457200" lvl="1" indent="0">
              <a:buNone/>
            </a:pPr>
            <a:endParaRPr lang="en-US" sz="2000" dirty="0"/>
          </a:p>
          <a:p>
            <a:pPr marL="457200" lvl="1" indent="0">
              <a:buNone/>
            </a:pPr>
            <a:r>
              <a:rPr lang="en-US" sz="2000" dirty="0"/>
              <a:t>@Spy</a:t>
            </a:r>
          </a:p>
          <a:p>
            <a:pPr marL="457200" lvl="1" indent="0">
              <a:buNone/>
            </a:pPr>
            <a:r>
              <a:rPr lang="en-US" sz="2000" dirty="0"/>
              <a:t>private </a:t>
            </a:r>
            <a:r>
              <a:rPr lang="en-US" sz="2000" dirty="0" err="1"/>
              <a:t>OrderService</a:t>
            </a:r>
            <a:r>
              <a:rPr lang="en-US" sz="2000" dirty="0"/>
              <a:t> </a:t>
            </a:r>
            <a:r>
              <a:rPr lang="en-US" sz="2000" dirty="0" err="1"/>
              <a:t>orderService</a:t>
            </a:r>
            <a:r>
              <a:rPr lang="en-US" sz="2000" dirty="0"/>
              <a:t>;</a:t>
            </a:r>
          </a:p>
          <a:p>
            <a:pPr lvl="1"/>
            <a:endParaRPr lang="en-US" sz="2000" dirty="0"/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375654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A2765-17C0-DA2E-B9DD-02A0AD722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9FD06E-44DD-EF21-4B30-CECF86CC01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@Captor: Captures arguments passed to mocked methods for verification.</a:t>
            </a:r>
          </a:p>
          <a:p>
            <a:pPr marL="457200" lvl="1" indent="0">
              <a:buNone/>
            </a:pPr>
            <a:endParaRPr lang="en-US" sz="1600" dirty="0"/>
          </a:p>
          <a:p>
            <a:pPr marL="457200" lvl="1" indent="0">
              <a:buNone/>
            </a:pPr>
            <a:r>
              <a:rPr lang="en-US" sz="1600" dirty="0"/>
              <a:t>@Captor</a:t>
            </a:r>
          </a:p>
          <a:p>
            <a:pPr marL="457200" lvl="1" indent="0">
              <a:buNone/>
            </a:pPr>
            <a:r>
              <a:rPr lang="en-US" sz="1600" dirty="0"/>
              <a:t>private </a:t>
            </a:r>
            <a:r>
              <a:rPr lang="en-US" sz="1600" dirty="0" err="1"/>
              <a:t>ArgumentCaptor</a:t>
            </a:r>
            <a:r>
              <a:rPr lang="en-US" sz="1600" dirty="0"/>
              <a:t>&lt;String&gt; </a:t>
            </a:r>
            <a:r>
              <a:rPr lang="en-US" sz="1600" dirty="0" err="1"/>
              <a:t>stringCaptor</a:t>
            </a:r>
            <a:r>
              <a:rPr lang="en-US" sz="1600" dirty="0"/>
              <a:t>;</a:t>
            </a:r>
          </a:p>
          <a:p>
            <a:pPr marL="457200" lvl="1" indent="0">
              <a:buNone/>
            </a:pPr>
            <a:endParaRPr lang="en-IN" sz="1600" dirty="0"/>
          </a:p>
          <a:p>
            <a:r>
              <a:rPr lang="en-US" sz="2000" dirty="0"/>
              <a:t>@InjectMocks: Automatically injects mocks into the object under test. </a:t>
            </a:r>
          </a:p>
          <a:p>
            <a:pPr lvl="1"/>
            <a:r>
              <a:rPr lang="en-US" sz="1600" dirty="0"/>
              <a:t>Dependencies marked with @Mock or @Spy are injected into the class being tested.</a:t>
            </a:r>
          </a:p>
          <a:p>
            <a:pPr marL="457200" lvl="1" indent="0">
              <a:buNone/>
            </a:pPr>
            <a:r>
              <a:rPr lang="en-US" sz="1600" dirty="0"/>
              <a:t>@InjectMocks</a:t>
            </a:r>
          </a:p>
          <a:p>
            <a:pPr marL="457200" lvl="1" indent="0">
              <a:buNone/>
            </a:pPr>
            <a:r>
              <a:rPr lang="en-US" sz="1600" dirty="0"/>
              <a:t>private </a:t>
            </a:r>
            <a:r>
              <a:rPr lang="en-US" sz="1600" dirty="0" err="1"/>
              <a:t>WarehouseService</a:t>
            </a:r>
            <a:r>
              <a:rPr lang="en-US" sz="1600" dirty="0"/>
              <a:t> </a:t>
            </a:r>
            <a:r>
              <a:rPr lang="en-US" sz="1600" dirty="0" err="1"/>
              <a:t>warehouseService</a:t>
            </a:r>
            <a:r>
              <a:rPr lang="en-US" sz="1600" dirty="0"/>
              <a:t>;</a:t>
            </a:r>
          </a:p>
          <a:p>
            <a:pPr marL="457200" lvl="1" indent="0">
              <a:buNone/>
            </a:pPr>
            <a:endParaRPr lang="en-US" sz="1600" dirty="0"/>
          </a:p>
          <a:p>
            <a:pPr marL="457200" lvl="1" indent="0">
              <a:buNone/>
            </a:pPr>
            <a:endParaRPr lang="en-US" sz="1600" dirty="0"/>
          </a:p>
          <a:p>
            <a:pPr marL="457200" lvl="1" indent="0">
              <a:buNone/>
            </a:pP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429346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9177F-E498-C371-B944-9E36C1F93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9A9311-F4D5-CB73-BB12-31C54B75EB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F9902607-9D5E-DF64-4242-492526C8D4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375" y="395288"/>
            <a:ext cx="10001250" cy="6067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32406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BB692B-BC3F-4BC1-8BDB-C4F2E7F0DA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329184"/>
            <a:ext cx="5181600" cy="584777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600" dirty="0"/>
              <a:t>@ExtendWith(MockitoExtension.class)</a:t>
            </a:r>
          </a:p>
          <a:p>
            <a:pPr marL="0" indent="0">
              <a:buNone/>
            </a:pPr>
            <a:r>
              <a:rPr lang="en-IN" sz="1600" dirty="0"/>
              <a:t>class </a:t>
            </a:r>
            <a:r>
              <a:rPr lang="en-IN" sz="1600" dirty="0" err="1"/>
              <a:t>WarehouseServiceTest</a:t>
            </a:r>
            <a:r>
              <a:rPr lang="en-IN" sz="1600" dirty="0"/>
              <a:t> {</a:t>
            </a:r>
          </a:p>
          <a:p>
            <a:pPr marL="0" indent="0">
              <a:buNone/>
            </a:pPr>
            <a:r>
              <a:rPr lang="en-IN" sz="1600" dirty="0"/>
              <a:t> @Mock</a:t>
            </a:r>
          </a:p>
          <a:p>
            <a:pPr marL="0" indent="0">
              <a:buNone/>
            </a:pPr>
            <a:r>
              <a:rPr lang="en-IN" sz="1600" dirty="0"/>
              <a:t> private </a:t>
            </a:r>
            <a:r>
              <a:rPr lang="en-IN" sz="1600" dirty="0" err="1"/>
              <a:t>OrderRepository</a:t>
            </a:r>
            <a:r>
              <a:rPr lang="en-IN" sz="1600" dirty="0"/>
              <a:t> </a:t>
            </a:r>
            <a:r>
              <a:rPr lang="en-IN" sz="1600" dirty="0" err="1"/>
              <a:t>orderRepo</a:t>
            </a:r>
            <a:r>
              <a:rPr lang="en-IN" sz="1600" dirty="0"/>
              <a:t>;</a:t>
            </a:r>
          </a:p>
          <a:p>
            <a:pPr marL="0" indent="0">
              <a:buNone/>
            </a:pPr>
            <a:endParaRPr lang="en-IN" sz="1600" dirty="0"/>
          </a:p>
          <a:p>
            <a:pPr marL="0" indent="0">
              <a:buNone/>
            </a:pPr>
            <a:r>
              <a:rPr lang="en-IN" sz="1600" dirty="0"/>
              <a:t> @Spy</a:t>
            </a:r>
          </a:p>
          <a:p>
            <a:pPr marL="0" indent="0">
              <a:buNone/>
            </a:pPr>
            <a:r>
              <a:rPr lang="en-IN" sz="1600" dirty="0"/>
              <a:t> private </a:t>
            </a:r>
            <a:r>
              <a:rPr lang="en-IN" sz="1600" dirty="0" err="1"/>
              <a:t>PaymentService</a:t>
            </a:r>
            <a:r>
              <a:rPr lang="en-IN" sz="1600" dirty="0"/>
              <a:t> </a:t>
            </a:r>
            <a:r>
              <a:rPr lang="en-IN" sz="1600" dirty="0" err="1"/>
              <a:t>paymentService</a:t>
            </a:r>
            <a:r>
              <a:rPr lang="en-IN" sz="1600" dirty="0"/>
              <a:t>;</a:t>
            </a:r>
          </a:p>
          <a:p>
            <a:pPr marL="0" indent="0">
              <a:buNone/>
            </a:pPr>
            <a:endParaRPr lang="en-IN" sz="1600" dirty="0"/>
          </a:p>
          <a:p>
            <a:pPr marL="0" indent="0">
              <a:buNone/>
            </a:pPr>
            <a:r>
              <a:rPr lang="en-IN" sz="1600" dirty="0"/>
              <a:t> @InjectMocks</a:t>
            </a:r>
          </a:p>
          <a:p>
            <a:pPr marL="0" indent="0">
              <a:buNone/>
            </a:pPr>
            <a:r>
              <a:rPr lang="en-IN" sz="1600" dirty="0"/>
              <a:t> private </a:t>
            </a:r>
            <a:r>
              <a:rPr lang="en-IN" sz="1600" dirty="0" err="1"/>
              <a:t>OrderServiceImpl</a:t>
            </a:r>
            <a:r>
              <a:rPr lang="en-IN" sz="1600" dirty="0"/>
              <a:t> </a:t>
            </a:r>
            <a:r>
              <a:rPr lang="en-IN" sz="1600" dirty="0" err="1"/>
              <a:t>orderService</a:t>
            </a:r>
            <a:r>
              <a:rPr lang="en-IN" sz="1600" dirty="0"/>
              <a:t>;</a:t>
            </a:r>
          </a:p>
          <a:p>
            <a:pPr marL="0" indent="0">
              <a:buNone/>
            </a:pPr>
            <a:r>
              <a:rPr lang="en-IN" sz="1600" dirty="0"/>
              <a:t> @DisplayName("1.1 Check All the Paid Orders Ready for Packaging")</a:t>
            </a:r>
          </a:p>
          <a:p>
            <a:pPr marL="0" indent="0">
              <a:buNone/>
            </a:pPr>
            <a:r>
              <a:rPr lang="en-IN" sz="1600" dirty="0"/>
              <a:t> @ParameterizedTest</a:t>
            </a:r>
          </a:p>
          <a:p>
            <a:pPr marL="0" indent="0">
              <a:buNone/>
            </a:pPr>
            <a:r>
              <a:rPr lang="en-IN" sz="1600" dirty="0"/>
              <a:t> @MethodSource("createOrder")</a:t>
            </a:r>
          </a:p>
          <a:p>
            <a:pPr marL="0" indent="0">
              <a:buNone/>
            </a:pPr>
            <a:r>
              <a:rPr lang="en-IN" sz="1600" dirty="0"/>
              <a:t> @Test </a:t>
            </a:r>
          </a:p>
          <a:p>
            <a:pPr marL="0" indent="0">
              <a:buNone/>
            </a:pPr>
            <a:r>
              <a:rPr lang="en-IN" sz="1600" dirty="0"/>
              <a:t> void </a:t>
            </a:r>
            <a:r>
              <a:rPr lang="en-IN" sz="1600" dirty="0" err="1"/>
              <a:t>testForPaidOrders</a:t>
            </a:r>
            <a:r>
              <a:rPr lang="en-IN" sz="1600" dirty="0"/>
              <a:t>(</a:t>
            </a:r>
            <a:r>
              <a:rPr lang="en-IN" sz="1600" dirty="0" err="1"/>
              <a:t>OrderEntity</a:t>
            </a:r>
            <a:r>
              <a:rPr lang="en-IN" sz="1600" dirty="0"/>
              <a:t> order) {</a:t>
            </a:r>
          </a:p>
          <a:p>
            <a:pPr marL="0" indent="0">
              <a:buNone/>
            </a:pPr>
            <a:r>
              <a:rPr lang="en-IN" sz="1600" dirty="0"/>
              <a:t>  // Given the Order is ready </a:t>
            </a:r>
          </a:p>
          <a:p>
            <a:pPr marL="0" indent="0">
              <a:buNone/>
            </a:pPr>
            <a:r>
              <a:rPr lang="en-IN" sz="1600" dirty="0"/>
              <a:t>  // Order is Dynamically shared using the parametrized testing</a:t>
            </a:r>
          </a:p>
          <a:p>
            <a:pPr marL="0" indent="0">
              <a:buNone/>
            </a:pPr>
            <a:r>
              <a:rPr lang="en-IN" sz="1600" dirty="0"/>
              <a:t> 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F7843F-0CD1-66F2-ED2C-A333E1432C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329184"/>
            <a:ext cx="5181600" cy="584777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400" dirty="0"/>
              <a:t>// When</a:t>
            </a:r>
          </a:p>
          <a:p>
            <a:pPr marL="0" indent="0">
              <a:buNone/>
            </a:pPr>
            <a:r>
              <a:rPr lang="en-IN" sz="1400" dirty="0"/>
              <a:t>  when(</a:t>
            </a:r>
            <a:r>
              <a:rPr lang="en-IN" sz="1400" dirty="0" err="1"/>
              <a:t>orderRepo.saveOrder</a:t>
            </a:r>
            <a:r>
              <a:rPr lang="en-IN" sz="1400" dirty="0"/>
              <a:t>(order)).</a:t>
            </a:r>
            <a:r>
              <a:rPr lang="en-IN" sz="1400" dirty="0" err="1"/>
              <a:t>thenReturn</a:t>
            </a:r>
            <a:r>
              <a:rPr lang="en-IN" sz="1400" dirty="0"/>
              <a:t>(order);</a:t>
            </a:r>
          </a:p>
          <a:p>
            <a:pPr marL="0" indent="0">
              <a:buNone/>
            </a:pPr>
            <a:r>
              <a:rPr lang="en-IN" sz="1400" dirty="0"/>
              <a:t>  </a:t>
            </a:r>
            <a:r>
              <a:rPr lang="en-IN" sz="1400" dirty="0" err="1"/>
              <a:t>OrderEntity</a:t>
            </a:r>
            <a:r>
              <a:rPr lang="en-IN" sz="1400" dirty="0"/>
              <a:t> </a:t>
            </a:r>
            <a:r>
              <a:rPr lang="en-IN" sz="1400" dirty="0" err="1"/>
              <a:t>processedOrder</a:t>
            </a:r>
            <a:r>
              <a:rPr lang="en-IN" sz="1400" dirty="0"/>
              <a:t> = </a:t>
            </a:r>
            <a:r>
              <a:rPr lang="en-IN" sz="1400" dirty="0" err="1"/>
              <a:t>orderService.processOrder</a:t>
            </a:r>
            <a:r>
              <a:rPr lang="en-IN" sz="1400" dirty="0"/>
              <a:t>(order);</a:t>
            </a:r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r>
              <a:rPr lang="en-IN" sz="1400" dirty="0"/>
              <a:t>  // Then Payment Service will return as Payment Accepted</a:t>
            </a:r>
          </a:p>
          <a:p>
            <a:pPr marL="0" indent="0">
              <a:buNone/>
            </a:pPr>
            <a:r>
              <a:rPr lang="en-IN" sz="1400" dirty="0"/>
              <a:t>  </a:t>
            </a:r>
            <a:r>
              <a:rPr lang="en-IN" sz="1400" dirty="0" err="1"/>
              <a:t>assertTrue</a:t>
            </a:r>
            <a:r>
              <a:rPr lang="en-IN" sz="1400" dirty="0"/>
              <a:t>(</a:t>
            </a:r>
            <a:r>
              <a:rPr lang="en-IN" sz="1400" dirty="0" err="1"/>
              <a:t>processedOrder.isCustomerAvailable</a:t>
            </a:r>
            <a:r>
              <a:rPr lang="en-IN" sz="1400" dirty="0"/>
              <a:t>());</a:t>
            </a:r>
          </a:p>
          <a:p>
            <a:pPr marL="0" indent="0">
              <a:buNone/>
            </a:pPr>
            <a:r>
              <a:rPr lang="en-IN" sz="1400" dirty="0"/>
              <a:t>  </a:t>
            </a:r>
            <a:r>
              <a:rPr lang="en-IN" sz="1400" dirty="0" err="1"/>
              <a:t>assertNotNull</a:t>
            </a:r>
            <a:r>
              <a:rPr lang="en-IN" sz="1400" dirty="0"/>
              <a:t>(</a:t>
            </a:r>
            <a:r>
              <a:rPr lang="en-IN" sz="1400" dirty="0" err="1"/>
              <a:t>processedOrder.getOrderStatus</a:t>
            </a:r>
            <a:r>
              <a:rPr lang="en-IN" sz="1400" dirty="0"/>
              <a:t>());</a:t>
            </a:r>
          </a:p>
          <a:p>
            <a:pPr marL="0" indent="0">
              <a:buNone/>
            </a:pPr>
            <a:r>
              <a:rPr lang="en-IN" sz="1400" dirty="0"/>
              <a:t>  </a:t>
            </a:r>
            <a:r>
              <a:rPr lang="en-IN" sz="1400" dirty="0" err="1"/>
              <a:t>assertEquals</a:t>
            </a:r>
            <a:r>
              <a:rPr lang="en-IN" sz="1400" dirty="0"/>
              <a:t>(</a:t>
            </a:r>
            <a:r>
              <a:rPr lang="en-IN" sz="1400" dirty="0" err="1"/>
              <a:t>OrderStatus.PAID</a:t>
            </a:r>
            <a:r>
              <a:rPr lang="en-IN" sz="1400" dirty="0"/>
              <a:t>, </a:t>
            </a:r>
            <a:r>
              <a:rPr lang="en-IN" sz="1400" dirty="0" err="1"/>
              <a:t>processedOrder.getOrderStatus</a:t>
            </a:r>
            <a:r>
              <a:rPr lang="en-IN" sz="1400" dirty="0"/>
              <a:t>());</a:t>
            </a:r>
          </a:p>
          <a:p>
            <a:pPr marL="0" indent="0">
              <a:buNone/>
            </a:pPr>
            <a:r>
              <a:rPr lang="en-IN" sz="1400" dirty="0"/>
              <a:t> }</a:t>
            </a:r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r>
              <a:rPr lang="en-IN" sz="1400" dirty="0"/>
              <a:t> // The following method returns an </a:t>
            </a:r>
            <a:r>
              <a:rPr lang="en-IN" sz="1400" dirty="0" err="1"/>
              <a:t>ArrayList</a:t>
            </a:r>
            <a:r>
              <a:rPr lang="en-IN" sz="1400" dirty="0"/>
              <a:t> of Orders</a:t>
            </a:r>
          </a:p>
          <a:p>
            <a:pPr marL="0" indent="0">
              <a:buNone/>
            </a:pPr>
            <a:r>
              <a:rPr lang="en-IN" sz="1400" dirty="0"/>
              <a:t> public </a:t>
            </a:r>
            <a:r>
              <a:rPr lang="en-IN" sz="1400" dirty="0" err="1"/>
              <a:t>ArrayList</a:t>
            </a:r>
            <a:r>
              <a:rPr lang="en-IN" sz="1400" dirty="0"/>
              <a:t>&lt;</a:t>
            </a:r>
            <a:r>
              <a:rPr lang="en-IN" sz="1400" dirty="0" err="1"/>
              <a:t>OrderEntity</a:t>
            </a:r>
            <a:r>
              <a:rPr lang="en-IN" sz="1400" dirty="0"/>
              <a:t>&gt; </a:t>
            </a:r>
            <a:r>
              <a:rPr lang="en-IN" sz="1400" dirty="0" err="1"/>
              <a:t>createOrder</a:t>
            </a:r>
            <a:r>
              <a:rPr lang="en-IN" sz="1400" dirty="0"/>
              <a:t>() {</a:t>
            </a:r>
          </a:p>
          <a:p>
            <a:pPr marL="0" indent="0">
              <a:buNone/>
            </a:pPr>
            <a:r>
              <a:rPr lang="en-IN" sz="1400" dirty="0"/>
              <a:t>  return </a:t>
            </a:r>
            <a:r>
              <a:rPr lang="en-IN" sz="1400" dirty="0" err="1"/>
              <a:t>OrderMock.createOrderList</a:t>
            </a:r>
            <a:r>
              <a:rPr lang="en-IN" sz="1400" dirty="0"/>
              <a:t>();</a:t>
            </a:r>
          </a:p>
          <a:p>
            <a:pPr marL="0" indent="0">
              <a:buNone/>
            </a:pPr>
            <a:r>
              <a:rPr lang="en-IN" sz="1400" dirty="0"/>
              <a:t> }</a:t>
            </a:r>
          </a:p>
          <a:p>
            <a:pPr marL="0" indent="0">
              <a:buNone/>
            </a:pPr>
            <a:r>
              <a:rPr lang="en-IN" sz="1400" dirty="0"/>
              <a:t>}</a:t>
            </a:r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36592266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321ACC6-99EA-58CB-7EBA-E9ECE84C2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12E775-29DA-E43F-70A4-02DD629E88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@Mock Annotation: Used to declare a mock object. This annotation is typically placed on a field within a test class.</a:t>
            </a:r>
          </a:p>
          <a:p>
            <a:pPr marL="0" indent="0">
              <a:buNone/>
            </a:pPr>
            <a:r>
              <a:rPr lang="en-IN" dirty="0"/>
              <a:t> @Mock</a:t>
            </a:r>
          </a:p>
          <a:p>
            <a:pPr marL="0" indent="0">
              <a:buNone/>
            </a:pPr>
            <a:r>
              <a:rPr lang="en-IN" dirty="0"/>
              <a:t>    private </a:t>
            </a:r>
            <a:r>
              <a:rPr lang="en-IN" dirty="0" err="1"/>
              <a:t>MyDependency</a:t>
            </a:r>
            <a:r>
              <a:rPr lang="en-IN" dirty="0"/>
              <a:t> </a:t>
            </a:r>
            <a:r>
              <a:rPr lang="en-IN" dirty="0" err="1"/>
              <a:t>myDependency</a:t>
            </a:r>
            <a:r>
              <a:rPr lang="en-IN" dirty="0"/>
              <a:t>;</a:t>
            </a:r>
          </a:p>
          <a:p>
            <a:r>
              <a:rPr lang="en-US" dirty="0"/>
              <a:t>@InjectMocks Annotation: Used to inject the declared mock objects into the class under test.</a:t>
            </a:r>
          </a:p>
          <a:p>
            <a:pPr marL="457200" lvl="1" indent="0">
              <a:buNone/>
            </a:pPr>
            <a:r>
              <a:rPr lang="en-IN" dirty="0"/>
              <a:t> @InjectMocks</a:t>
            </a:r>
          </a:p>
          <a:p>
            <a:pPr marL="457200" lvl="1" indent="0">
              <a:buNone/>
            </a:pPr>
            <a:r>
              <a:rPr lang="en-IN" dirty="0"/>
              <a:t>    private </a:t>
            </a:r>
            <a:r>
              <a:rPr lang="en-IN" dirty="0" err="1"/>
              <a:t>MyService</a:t>
            </a:r>
            <a:r>
              <a:rPr lang="en-IN" dirty="0"/>
              <a:t> </a:t>
            </a:r>
            <a:r>
              <a:rPr lang="en-IN" dirty="0" err="1"/>
              <a:t>myService</a:t>
            </a:r>
            <a:r>
              <a:rPr lang="en-IN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829295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EB5EB-B75B-38C2-E639-DD8DED002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Spring Boot offers test slices to focus on specific application layers: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FB54D9-14A8-8450-B554-A03A9AE4E5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@WebMvcTest: For testing the web layer (controllers), auto-configures </a:t>
            </a:r>
            <a:r>
              <a:rPr lang="en-US" dirty="0" err="1"/>
              <a:t>MockMvc</a:t>
            </a:r>
            <a:r>
              <a:rPr lang="en-US" dirty="0"/>
              <a:t>.</a:t>
            </a:r>
          </a:p>
          <a:p>
            <a:r>
              <a:rPr lang="en-US" dirty="0"/>
              <a:t>@DataJpaTest: For testing the data layer (repositories), sets up an in-memory database.</a:t>
            </a:r>
          </a:p>
          <a:p>
            <a:r>
              <a:rPr lang="en-US" dirty="0"/>
              <a:t>@SpringBootTest: For integration tests requiring the full application context. </a:t>
            </a:r>
          </a:p>
          <a:p>
            <a:r>
              <a:rPr lang="en-IN" dirty="0"/>
              <a:t> @MockBean </a:t>
            </a:r>
          </a:p>
          <a:p>
            <a:pPr lvl="1"/>
            <a:r>
              <a:rPr lang="en-US" dirty="0"/>
              <a:t> annotation (for Spring context-aware tests) or </a:t>
            </a:r>
            <a:r>
              <a:rPr lang="en-US" dirty="0" err="1"/>
              <a:t>Mockito.mock</a:t>
            </a:r>
            <a:r>
              <a:rPr lang="en-US" dirty="0"/>
              <a:t>() (for pure unit tests) to create mock instances of the dependencies your component relies 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07983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D3D7CFD-2871-AA94-5E13-C2B6A5C744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39486"/>
            <a:ext cx="5181600" cy="6536218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n-IN" dirty="0"/>
              <a:t>@WebMvcTest</a:t>
            </a:r>
          </a:p>
          <a:p>
            <a:pPr marL="0" indent="0">
              <a:buNone/>
            </a:pPr>
            <a:r>
              <a:rPr lang="en-IN" dirty="0"/>
              <a:t>//@SpringBootTest</a:t>
            </a:r>
          </a:p>
          <a:p>
            <a:pPr marL="0" indent="0">
              <a:buNone/>
            </a:pPr>
            <a:r>
              <a:rPr lang="en-IN" dirty="0"/>
              <a:t>//@ContextConfiguration(classes=Application.class)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public class </a:t>
            </a:r>
            <a:r>
              <a:rPr lang="en-IN" dirty="0" err="1"/>
              <a:t>EmployeeControllerTest</a:t>
            </a:r>
            <a:r>
              <a:rPr lang="en-IN" dirty="0"/>
              <a:t> {</a:t>
            </a:r>
          </a:p>
          <a:p>
            <a:pPr marL="0" indent="0">
              <a:buNone/>
            </a:pPr>
            <a:r>
              <a:rPr lang="en-IN" dirty="0"/>
              <a:t>    @Autowired</a:t>
            </a:r>
          </a:p>
          <a:p>
            <a:pPr marL="0" indent="0">
              <a:buNone/>
            </a:pPr>
            <a:r>
              <a:rPr lang="en-IN" dirty="0"/>
              <a:t>    private </a:t>
            </a:r>
            <a:r>
              <a:rPr lang="en-IN" dirty="0" err="1"/>
              <a:t>MockMvc</a:t>
            </a:r>
            <a:r>
              <a:rPr lang="en-IN" dirty="0"/>
              <a:t> </a:t>
            </a:r>
            <a:r>
              <a:rPr lang="en-IN" dirty="0" err="1"/>
              <a:t>mockMvc</a:t>
            </a:r>
            <a:r>
              <a:rPr lang="en-IN" dirty="0"/>
              <a:t>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@MockBean</a:t>
            </a:r>
          </a:p>
          <a:p>
            <a:pPr marL="0" indent="0">
              <a:buNone/>
            </a:pPr>
            <a:r>
              <a:rPr lang="en-IN" dirty="0"/>
              <a:t>    private </a:t>
            </a:r>
            <a:r>
              <a:rPr lang="en-IN" dirty="0" err="1"/>
              <a:t>EmployeeService</a:t>
            </a:r>
            <a:r>
              <a:rPr lang="en-IN" dirty="0"/>
              <a:t> </a:t>
            </a:r>
            <a:r>
              <a:rPr lang="en-IN" dirty="0" err="1"/>
              <a:t>employeeService</a:t>
            </a:r>
            <a:r>
              <a:rPr lang="en-IN" dirty="0"/>
              <a:t>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@Test</a:t>
            </a:r>
          </a:p>
          <a:p>
            <a:pPr marL="0" indent="0">
              <a:buNone/>
            </a:pPr>
            <a:r>
              <a:rPr lang="en-IN" dirty="0"/>
              <a:t>    public void </a:t>
            </a:r>
            <a:r>
              <a:rPr lang="en-IN" dirty="0" err="1"/>
              <a:t>getAllEmployeeListTest</a:t>
            </a:r>
            <a:r>
              <a:rPr lang="en-IN" dirty="0"/>
              <a:t>() throws Exception {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 Employee employee[] = new Employee[]{</a:t>
            </a:r>
          </a:p>
          <a:p>
            <a:pPr marL="0" indent="0">
              <a:buNone/>
            </a:pPr>
            <a:r>
              <a:rPr lang="en-IN" dirty="0"/>
              <a:t>                </a:t>
            </a:r>
            <a:r>
              <a:rPr lang="en-IN" dirty="0" err="1"/>
              <a:t>Employee.builder</a:t>
            </a:r>
            <a:r>
              <a:rPr lang="en-IN" dirty="0"/>
              <a:t>().id(1).name("</a:t>
            </a:r>
            <a:r>
              <a:rPr lang="en-IN" dirty="0" err="1"/>
              <a:t>amit</a:t>
            </a:r>
            <a:r>
              <a:rPr lang="en-IN" dirty="0"/>
              <a:t> </a:t>
            </a:r>
            <a:r>
              <a:rPr lang="en-IN" dirty="0" err="1"/>
              <a:t>kumar</a:t>
            </a:r>
            <a:r>
              <a:rPr lang="en-IN" dirty="0"/>
              <a:t>").salary(20000).build(),</a:t>
            </a:r>
          </a:p>
          <a:p>
            <a:pPr marL="0" indent="0">
              <a:buNone/>
            </a:pPr>
            <a:r>
              <a:rPr lang="en-IN" dirty="0"/>
              <a:t>                </a:t>
            </a:r>
            <a:r>
              <a:rPr lang="en-IN" dirty="0" err="1"/>
              <a:t>Employee.builder</a:t>
            </a:r>
            <a:r>
              <a:rPr lang="en-IN" dirty="0"/>
              <a:t>().id(2).name("</a:t>
            </a:r>
            <a:r>
              <a:rPr lang="en-IN" dirty="0" err="1"/>
              <a:t>subham</a:t>
            </a:r>
            <a:r>
              <a:rPr lang="en-IN" dirty="0"/>
              <a:t> </a:t>
            </a:r>
            <a:r>
              <a:rPr lang="en-IN" dirty="0" err="1"/>
              <a:t>kumar</a:t>
            </a:r>
            <a:r>
              <a:rPr lang="en-IN" dirty="0"/>
              <a:t>").salary(30000).build(),</a:t>
            </a:r>
          </a:p>
          <a:p>
            <a:pPr marL="0" indent="0">
              <a:buNone/>
            </a:pPr>
            <a:r>
              <a:rPr lang="en-IN" dirty="0"/>
              <a:t>                </a:t>
            </a:r>
            <a:r>
              <a:rPr lang="en-IN" dirty="0" err="1"/>
              <a:t>Employee.builder</a:t>
            </a:r>
            <a:r>
              <a:rPr lang="en-IN" dirty="0"/>
              <a:t>().id(3).name("</a:t>
            </a:r>
            <a:r>
              <a:rPr lang="en-IN" dirty="0" err="1"/>
              <a:t>kapil</a:t>
            </a:r>
            <a:r>
              <a:rPr lang="en-IN" dirty="0"/>
              <a:t> </a:t>
            </a:r>
            <a:r>
              <a:rPr lang="en-IN" dirty="0" err="1"/>
              <a:t>kumar</a:t>
            </a:r>
            <a:r>
              <a:rPr lang="en-IN" dirty="0"/>
              <a:t>").salary(40000).build(),</a:t>
            </a:r>
          </a:p>
          <a:p>
            <a:pPr marL="0" indent="0">
              <a:buNone/>
            </a:pPr>
            <a:r>
              <a:rPr lang="en-IN" dirty="0"/>
              <a:t>        };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employeeService.addEmployee</a:t>
            </a:r>
            <a:r>
              <a:rPr lang="en-IN" dirty="0"/>
              <a:t>(employee[0]);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employeeService.addEmployee</a:t>
            </a:r>
            <a:r>
              <a:rPr lang="en-IN" dirty="0"/>
              <a:t>(employee[1]);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employeeService.addEmployee</a:t>
            </a:r>
            <a:r>
              <a:rPr lang="en-IN" dirty="0"/>
              <a:t>(employee[2]);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5D4319-37F0-75BE-2ACF-41D8571639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87086"/>
            <a:ext cx="5181600" cy="6770914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n-IN" dirty="0"/>
              <a:t>List&lt;Employee&gt; list = </a:t>
            </a:r>
            <a:r>
              <a:rPr lang="en-IN" dirty="0" err="1"/>
              <a:t>Arrays.asList</a:t>
            </a:r>
            <a:r>
              <a:rPr lang="en-IN" dirty="0"/>
              <a:t>(employee);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Mockito.when</a:t>
            </a:r>
            <a:r>
              <a:rPr lang="en-IN" dirty="0"/>
              <a:t>(</a:t>
            </a:r>
            <a:r>
              <a:rPr lang="en-IN" dirty="0" err="1"/>
              <a:t>employeeService.getAllEmployeeList</a:t>
            </a:r>
            <a:r>
              <a:rPr lang="en-IN" dirty="0"/>
              <a:t>()).</a:t>
            </a:r>
            <a:r>
              <a:rPr lang="en-IN" dirty="0" err="1"/>
              <a:t>thenReturn</a:t>
            </a:r>
            <a:r>
              <a:rPr lang="en-IN" dirty="0"/>
              <a:t>(list);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mockMvc.perform</a:t>
            </a:r>
            <a:r>
              <a:rPr lang="en-IN" dirty="0"/>
              <a:t>(</a:t>
            </a:r>
            <a:r>
              <a:rPr lang="en-IN" dirty="0" err="1"/>
              <a:t>MockMvcRequestBuilders.get</a:t>
            </a:r>
            <a:r>
              <a:rPr lang="en-IN" dirty="0"/>
              <a:t>("/emp/employee")).</a:t>
            </a:r>
          </a:p>
          <a:p>
            <a:pPr marL="0" indent="0">
              <a:buNone/>
            </a:pPr>
            <a:r>
              <a:rPr lang="en-IN" dirty="0"/>
              <a:t>                </a:t>
            </a:r>
            <a:r>
              <a:rPr lang="en-IN" dirty="0" err="1"/>
              <a:t>andExpect</a:t>
            </a:r>
            <a:r>
              <a:rPr lang="en-IN" dirty="0"/>
              <a:t>(</a:t>
            </a:r>
            <a:r>
              <a:rPr lang="en-IN" dirty="0" err="1"/>
              <a:t>MockMvcResultMatchers.status</a:t>
            </a:r>
            <a:r>
              <a:rPr lang="en-IN" dirty="0"/>
              <a:t>().</a:t>
            </a:r>
            <a:r>
              <a:rPr lang="en-IN" dirty="0" err="1"/>
              <a:t>isFound</a:t>
            </a:r>
            <a:r>
              <a:rPr lang="en-IN" dirty="0"/>
              <a:t>()).</a:t>
            </a:r>
          </a:p>
          <a:p>
            <a:pPr marL="0" indent="0">
              <a:buNone/>
            </a:pPr>
            <a:r>
              <a:rPr lang="en-IN" dirty="0"/>
              <a:t>                </a:t>
            </a:r>
            <a:r>
              <a:rPr lang="en-IN" dirty="0" err="1"/>
              <a:t>andExpect</a:t>
            </a:r>
            <a:r>
              <a:rPr lang="en-IN" dirty="0"/>
              <a:t>(</a:t>
            </a:r>
            <a:r>
              <a:rPr lang="en-IN" dirty="0" err="1"/>
              <a:t>MockMvcResultMatchers.content</a:t>
            </a:r>
            <a:r>
              <a:rPr lang="en-IN" dirty="0"/>
              <a:t>().</a:t>
            </a:r>
            <a:r>
              <a:rPr lang="en-IN" dirty="0" err="1"/>
              <a:t>contentType</a:t>
            </a:r>
            <a:r>
              <a:rPr lang="en-IN" dirty="0"/>
              <a:t>(</a:t>
            </a:r>
            <a:r>
              <a:rPr lang="en-IN" dirty="0" err="1"/>
              <a:t>MediaType.APPLICATION_JSON</a:t>
            </a:r>
            <a:r>
              <a:rPr lang="en-IN" dirty="0"/>
              <a:t>)).</a:t>
            </a:r>
          </a:p>
          <a:p>
            <a:pPr marL="0" indent="0">
              <a:buNone/>
            </a:pPr>
            <a:r>
              <a:rPr lang="en-IN" dirty="0"/>
              <a:t>                </a:t>
            </a:r>
            <a:r>
              <a:rPr lang="en-IN" dirty="0" err="1"/>
              <a:t>andExpect</a:t>
            </a:r>
            <a:r>
              <a:rPr lang="en-IN" dirty="0"/>
              <a:t>(</a:t>
            </a:r>
            <a:r>
              <a:rPr lang="en-IN" dirty="0" err="1"/>
              <a:t>MockMvcResultMatchers.jsonPath</a:t>
            </a:r>
            <a:r>
              <a:rPr lang="en-IN" dirty="0"/>
              <a:t>("$", </a:t>
            </a:r>
            <a:r>
              <a:rPr lang="en-IN" dirty="0" err="1"/>
              <a:t>Matchers.hasSize</a:t>
            </a:r>
            <a:r>
              <a:rPr lang="en-IN" dirty="0"/>
              <a:t>(3)))</a:t>
            </a:r>
          </a:p>
          <a:p>
            <a:pPr marL="0" indent="0">
              <a:buNone/>
            </a:pPr>
            <a:r>
              <a:rPr lang="en-IN" dirty="0"/>
              <a:t>                .</a:t>
            </a:r>
            <a:r>
              <a:rPr lang="en-IN" dirty="0" err="1"/>
              <a:t>andExpect</a:t>
            </a:r>
            <a:r>
              <a:rPr lang="en-IN" dirty="0"/>
              <a:t>(</a:t>
            </a:r>
            <a:r>
              <a:rPr lang="en-IN" dirty="0" err="1"/>
              <a:t>MockMvcResultMatchers.jsonPath</a:t>
            </a:r>
            <a:r>
              <a:rPr lang="en-IN" dirty="0"/>
              <a:t>("$[0].id").value(1)).</a:t>
            </a:r>
          </a:p>
          <a:p>
            <a:pPr marL="0" indent="0">
              <a:buNone/>
            </a:pPr>
            <a:r>
              <a:rPr lang="en-IN" dirty="0"/>
              <a:t>                </a:t>
            </a:r>
            <a:r>
              <a:rPr lang="en-IN" dirty="0" err="1"/>
              <a:t>andExpect</a:t>
            </a:r>
            <a:r>
              <a:rPr lang="en-IN" dirty="0"/>
              <a:t>(</a:t>
            </a:r>
            <a:r>
              <a:rPr lang="en-IN" dirty="0" err="1"/>
              <a:t>MockMvcResultMatchers.jsonPath</a:t>
            </a:r>
            <a:r>
              <a:rPr lang="en-IN" dirty="0"/>
              <a:t>("$[0].name").value("</a:t>
            </a:r>
            <a:r>
              <a:rPr lang="en-IN" dirty="0" err="1"/>
              <a:t>amit</a:t>
            </a:r>
            <a:r>
              <a:rPr lang="en-IN" dirty="0"/>
              <a:t> </a:t>
            </a:r>
            <a:r>
              <a:rPr lang="en-IN" dirty="0" err="1"/>
              <a:t>kumar</a:t>
            </a:r>
            <a:r>
              <a:rPr lang="en-IN" dirty="0"/>
              <a:t>")).</a:t>
            </a:r>
          </a:p>
          <a:p>
            <a:pPr marL="0" indent="0">
              <a:buNone/>
            </a:pPr>
            <a:r>
              <a:rPr lang="en-IN" dirty="0"/>
              <a:t>                </a:t>
            </a:r>
            <a:r>
              <a:rPr lang="en-IN" dirty="0" err="1"/>
              <a:t>andExpect</a:t>
            </a:r>
            <a:r>
              <a:rPr lang="en-IN" dirty="0"/>
              <a:t>(</a:t>
            </a:r>
            <a:r>
              <a:rPr lang="en-IN" dirty="0" err="1"/>
              <a:t>MockMvcResultMatchers.jsonPath</a:t>
            </a:r>
            <a:r>
              <a:rPr lang="en-IN" dirty="0"/>
              <a:t>("$[0].salary").value(20000));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 </a:t>
            </a:r>
          </a:p>
          <a:p>
            <a:pPr marL="0" indent="0">
              <a:buNone/>
            </a:pPr>
            <a:r>
              <a:rPr lang="en-IN" dirty="0"/>
              <a:t>private static </a:t>
            </a:r>
            <a:r>
              <a:rPr lang="en-IN" dirty="0" err="1"/>
              <a:t>ObjectMapper</a:t>
            </a:r>
            <a:r>
              <a:rPr lang="en-IN" dirty="0"/>
              <a:t> mapper = new </a:t>
            </a:r>
            <a:r>
              <a:rPr lang="en-IN" dirty="0" err="1"/>
              <a:t>ObjectMapper</a:t>
            </a:r>
            <a:r>
              <a:rPr lang="en-IN" dirty="0"/>
              <a:t>();</a:t>
            </a:r>
          </a:p>
          <a:p>
            <a:pPr marL="0" indent="0">
              <a:buNone/>
            </a:pPr>
            <a:r>
              <a:rPr lang="en-IN" dirty="0"/>
              <a:t>    @Test</a:t>
            </a:r>
          </a:p>
          <a:p>
            <a:pPr marL="0" indent="0">
              <a:buNone/>
            </a:pPr>
            <a:r>
              <a:rPr lang="en-IN" dirty="0"/>
              <a:t>    public void </a:t>
            </a:r>
            <a:r>
              <a:rPr lang="en-IN" dirty="0" err="1"/>
              <a:t>addEmployeeTest</a:t>
            </a:r>
            <a:r>
              <a:rPr lang="en-IN" dirty="0"/>
              <a:t>() throws Exception {</a:t>
            </a:r>
          </a:p>
          <a:p>
            <a:pPr marL="0" indent="0">
              <a:buNone/>
            </a:pPr>
            <a:r>
              <a:rPr lang="en-IN" dirty="0"/>
              <a:t>        Employee emp1 = </a:t>
            </a:r>
            <a:r>
              <a:rPr lang="en-IN" dirty="0" err="1"/>
              <a:t>Employee.builder</a:t>
            </a:r>
            <a:r>
              <a:rPr lang="en-IN" dirty="0"/>
              <a:t>().id(1).name("</a:t>
            </a:r>
            <a:r>
              <a:rPr lang="en-IN" dirty="0" err="1"/>
              <a:t>amit</a:t>
            </a:r>
            <a:r>
              <a:rPr lang="en-IN" dirty="0"/>
              <a:t> </a:t>
            </a:r>
            <a:r>
              <a:rPr lang="en-IN" dirty="0" err="1"/>
              <a:t>kumar</a:t>
            </a:r>
            <a:r>
              <a:rPr lang="en-IN" dirty="0"/>
              <a:t>").salary(20000).build();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Mockito.when</a:t>
            </a:r>
            <a:r>
              <a:rPr lang="en-IN" dirty="0"/>
              <a:t>(</a:t>
            </a:r>
            <a:r>
              <a:rPr lang="en-IN" dirty="0" err="1"/>
              <a:t>employeeService.addEmployee</a:t>
            </a:r>
            <a:r>
              <a:rPr lang="en-IN" dirty="0"/>
              <a:t>(emp1)).</a:t>
            </a:r>
            <a:r>
              <a:rPr lang="en-IN" dirty="0" err="1"/>
              <a:t>thenReturn</a:t>
            </a:r>
            <a:r>
              <a:rPr lang="en-IN" dirty="0"/>
              <a:t>(emp1);</a:t>
            </a:r>
          </a:p>
          <a:p>
            <a:pPr marL="0" indent="0">
              <a:buNone/>
            </a:pPr>
            <a:r>
              <a:rPr lang="en-IN" dirty="0"/>
              <a:t>        String </a:t>
            </a:r>
            <a:r>
              <a:rPr lang="en-IN" dirty="0" err="1"/>
              <a:t>json</a:t>
            </a:r>
            <a:r>
              <a:rPr lang="en-IN" dirty="0"/>
              <a:t> = </a:t>
            </a:r>
            <a:r>
              <a:rPr lang="en-IN" dirty="0" err="1"/>
              <a:t>mapper.writeValueAsString</a:t>
            </a:r>
            <a:r>
              <a:rPr lang="en-IN" dirty="0"/>
              <a:t>(emp1);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mockMvc.perform</a:t>
            </a:r>
            <a:r>
              <a:rPr lang="en-IN" dirty="0"/>
              <a:t>(post("/emp/employee").</a:t>
            </a:r>
            <a:r>
              <a:rPr lang="en-IN" dirty="0" err="1"/>
              <a:t>contentType</a:t>
            </a:r>
            <a:r>
              <a:rPr lang="en-IN" dirty="0"/>
              <a:t>(</a:t>
            </a:r>
            <a:r>
              <a:rPr lang="en-IN" dirty="0" err="1"/>
              <a:t>MediaType.APPLICATION_JSON</a:t>
            </a:r>
            <a:r>
              <a:rPr lang="en-IN" dirty="0"/>
              <a:t>).</a:t>
            </a:r>
          </a:p>
          <a:p>
            <a:pPr marL="0" indent="0">
              <a:buNone/>
            </a:pPr>
            <a:r>
              <a:rPr lang="en-IN" dirty="0"/>
              <a:t>                        content(</a:t>
            </a:r>
            <a:r>
              <a:rPr lang="en-IN" dirty="0" err="1"/>
              <a:t>json</a:t>
            </a:r>
            <a:r>
              <a:rPr lang="en-IN" dirty="0"/>
              <a:t>).accept(</a:t>
            </a:r>
            <a:r>
              <a:rPr lang="en-IN" dirty="0" err="1"/>
              <a:t>MediaType.APPLICATION_JSON</a:t>
            </a:r>
            <a:r>
              <a:rPr lang="en-IN" dirty="0"/>
              <a:t>)).</a:t>
            </a:r>
          </a:p>
          <a:p>
            <a:pPr marL="0" indent="0">
              <a:buNone/>
            </a:pPr>
            <a:r>
              <a:rPr lang="en-IN" dirty="0"/>
              <a:t>                </a:t>
            </a:r>
            <a:r>
              <a:rPr lang="en-IN" dirty="0" err="1"/>
              <a:t>andExpect</a:t>
            </a:r>
            <a:r>
              <a:rPr lang="en-IN" dirty="0"/>
              <a:t>(status().</a:t>
            </a:r>
            <a:r>
              <a:rPr lang="en-IN" dirty="0" err="1"/>
              <a:t>isCreated</a:t>
            </a:r>
            <a:r>
              <a:rPr lang="en-IN" dirty="0"/>
              <a:t>())//.</a:t>
            </a:r>
          </a:p>
          <a:p>
            <a:pPr marL="0" indent="0">
              <a:buNone/>
            </a:pPr>
            <a:r>
              <a:rPr lang="en-IN" dirty="0"/>
              <a:t>                .</a:t>
            </a:r>
            <a:r>
              <a:rPr lang="en-IN" dirty="0" err="1"/>
              <a:t>andExpect</a:t>
            </a:r>
            <a:r>
              <a:rPr lang="en-IN" dirty="0"/>
              <a:t>(</a:t>
            </a:r>
            <a:r>
              <a:rPr lang="en-IN" dirty="0" err="1"/>
              <a:t>jsonPath</a:t>
            </a:r>
            <a:r>
              <a:rPr lang="en-IN" dirty="0"/>
              <a:t>("$.id").value(1)).</a:t>
            </a:r>
          </a:p>
          <a:p>
            <a:pPr marL="0" indent="0">
              <a:buNone/>
            </a:pPr>
            <a:r>
              <a:rPr lang="en-IN" dirty="0"/>
              <a:t>                </a:t>
            </a:r>
            <a:r>
              <a:rPr lang="en-IN" dirty="0" err="1"/>
              <a:t>andExpect</a:t>
            </a:r>
            <a:r>
              <a:rPr lang="en-IN" dirty="0"/>
              <a:t>(</a:t>
            </a:r>
            <a:r>
              <a:rPr lang="en-IN" dirty="0" err="1"/>
              <a:t>jsonPath</a:t>
            </a:r>
            <a:r>
              <a:rPr lang="en-IN" dirty="0"/>
              <a:t>("$.name").value("</a:t>
            </a:r>
            <a:r>
              <a:rPr lang="en-IN" dirty="0" err="1"/>
              <a:t>amit</a:t>
            </a:r>
            <a:r>
              <a:rPr lang="en-IN" dirty="0"/>
              <a:t> </a:t>
            </a:r>
            <a:r>
              <a:rPr lang="en-IN" dirty="0" err="1"/>
              <a:t>kumar</a:t>
            </a:r>
            <a:r>
              <a:rPr lang="en-IN" dirty="0"/>
              <a:t>")).</a:t>
            </a:r>
          </a:p>
          <a:p>
            <a:pPr marL="0" indent="0">
              <a:buNone/>
            </a:pPr>
            <a:r>
              <a:rPr lang="en-IN" dirty="0"/>
              <a:t>                </a:t>
            </a:r>
            <a:r>
              <a:rPr lang="en-IN" dirty="0" err="1"/>
              <a:t>andExpect</a:t>
            </a:r>
            <a:r>
              <a:rPr lang="en-IN" dirty="0"/>
              <a:t>(</a:t>
            </a:r>
            <a:r>
              <a:rPr lang="en-IN" dirty="0" err="1"/>
              <a:t>jsonPath</a:t>
            </a:r>
            <a:r>
              <a:rPr lang="en-IN" dirty="0"/>
              <a:t>("$.salary").value(20000));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059213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1204</Words>
  <Application>Microsoft Office PowerPoint</Application>
  <PresentationFormat>Widescreen</PresentationFormat>
  <Paragraphs>141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Mockito  </vt:lpstr>
      <vt:lpstr>PowerPoint Presentation</vt:lpstr>
      <vt:lpstr>PowerPoint Presentation</vt:lpstr>
      <vt:lpstr>PowerPoint Presentation</vt:lpstr>
      <vt:lpstr>Key Features of Mockito  </vt:lpstr>
      <vt:lpstr>Key Annotations  </vt:lpstr>
      <vt:lpstr>PowerPoint Presentation</vt:lpstr>
      <vt:lpstr>PowerPoint Presentation</vt:lpstr>
      <vt:lpstr>PowerPoint Presentation</vt:lpstr>
      <vt:lpstr>PowerPoint Presentation</vt:lpstr>
      <vt:lpstr>Spring Boot offers test slices to focus on specific application layers: </vt:lpstr>
      <vt:lpstr>PowerPoint Presentation</vt:lpstr>
    </vt:vector>
  </TitlesOfParts>
  <Company>Cognizant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Kumar, Shankar (Contractor)</dc:creator>
  <cp:lastModifiedBy>Kumar, Shankar (Contractor)</cp:lastModifiedBy>
  <cp:revision>1</cp:revision>
  <dcterms:created xsi:type="dcterms:W3CDTF">2025-10-16T08:10:52Z</dcterms:created>
  <dcterms:modified xsi:type="dcterms:W3CDTF">2025-10-16T08:46:57Z</dcterms:modified>
</cp:coreProperties>
</file>